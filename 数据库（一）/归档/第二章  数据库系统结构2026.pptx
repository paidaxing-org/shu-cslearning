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61" r:id="rId2"/>
  </p:sldMasterIdLst>
  <p:notesMasterIdLst>
    <p:notesMasterId r:id="rId85"/>
  </p:notesMasterIdLst>
  <p:handoutMasterIdLst>
    <p:handoutMasterId r:id="rId86"/>
  </p:handoutMasterIdLst>
  <p:sldIdLst>
    <p:sldId id="392" r:id="rId3"/>
    <p:sldId id="347" r:id="rId4"/>
    <p:sldId id="348" r:id="rId5"/>
    <p:sldId id="377" r:id="rId6"/>
    <p:sldId id="378" r:id="rId7"/>
    <p:sldId id="454" r:id="rId8"/>
    <p:sldId id="379" r:id="rId9"/>
    <p:sldId id="455" r:id="rId10"/>
    <p:sldId id="460" r:id="rId11"/>
    <p:sldId id="461" r:id="rId12"/>
    <p:sldId id="350" r:id="rId13"/>
    <p:sldId id="380" r:id="rId14"/>
    <p:sldId id="386" r:id="rId15"/>
    <p:sldId id="462" r:id="rId16"/>
    <p:sldId id="456" r:id="rId17"/>
    <p:sldId id="353" r:id="rId18"/>
    <p:sldId id="388" r:id="rId19"/>
    <p:sldId id="355" r:id="rId20"/>
    <p:sldId id="463" r:id="rId21"/>
    <p:sldId id="468" r:id="rId22"/>
    <p:sldId id="352" r:id="rId23"/>
    <p:sldId id="465" r:id="rId24"/>
    <p:sldId id="466" r:id="rId25"/>
    <p:sldId id="467" r:id="rId26"/>
    <p:sldId id="459" r:id="rId27"/>
    <p:sldId id="475" r:id="rId28"/>
    <p:sldId id="476" r:id="rId29"/>
    <p:sldId id="477" r:id="rId30"/>
    <p:sldId id="478" r:id="rId31"/>
    <p:sldId id="356" r:id="rId32"/>
    <p:sldId id="357" r:id="rId33"/>
    <p:sldId id="358" r:id="rId34"/>
    <p:sldId id="469" r:id="rId35"/>
    <p:sldId id="470" r:id="rId36"/>
    <p:sldId id="359" r:id="rId37"/>
    <p:sldId id="384" r:id="rId38"/>
    <p:sldId id="360" r:id="rId39"/>
    <p:sldId id="471" r:id="rId40"/>
    <p:sldId id="370" r:id="rId41"/>
    <p:sldId id="483" r:id="rId42"/>
    <p:sldId id="361" r:id="rId43"/>
    <p:sldId id="362" r:id="rId44"/>
    <p:sldId id="472" r:id="rId45"/>
    <p:sldId id="363" r:id="rId46"/>
    <p:sldId id="364" r:id="rId47"/>
    <p:sldId id="473" r:id="rId48"/>
    <p:sldId id="365" r:id="rId49"/>
    <p:sldId id="474" r:id="rId50"/>
    <p:sldId id="482" r:id="rId51"/>
    <p:sldId id="415" r:id="rId52"/>
    <p:sldId id="277" r:id="rId53"/>
    <p:sldId id="278" r:id="rId54"/>
    <p:sldId id="279" r:id="rId55"/>
    <p:sldId id="280" r:id="rId56"/>
    <p:sldId id="451" r:id="rId57"/>
    <p:sldId id="428" r:id="rId58"/>
    <p:sldId id="448" r:id="rId59"/>
    <p:sldId id="371" r:id="rId60"/>
    <p:sldId id="372" r:id="rId61"/>
    <p:sldId id="373" r:id="rId62"/>
    <p:sldId id="374" r:id="rId63"/>
    <p:sldId id="375" r:id="rId64"/>
    <p:sldId id="391" r:id="rId65"/>
    <p:sldId id="479" r:id="rId66"/>
    <p:sldId id="452" r:id="rId67"/>
    <p:sldId id="480" r:id="rId68"/>
    <p:sldId id="293" r:id="rId69"/>
    <p:sldId id="294" r:id="rId70"/>
    <p:sldId id="295" r:id="rId71"/>
    <p:sldId id="296" r:id="rId72"/>
    <p:sldId id="297" r:id="rId73"/>
    <p:sldId id="298" r:id="rId74"/>
    <p:sldId id="407" r:id="rId75"/>
    <p:sldId id="685" r:id="rId76"/>
    <p:sldId id="457" r:id="rId77"/>
    <p:sldId id="458" r:id="rId78"/>
    <p:sldId id="382" r:id="rId79"/>
    <p:sldId id="481" r:id="rId80"/>
    <p:sldId id="442" r:id="rId81"/>
    <p:sldId id="444" r:id="rId82"/>
    <p:sldId id="445" r:id="rId83"/>
    <p:sldId id="446" r:id="rId84"/>
  </p:sldIdLst>
  <p:sldSz cx="9144000" cy="6858000" type="screen4x3"/>
  <p:notesSz cx="6858000" cy="9144000"/>
  <p:defaultTextStyle>
    <a:defPPr>
      <a:defRPr lang="zh-CN"/>
    </a:defPPr>
    <a:lvl1pPr algn="just" rtl="0" eaLnBrk="0" fontAlgn="base" hangingPunct="0">
      <a:lnSpc>
        <a:spcPct val="180000"/>
      </a:lnSpc>
      <a:spcBef>
        <a:spcPct val="0"/>
      </a:spcBef>
      <a:spcAft>
        <a:spcPct val="0"/>
      </a:spcAft>
      <a:defRPr kumimoji="1" sz="2800" kern="1200">
        <a:solidFill>
          <a:schemeClr val="tx1"/>
        </a:solidFill>
        <a:latin typeface="宋体" pitchFamily="2" charset="-122"/>
        <a:ea typeface="宋体" pitchFamily="2" charset="-122"/>
        <a:cs typeface="+mn-cs"/>
      </a:defRPr>
    </a:lvl1pPr>
    <a:lvl2pPr marL="457200" algn="just" rtl="0" eaLnBrk="0" fontAlgn="base" hangingPunct="0">
      <a:lnSpc>
        <a:spcPct val="180000"/>
      </a:lnSpc>
      <a:spcBef>
        <a:spcPct val="0"/>
      </a:spcBef>
      <a:spcAft>
        <a:spcPct val="0"/>
      </a:spcAft>
      <a:defRPr kumimoji="1" sz="2800" kern="1200">
        <a:solidFill>
          <a:schemeClr val="tx1"/>
        </a:solidFill>
        <a:latin typeface="宋体" pitchFamily="2" charset="-122"/>
        <a:ea typeface="宋体" pitchFamily="2" charset="-122"/>
        <a:cs typeface="+mn-cs"/>
      </a:defRPr>
    </a:lvl2pPr>
    <a:lvl3pPr marL="914400" algn="just" rtl="0" eaLnBrk="0" fontAlgn="base" hangingPunct="0">
      <a:lnSpc>
        <a:spcPct val="180000"/>
      </a:lnSpc>
      <a:spcBef>
        <a:spcPct val="0"/>
      </a:spcBef>
      <a:spcAft>
        <a:spcPct val="0"/>
      </a:spcAft>
      <a:defRPr kumimoji="1" sz="2800" kern="1200">
        <a:solidFill>
          <a:schemeClr val="tx1"/>
        </a:solidFill>
        <a:latin typeface="宋体" pitchFamily="2" charset="-122"/>
        <a:ea typeface="宋体" pitchFamily="2" charset="-122"/>
        <a:cs typeface="+mn-cs"/>
      </a:defRPr>
    </a:lvl3pPr>
    <a:lvl4pPr marL="1371600" algn="just" rtl="0" eaLnBrk="0" fontAlgn="base" hangingPunct="0">
      <a:lnSpc>
        <a:spcPct val="180000"/>
      </a:lnSpc>
      <a:spcBef>
        <a:spcPct val="0"/>
      </a:spcBef>
      <a:spcAft>
        <a:spcPct val="0"/>
      </a:spcAft>
      <a:defRPr kumimoji="1" sz="2800" kern="1200">
        <a:solidFill>
          <a:schemeClr val="tx1"/>
        </a:solidFill>
        <a:latin typeface="宋体" pitchFamily="2" charset="-122"/>
        <a:ea typeface="宋体" pitchFamily="2" charset="-122"/>
        <a:cs typeface="+mn-cs"/>
      </a:defRPr>
    </a:lvl4pPr>
    <a:lvl5pPr marL="1828800" algn="just" rtl="0" eaLnBrk="0" fontAlgn="base" hangingPunct="0">
      <a:lnSpc>
        <a:spcPct val="180000"/>
      </a:lnSpc>
      <a:spcBef>
        <a:spcPct val="0"/>
      </a:spcBef>
      <a:spcAft>
        <a:spcPct val="0"/>
      </a:spcAft>
      <a:defRPr kumimoji="1" sz="2800" kern="1200">
        <a:solidFill>
          <a:schemeClr val="tx1"/>
        </a:solidFill>
        <a:latin typeface="宋体" pitchFamily="2" charset="-122"/>
        <a:ea typeface="宋体" pitchFamily="2" charset="-122"/>
        <a:cs typeface="+mn-cs"/>
      </a:defRPr>
    </a:lvl5pPr>
    <a:lvl6pPr marL="2286000" algn="l" defTabSz="914400" rtl="0" eaLnBrk="1" latinLnBrk="0" hangingPunct="1">
      <a:defRPr kumimoji="1" sz="2800" kern="1200">
        <a:solidFill>
          <a:schemeClr val="tx1"/>
        </a:solidFill>
        <a:latin typeface="宋体" pitchFamily="2" charset="-122"/>
        <a:ea typeface="宋体" pitchFamily="2" charset="-122"/>
        <a:cs typeface="+mn-cs"/>
      </a:defRPr>
    </a:lvl6pPr>
    <a:lvl7pPr marL="2743200" algn="l" defTabSz="914400" rtl="0" eaLnBrk="1" latinLnBrk="0" hangingPunct="1">
      <a:defRPr kumimoji="1" sz="2800" kern="1200">
        <a:solidFill>
          <a:schemeClr val="tx1"/>
        </a:solidFill>
        <a:latin typeface="宋体" pitchFamily="2" charset="-122"/>
        <a:ea typeface="宋体" pitchFamily="2" charset="-122"/>
        <a:cs typeface="+mn-cs"/>
      </a:defRPr>
    </a:lvl7pPr>
    <a:lvl8pPr marL="3200400" algn="l" defTabSz="914400" rtl="0" eaLnBrk="1" latinLnBrk="0" hangingPunct="1">
      <a:defRPr kumimoji="1" sz="2800" kern="1200">
        <a:solidFill>
          <a:schemeClr val="tx1"/>
        </a:solidFill>
        <a:latin typeface="宋体" pitchFamily="2" charset="-122"/>
        <a:ea typeface="宋体" pitchFamily="2" charset="-122"/>
        <a:cs typeface="+mn-cs"/>
      </a:defRPr>
    </a:lvl8pPr>
    <a:lvl9pPr marL="3657600" algn="l" defTabSz="914400" rtl="0" eaLnBrk="1" latinLnBrk="0" hangingPunct="1">
      <a:defRPr kumimoji="1" sz="2800" kern="1200">
        <a:solidFill>
          <a:schemeClr val="tx1"/>
        </a:solidFill>
        <a:latin typeface="宋体" pitchFamily="2" charset="-122"/>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99"/>
    <a:srgbClr val="FF0066"/>
    <a:srgbClr val="800000"/>
    <a:srgbClr val="F9EBD3"/>
    <a:srgbClr val="DDDDDD"/>
    <a:srgbClr val="FFFFFF"/>
    <a:srgbClr val="E7E57F"/>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81" autoAdjust="0"/>
    <p:restoredTop sz="58982" autoAdjust="0"/>
  </p:normalViewPr>
  <p:slideViewPr>
    <p:cSldViewPr>
      <p:cViewPr varScale="1">
        <p:scale>
          <a:sx n="61" d="100"/>
          <a:sy n="61" d="100"/>
        </p:scale>
        <p:origin x="3152"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7864"/>
    </p:cViewPr>
  </p:sorterViewPr>
  <p:notesViewPr>
    <p:cSldViewPr>
      <p:cViewPr varScale="1">
        <p:scale>
          <a:sx n="52" d="100"/>
          <a:sy n="52" d="100"/>
        </p:scale>
        <p:origin x="-1866"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theme" Target="theme/theme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tableStyles" Target="tableStyles.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2B94F6-8215-0E45-A20E-CDF7AE4F9949}" type="doc">
      <dgm:prSet loTypeId="urn:microsoft.com/office/officeart/2005/8/layout/vProcess5" loCatId="" qsTypeId="urn:microsoft.com/office/officeart/2005/8/quickstyle/simple4" qsCatId="simple" csTypeId="urn:microsoft.com/office/officeart/2005/8/colors/colorful2" csCatId="colorful" phldr="1"/>
      <dgm:spPr/>
      <dgm:t>
        <a:bodyPr/>
        <a:lstStyle/>
        <a:p>
          <a:endParaRPr lang="zh-CN" altLang="en-US"/>
        </a:p>
      </dgm:t>
    </dgm:pt>
    <dgm:pt modelId="{D3244BCA-58E4-4542-9682-74701CCE7812}">
      <dgm:prSet/>
      <dgm:spPr/>
      <dgm:t>
        <a:bodyPr/>
        <a:lstStyle/>
        <a:p>
          <a:r>
            <a:rPr lang="zh-CN" altLang="en-US" b="1" dirty="0"/>
            <a:t>把实体类型和联系类型组合成</a:t>
          </a:r>
          <a:r>
            <a:rPr lang="en-US" altLang="zh-CN" b="1" dirty="0"/>
            <a:t>ER</a:t>
          </a:r>
          <a:r>
            <a:rPr lang="zh-CN" altLang="en-US" b="1" dirty="0"/>
            <a:t>图</a:t>
          </a:r>
          <a:endParaRPr lang="en-US" altLang="zh-CN" b="1" dirty="0"/>
        </a:p>
      </dgm:t>
    </dgm:pt>
    <dgm:pt modelId="{C2F0D826-4B5F-7848-95BC-E5771D85D298}" type="parTrans" cxnId="{92E58BF3-E30E-2B48-BF96-2E10AD432860}">
      <dgm:prSet/>
      <dgm:spPr/>
      <dgm:t>
        <a:bodyPr/>
        <a:lstStyle/>
        <a:p>
          <a:endParaRPr lang="zh-CN" altLang="en-US"/>
        </a:p>
      </dgm:t>
    </dgm:pt>
    <dgm:pt modelId="{1B03FC4C-BED4-704C-94FF-557D653AE23B}" type="sibTrans" cxnId="{92E58BF3-E30E-2B48-BF96-2E10AD432860}">
      <dgm:prSet/>
      <dgm:spPr/>
      <dgm:t>
        <a:bodyPr/>
        <a:lstStyle/>
        <a:p>
          <a:endParaRPr lang="zh-CN" altLang="en-US"/>
        </a:p>
      </dgm:t>
    </dgm:pt>
    <dgm:pt modelId="{5955E47A-4075-214C-8AC1-1CA42B4E1835}">
      <dgm:prSet/>
      <dgm:spPr/>
      <dgm:t>
        <a:bodyPr/>
        <a:lstStyle/>
        <a:p>
          <a:r>
            <a:rPr lang="zh-CN" altLang="en-US" b="1" dirty="0"/>
            <a:t>确定实体类型和联系类型的属性</a:t>
          </a:r>
        </a:p>
      </dgm:t>
    </dgm:pt>
    <dgm:pt modelId="{9A0E5F32-136A-F34F-94D1-99172B089963}" type="parTrans" cxnId="{BA0C6671-DE8E-D64F-94C5-ADC49CD6EAE9}">
      <dgm:prSet/>
      <dgm:spPr/>
      <dgm:t>
        <a:bodyPr/>
        <a:lstStyle/>
        <a:p>
          <a:endParaRPr lang="zh-CN" altLang="en-US"/>
        </a:p>
      </dgm:t>
    </dgm:pt>
    <dgm:pt modelId="{BABA4B82-3219-3549-BCD9-12A3ED707B42}" type="sibTrans" cxnId="{BA0C6671-DE8E-D64F-94C5-ADC49CD6EAE9}">
      <dgm:prSet/>
      <dgm:spPr/>
      <dgm:t>
        <a:bodyPr/>
        <a:lstStyle/>
        <a:p>
          <a:endParaRPr lang="zh-CN" altLang="en-US"/>
        </a:p>
      </dgm:t>
    </dgm:pt>
    <dgm:pt modelId="{8BB5A6A7-F517-8942-8569-44B85E492FC4}">
      <dgm:prSet/>
      <dgm:spPr/>
      <dgm:t>
        <a:bodyPr/>
        <a:lstStyle/>
        <a:p>
          <a:r>
            <a:rPr lang="zh-CN" altLang="en-US" b="1" dirty="0"/>
            <a:t>确定实体类型的键，在属于键的属性名下划一横线</a:t>
          </a:r>
        </a:p>
      </dgm:t>
    </dgm:pt>
    <dgm:pt modelId="{C51DB030-48A2-4E4D-9C86-B99704F6BBE1}" type="parTrans" cxnId="{AAAA8F40-6C96-9B4B-A7C7-52E922ECFA2E}">
      <dgm:prSet/>
      <dgm:spPr/>
      <dgm:t>
        <a:bodyPr/>
        <a:lstStyle/>
        <a:p>
          <a:endParaRPr lang="zh-CN" altLang="en-US"/>
        </a:p>
      </dgm:t>
    </dgm:pt>
    <dgm:pt modelId="{858E81E7-7C00-4047-8F1F-0897BAB89177}" type="sibTrans" cxnId="{AAAA8F40-6C96-9B4B-A7C7-52E922ECFA2E}">
      <dgm:prSet/>
      <dgm:spPr/>
      <dgm:t>
        <a:bodyPr/>
        <a:lstStyle/>
        <a:p>
          <a:endParaRPr lang="zh-CN" altLang="en-US"/>
        </a:p>
      </dgm:t>
    </dgm:pt>
    <dgm:pt modelId="{2C177D41-9E2F-CB48-B1DC-BBA7F0E04CA9}">
      <dgm:prSet phldrT="[文本]"/>
      <dgm:spPr/>
      <dgm:t>
        <a:bodyPr/>
        <a:lstStyle/>
        <a:p>
          <a:r>
            <a:rPr lang="zh-CN" altLang="en-US" b="1" dirty="0"/>
            <a:t>确定实体类型和联系类型</a:t>
          </a:r>
          <a:endParaRPr lang="zh-CN" altLang="en-US" dirty="0"/>
        </a:p>
      </dgm:t>
    </dgm:pt>
    <dgm:pt modelId="{27CB7FBE-08BC-5F42-8545-BF54CB3AE1EB}" type="sibTrans" cxnId="{0A6E2117-7349-CF44-A323-3C619037CD8E}">
      <dgm:prSet/>
      <dgm:spPr/>
      <dgm:t>
        <a:bodyPr/>
        <a:lstStyle/>
        <a:p>
          <a:endParaRPr lang="zh-CN" altLang="en-US"/>
        </a:p>
      </dgm:t>
    </dgm:pt>
    <dgm:pt modelId="{F82EC0CC-327F-F240-9096-392BE7F6C367}" type="parTrans" cxnId="{0A6E2117-7349-CF44-A323-3C619037CD8E}">
      <dgm:prSet/>
      <dgm:spPr/>
      <dgm:t>
        <a:bodyPr/>
        <a:lstStyle/>
        <a:p>
          <a:endParaRPr lang="zh-CN" altLang="en-US"/>
        </a:p>
      </dgm:t>
    </dgm:pt>
    <dgm:pt modelId="{4103940C-9338-0040-88E3-F861620BA5EF}" type="pres">
      <dgm:prSet presAssocID="{C72B94F6-8215-0E45-A20E-CDF7AE4F9949}" presName="outerComposite" presStyleCnt="0">
        <dgm:presLayoutVars>
          <dgm:chMax val="5"/>
          <dgm:dir/>
          <dgm:resizeHandles val="exact"/>
        </dgm:presLayoutVars>
      </dgm:prSet>
      <dgm:spPr/>
    </dgm:pt>
    <dgm:pt modelId="{20ACF84F-6AD4-8149-A40D-6D471BBE27A7}" type="pres">
      <dgm:prSet presAssocID="{C72B94F6-8215-0E45-A20E-CDF7AE4F9949}" presName="dummyMaxCanvas" presStyleCnt="0">
        <dgm:presLayoutVars/>
      </dgm:prSet>
      <dgm:spPr/>
    </dgm:pt>
    <dgm:pt modelId="{6CE9F644-B4F2-4045-87FC-E92D2CED4728}" type="pres">
      <dgm:prSet presAssocID="{C72B94F6-8215-0E45-A20E-CDF7AE4F9949}" presName="FourNodes_1" presStyleLbl="node1" presStyleIdx="0" presStyleCnt="4">
        <dgm:presLayoutVars>
          <dgm:bulletEnabled val="1"/>
        </dgm:presLayoutVars>
      </dgm:prSet>
      <dgm:spPr/>
    </dgm:pt>
    <dgm:pt modelId="{C656810A-48FE-964F-B39D-BBC9A79678FA}" type="pres">
      <dgm:prSet presAssocID="{C72B94F6-8215-0E45-A20E-CDF7AE4F9949}" presName="FourNodes_2" presStyleLbl="node1" presStyleIdx="1" presStyleCnt="4">
        <dgm:presLayoutVars>
          <dgm:bulletEnabled val="1"/>
        </dgm:presLayoutVars>
      </dgm:prSet>
      <dgm:spPr/>
    </dgm:pt>
    <dgm:pt modelId="{DB522E58-465B-2341-BFC5-F571BF456A43}" type="pres">
      <dgm:prSet presAssocID="{C72B94F6-8215-0E45-A20E-CDF7AE4F9949}" presName="FourNodes_3" presStyleLbl="node1" presStyleIdx="2" presStyleCnt="4">
        <dgm:presLayoutVars>
          <dgm:bulletEnabled val="1"/>
        </dgm:presLayoutVars>
      </dgm:prSet>
      <dgm:spPr/>
    </dgm:pt>
    <dgm:pt modelId="{537F01A3-70A5-FC46-B22D-7C325E61DB5C}" type="pres">
      <dgm:prSet presAssocID="{C72B94F6-8215-0E45-A20E-CDF7AE4F9949}" presName="FourNodes_4" presStyleLbl="node1" presStyleIdx="3" presStyleCnt="4">
        <dgm:presLayoutVars>
          <dgm:bulletEnabled val="1"/>
        </dgm:presLayoutVars>
      </dgm:prSet>
      <dgm:spPr/>
    </dgm:pt>
    <dgm:pt modelId="{2DA65F1E-CE41-6745-AE1B-FE22D0AB96E2}" type="pres">
      <dgm:prSet presAssocID="{C72B94F6-8215-0E45-A20E-CDF7AE4F9949}" presName="FourConn_1-2" presStyleLbl="fgAccFollowNode1" presStyleIdx="0" presStyleCnt="3">
        <dgm:presLayoutVars>
          <dgm:bulletEnabled val="1"/>
        </dgm:presLayoutVars>
      </dgm:prSet>
      <dgm:spPr/>
    </dgm:pt>
    <dgm:pt modelId="{0052791D-168E-E442-8C7E-D3A9ECD141DA}" type="pres">
      <dgm:prSet presAssocID="{C72B94F6-8215-0E45-A20E-CDF7AE4F9949}" presName="FourConn_2-3" presStyleLbl="fgAccFollowNode1" presStyleIdx="1" presStyleCnt="3">
        <dgm:presLayoutVars>
          <dgm:bulletEnabled val="1"/>
        </dgm:presLayoutVars>
      </dgm:prSet>
      <dgm:spPr/>
    </dgm:pt>
    <dgm:pt modelId="{CE029D3D-0022-B044-9474-AC50DBE81F78}" type="pres">
      <dgm:prSet presAssocID="{C72B94F6-8215-0E45-A20E-CDF7AE4F9949}" presName="FourConn_3-4" presStyleLbl="fgAccFollowNode1" presStyleIdx="2" presStyleCnt="3">
        <dgm:presLayoutVars>
          <dgm:bulletEnabled val="1"/>
        </dgm:presLayoutVars>
      </dgm:prSet>
      <dgm:spPr/>
    </dgm:pt>
    <dgm:pt modelId="{62A3D8F7-F0C7-3D49-8AB3-94FBEA927214}" type="pres">
      <dgm:prSet presAssocID="{C72B94F6-8215-0E45-A20E-CDF7AE4F9949}" presName="FourNodes_1_text" presStyleLbl="node1" presStyleIdx="3" presStyleCnt="4">
        <dgm:presLayoutVars>
          <dgm:bulletEnabled val="1"/>
        </dgm:presLayoutVars>
      </dgm:prSet>
      <dgm:spPr/>
    </dgm:pt>
    <dgm:pt modelId="{702B47C4-36DB-D949-B5C0-F80871A4CBA1}" type="pres">
      <dgm:prSet presAssocID="{C72B94F6-8215-0E45-A20E-CDF7AE4F9949}" presName="FourNodes_2_text" presStyleLbl="node1" presStyleIdx="3" presStyleCnt="4">
        <dgm:presLayoutVars>
          <dgm:bulletEnabled val="1"/>
        </dgm:presLayoutVars>
      </dgm:prSet>
      <dgm:spPr/>
    </dgm:pt>
    <dgm:pt modelId="{B5BC7C47-D6E9-F24F-B615-EF148E17D02F}" type="pres">
      <dgm:prSet presAssocID="{C72B94F6-8215-0E45-A20E-CDF7AE4F9949}" presName="FourNodes_3_text" presStyleLbl="node1" presStyleIdx="3" presStyleCnt="4">
        <dgm:presLayoutVars>
          <dgm:bulletEnabled val="1"/>
        </dgm:presLayoutVars>
      </dgm:prSet>
      <dgm:spPr/>
    </dgm:pt>
    <dgm:pt modelId="{6157F68B-5E58-5648-8725-ACD9B8083DC8}" type="pres">
      <dgm:prSet presAssocID="{C72B94F6-8215-0E45-A20E-CDF7AE4F9949}" presName="FourNodes_4_text" presStyleLbl="node1" presStyleIdx="3" presStyleCnt="4">
        <dgm:presLayoutVars>
          <dgm:bulletEnabled val="1"/>
        </dgm:presLayoutVars>
      </dgm:prSet>
      <dgm:spPr/>
    </dgm:pt>
  </dgm:ptLst>
  <dgm:cxnLst>
    <dgm:cxn modelId="{D4EA8F01-9446-7044-8377-3643B5991887}" type="presOf" srcId="{1B03FC4C-BED4-704C-94FF-557D653AE23B}" destId="{0052791D-168E-E442-8C7E-D3A9ECD141DA}" srcOrd="0" destOrd="0" presId="urn:microsoft.com/office/officeart/2005/8/layout/vProcess5"/>
    <dgm:cxn modelId="{F6093305-F51A-0C49-A2B2-3B62E0A697FB}" type="presOf" srcId="{D3244BCA-58E4-4542-9682-74701CCE7812}" destId="{702B47C4-36DB-D949-B5C0-F80871A4CBA1}" srcOrd="1" destOrd="0" presId="urn:microsoft.com/office/officeart/2005/8/layout/vProcess5"/>
    <dgm:cxn modelId="{37B50206-69C1-444F-8C5C-4551F799A035}" type="presOf" srcId="{27CB7FBE-08BC-5F42-8545-BF54CB3AE1EB}" destId="{2DA65F1E-CE41-6745-AE1B-FE22D0AB96E2}" srcOrd="0" destOrd="0" presId="urn:microsoft.com/office/officeart/2005/8/layout/vProcess5"/>
    <dgm:cxn modelId="{2D63C306-53B9-5D4F-B706-99F8700423D5}" type="presOf" srcId="{BABA4B82-3219-3549-BCD9-12A3ED707B42}" destId="{CE029D3D-0022-B044-9474-AC50DBE81F78}" srcOrd="0" destOrd="0" presId="urn:microsoft.com/office/officeart/2005/8/layout/vProcess5"/>
    <dgm:cxn modelId="{0A6E2117-7349-CF44-A323-3C619037CD8E}" srcId="{C72B94F6-8215-0E45-A20E-CDF7AE4F9949}" destId="{2C177D41-9E2F-CB48-B1DC-BBA7F0E04CA9}" srcOrd="0" destOrd="0" parTransId="{F82EC0CC-327F-F240-9096-392BE7F6C367}" sibTransId="{27CB7FBE-08BC-5F42-8545-BF54CB3AE1EB}"/>
    <dgm:cxn modelId="{F7CAE621-AA25-8E48-947A-4DD33C8E4F5D}" type="presOf" srcId="{8BB5A6A7-F517-8942-8569-44B85E492FC4}" destId="{537F01A3-70A5-FC46-B22D-7C325E61DB5C}" srcOrd="0" destOrd="0" presId="urn:microsoft.com/office/officeart/2005/8/layout/vProcess5"/>
    <dgm:cxn modelId="{4AFF0027-2FF7-994B-BB4A-1E1D8167D21F}" type="presOf" srcId="{C72B94F6-8215-0E45-A20E-CDF7AE4F9949}" destId="{4103940C-9338-0040-88E3-F861620BA5EF}" srcOrd="0" destOrd="0" presId="urn:microsoft.com/office/officeart/2005/8/layout/vProcess5"/>
    <dgm:cxn modelId="{5BF86934-6516-BF46-B27C-69C0C6FD58E2}" type="presOf" srcId="{2C177D41-9E2F-CB48-B1DC-BBA7F0E04CA9}" destId="{62A3D8F7-F0C7-3D49-8AB3-94FBEA927214}" srcOrd="1" destOrd="0" presId="urn:microsoft.com/office/officeart/2005/8/layout/vProcess5"/>
    <dgm:cxn modelId="{AAAA8F40-6C96-9B4B-A7C7-52E922ECFA2E}" srcId="{C72B94F6-8215-0E45-A20E-CDF7AE4F9949}" destId="{8BB5A6A7-F517-8942-8569-44B85E492FC4}" srcOrd="3" destOrd="0" parTransId="{C51DB030-48A2-4E4D-9C86-B99704F6BBE1}" sibTransId="{858E81E7-7C00-4047-8F1F-0897BAB89177}"/>
    <dgm:cxn modelId="{1B283141-9B78-2A42-A73D-9C281285878F}" type="presOf" srcId="{5955E47A-4075-214C-8AC1-1CA42B4E1835}" destId="{B5BC7C47-D6E9-F24F-B615-EF148E17D02F}" srcOrd="1" destOrd="0" presId="urn:microsoft.com/office/officeart/2005/8/layout/vProcess5"/>
    <dgm:cxn modelId="{BA0C6671-DE8E-D64F-94C5-ADC49CD6EAE9}" srcId="{C72B94F6-8215-0E45-A20E-CDF7AE4F9949}" destId="{5955E47A-4075-214C-8AC1-1CA42B4E1835}" srcOrd="2" destOrd="0" parTransId="{9A0E5F32-136A-F34F-94D1-99172B089963}" sibTransId="{BABA4B82-3219-3549-BCD9-12A3ED707B42}"/>
    <dgm:cxn modelId="{1A790CC6-8B21-2A4D-97EB-190FE55E58B3}" type="presOf" srcId="{8BB5A6A7-F517-8942-8569-44B85E492FC4}" destId="{6157F68B-5E58-5648-8725-ACD9B8083DC8}" srcOrd="1" destOrd="0" presId="urn:microsoft.com/office/officeart/2005/8/layout/vProcess5"/>
    <dgm:cxn modelId="{4DAC58CC-2AC1-D746-A006-D043189520ED}" type="presOf" srcId="{D3244BCA-58E4-4542-9682-74701CCE7812}" destId="{C656810A-48FE-964F-B39D-BBC9A79678FA}" srcOrd="0" destOrd="0" presId="urn:microsoft.com/office/officeart/2005/8/layout/vProcess5"/>
    <dgm:cxn modelId="{F7088ED0-82D2-064D-8920-AE3FF92585B6}" type="presOf" srcId="{5955E47A-4075-214C-8AC1-1CA42B4E1835}" destId="{DB522E58-465B-2341-BFC5-F571BF456A43}" srcOrd="0" destOrd="0" presId="urn:microsoft.com/office/officeart/2005/8/layout/vProcess5"/>
    <dgm:cxn modelId="{92E58BF3-E30E-2B48-BF96-2E10AD432860}" srcId="{C72B94F6-8215-0E45-A20E-CDF7AE4F9949}" destId="{D3244BCA-58E4-4542-9682-74701CCE7812}" srcOrd="1" destOrd="0" parTransId="{C2F0D826-4B5F-7848-95BC-E5771D85D298}" sibTransId="{1B03FC4C-BED4-704C-94FF-557D653AE23B}"/>
    <dgm:cxn modelId="{477AC6F7-37C6-9141-A2AC-375B02FBE29C}" type="presOf" srcId="{2C177D41-9E2F-CB48-B1DC-BBA7F0E04CA9}" destId="{6CE9F644-B4F2-4045-87FC-E92D2CED4728}" srcOrd="0" destOrd="0" presId="urn:microsoft.com/office/officeart/2005/8/layout/vProcess5"/>
    <dgm:cxn modelId="{628B264B-4B31-2243-9800-BE081616F16C}" type="presParOf" srcId="{4103940C-9338-0040-88E3-F861620BA5EF}" destId="{20ACF84F-6AD4-8149-A40D-6D471BBE27A7}" srcOrd="0" destOrd="0" presId="urn:microsoft.com/office/officeart/2005/8/layout/vProcess5"/>
    <dgm:cxn modelId="{BE644897-3FFE-CF40-A1EF-D2DE26C5C655}" type="presParOf" srcId="{4103940C-9338-0040-88E3-F861620BA5EF}" destId="{6CE9F644-B4F2-4045-87FC-E92D2CED4728}" srcOrd="1" destOrd="0" presId="urn:microsoft.com/office/officeart/2005/8/layout/vProcess5"/>
    <dgm:cxn modelId="{194495CB-555F-9C4F-8D2C-4528C67830E9}" type="presParOf" srcId="{4103940C-9338-0040-88E3-F861620BA5EF}" destId="{C656810A-48FE-964F-B39D-BBC9A79678FA}" srcOrd="2" destOrd="0" presId="urn:microsoft.com/office/officeart/2005/8/layout/vProcess5"/>
    <dgm:cxn modelId="{511C3921-6CE8-094F-92DB-AB796C1C5056}" type="presParOf" srcId="{4103940C-9338-0040-88E3-F861620BA5EF}" destId="{DB522E58-465B-2341-BFC5-F571BF456A43}" srcOrd="3" destOrd="0" presId="urn:microsoft.com/office/officeart/2005/8/layout/vProcess5"/>
    <dgm:cxn modelId="{20AE9A8C-CEE4-3F41-B1FD-36A51FEDD86B}" type="presParOf" srcId="{4103940C-9338-0040-88E3-F861620BA5EF}" destId="{537F01A3-70A5-FC46-B22D-7C325E61DB5C}" srcOrd="4" destOrd="0" presId="urn:microsoft.com/office/officeart/2005/8/layout/vProcess5"/>
    <dgm:cxn modelId="{E2A91E17-AD5C-0840-83DF-082884047E11}" type="presParOf" srcId="{4103940C-9338-0040-88E3-F861620BA5EF}" destId="{2DA65F1E-CE41-6745-AE1B-FE22D0AB96E2}" srcOrd="5" destOrd="0" presId="urn:microsoft.com/office/officeart/2005/8/layout/vProcess5"/>
    <dgm:cxn modelId="{7ABA20A5-40BC-894B-9AAF-71EC00F579BA}" type="presParOf" srcId="{4103940C-9338-0040-88E3-F861620BA5EF}" destId="{0052791D-168E-E442-8C7E-D3A9ECD141DA}" srcOrd="6" destOrd="0" presId="urn:microsoft.com/office/officeart/2005/8/layout/vProcess5"/>
    <dgm:cxn modelId="{701EC831-A480-D447-9787-104D067C9C7B}" type="presParOf" srcId="{4103940C-9338-0040-88E3-F861620BA5EF}" destId="{CE029D3D-0022-B044-9474-AC50DBE81F78}" srcOrd="7" destOrd="0" presId="urn:microsoft.com/office/officeart/2005/8/layout/vProcess5"/>
    <dgm:cxn modelId="{E306FC31-0BC0-7741-9A92-B733AE1AC379}" type="presParOf" srcId="{4103940C-9338-0040-88E3-F861620BA5EF}" destId="{62A3D8F7-F0C7-3D49-8AB3-94FBEA927214}" srcOrd="8" destOrd="0" presId="urn:microsoft.com/office/officeart/2005/8/layout/vProcess5"/>
    <dgm:cxn modelId="{9683A7B6-5E99-434C-A5B9-E314BCE75E4F}" type="presParOf" srcId="{4103940C-9338-0040-88E3-F861620BA5EF}" destId="{702B47C4-36DB-D949-B5C0-F80871A4CBA1}" srcOrd="9" destOrd="0" presId="urn:microsoft.com/office/officeart/2005/8/layout/vProcess5"/>
    <dgm:cxn modelId="{A26E3FBC-2261-3644-8786-6AF160DE6469}" type="presParOf" srcId="{4103940C-9338-0040-88E3-F861620BA5EF}" destId="{B5BC7C47-D6E9-F24F-B615-EF148E17D02F}" srcOrd="10" destOrd="0" presId="urn:microsoft.com/office/officeart/2005/8/layout/vProcess5"/>
    <dgm:cxn modelId="{4A40F7E9-043B-C040-A91B-CF7C691C9C4E}" type="presParOf" srcId="{4103940C-9338-0040-88E3-F861620BA5EF}" destId="{6157F68B-5E58-5648-8725-ACD9B8083DC8}"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83F4A97-E249-3849-BDB3-7E16146DF55C}" type="doc">
      <dgm:prSet loTypeId="urn:microsoft.com/office/officeart/2005/8/layout/process2" loCatId="" qsTypeId="urn:microsoft.com/office/officeart/2005/8/quickstyle/simple1" qsCatId="simple" csTypeId="urn:microsoft.com/office/officeart/2005/8/colors/accent0_3" csCatId="mainScheme" phldr="1"/>
      <dgm:spPr/>
    </dgm:pt>
    <dgm:pt modelId="{2FBC0B87-500A-0A4A-9DA6-7B466FD97F13}">
      <dgm:prSet phldrT="[文本]"/>
      <dgm:spPr/>
      <dgm:t>
        <a:bodyPr/>
        <a:lstStyle/>
        <a:p>
          <a:r>
            <a:rPr lang="zh-CN" altLang="en-US" b="1" dirty="0"/>
            <a:t>确定实体类型和联系类型</a:t>
          </a:r>
          <a:endParaRPr lang="zh-CN" altLang="en-US" dirty="0"/>
        </a:p>
      </dgm:t>
    </dgm:pt>
    <dgm:pt modelId="{E3242CF6-5800-BF43-8BC2-E091A14C7BD2}" type="parTrans" cxnId="{926B7E9D-1DBD-B744-A60D-7B0AFDC76B6F}">
      <dgm:prSet/>
      <dgm:spPr/>
      <dgm:t>
        <a:bodyPr/>
        <a:lstStyle/>
        <a:p>
          <a:endParaRPr lang="zh-CN" altLang="en-US"/>
        </a:p>
      </dgm:t>
    </dgm:pt>
    <dgm:pt modelId="{116CFA46-8BFD-A742-92A2-9CA909A1CBB7}" type="sibTrans" cxnId="{926B7E9D-1DBD-B744-A60D-7B0AFDC76B6F}">
      <dgm:prSet/>
      <dgm:spPr/>
      <dgm:t>
        <a:bodyPr/>
        <a:lstStyle/>
        <a:p>
          <a:endParaRPr lang="zh-CN" altLang="en-US"/>
        </a:p>
      </dgm:t>
    </dgm:pt>
    <dgm:pt modelId="{BF57108D-0D12-364B-BE39-FBBB7066BAE1}">
      <dgm:prSet/>
      <dgm:spPr>
        <a:solidFill>
          <a:schemeClr val="bg1">
            <a:lumMod val="20000"/>
            <a:lumOff val="80000"/>
          </a:schemeClr>
        </a:solidFill>
      </dgm:spPr>
      <dgm:t>
        <a:bodyPr/>
        <a:lstStyle/>
        <a:p>
          <a:r>
            <a:rPr lang="zh-CN" altLang="en-US" b="1" dirty="0"/>
            <a:t>把实体类型和联系类型组合成</a:t>
          </a:r>
          <a:r>
            <a:rPr lang="en-US" altLang="zh-CN" b="1" dirty="0"/>
            <a:t>ER</a:t>
          </a:r>
          <a:r>
            <a:rPr lang="zh-CN" altLang="en-US" b="1" dirty="0"/>
            <a:t>图</a:t>
          </a:r>
          <a:endParaRPr lang="en-US" altLang="zh-CN" b="1" dirty="0"/>
        </a:p>
      </dgm:t>
    </dgm:pt>
    <dgm:pt modelId="{1B1414E8-9D11-3148-8DA3-FD5037450F91}" type="parTrans" cxnId="{F66928C1-4716-B64E-B88F-AE8552275183}">
      <dgm:prSet/>
      <dgm:spPr/>
      <dgm:t>
        <a:bodyPr/>
        <a:lstStyle/>
        <a:p>
          <a:endParaRPr lang="zh-CN" altLang="en-US"/>
        </a:p>
      </dgm:t>
    </dgm:pt>
    <dgm:pt modelId="{65D50EA6-0E9A-ED40-9CBA-47CAF9D29668}" type="sibTrans" cxnId="{F66928C1-4716-B64E-B88F-AE8552275183}">
      <dgm:prSet/>
      <dgm:spPr/>
      <dgm:t>
        <a:bodyPr/>
        <a:lstStyle/>
        <a:p>
          <a:endParaRPr lang="zh-CN" altLang="en-US"/>
        </a:p>
      </dgm:t>
    </dgm:pt>
    <dgm:pt modelId="{D96FCCBE-8B85-3948-85AA-CC60F7DC9169}">
      <dgm:prSet/>
      <dgm:spPr>
        <a:solidFill>
          <a:schemeClr val="bg1">
            <a:lumMod val="20000"/>
            <a:lumOff val="80000"/>
          </a:schemeClr>
        </a:solidFill>
      </dgm:spPr>
      <dgm:t>
        <a:bodyPr/>
        <a:lstStyle/>
        <a:p>
          <a:r>
            <a:rPr lang="zh-CN" altLang="en-US" b="1" dirty="0"/>
            <a:t>确定实体类型和联系类型的属性</a:t>
          </a:r>
        </a:p>
      </dgm:t>
    </dgm:pt>
    <dgm:pt modelId="{5E0FD44F-6A98-514D-B226-91971EA426F6}" type="parTrans" cxnId="{D2AD963D-2011-8D4B-83CE-8EA1F28FB2CE}">
      <dgm:prSet/>
      <dgm:spPr/>
      <dgm:t>
        <a:bodyPr/>
        <a:lstStyle/>
        <a:p>
          <a:endParaRPr lang="zh-CN" altLang="en-US"/>
        </a:p>
      </dgm:t>
    </dgm:pt>
    <dgm:pt modelId="{59242CDB-D889-3D45-9287-F420F0592074}" type="sibTrans" cxnId="{D2AD963D-2011-8D4B-83CE-8EA1F28FB2CE}">
      <dgm:prSet/>
      <dgm:spPr/>
      <dgm:t>
        <a:bodyPr/>
        <a:lstStyle/>
        <a:p>
          <a:endParaRPr lang="zh-CN" altLang="en-US"/>
        </a:p>
      </dgm:t>
    </dgm:pt>
    <dgm:pt modelId="{621F58E5-4167-4D49-8EB6-5AFAA5A17F8A}">
      <dgm:prSet/>
      <dgm:spPr>
        <a:solidFill>
          <a:schemeClr val="bg1">
            <a:lumMod val="20000"/>
            <a:lumOff val="80000"/>
          </a:schemeClr>
        </a:solidFill>
      </dgm:spPr>
      <dgm:t>
        <a:bodyPr/>
        <a:lstStyle/>
        <a:p>
          <a:r>
            <a:rPr lang="zh-CN" altLang="en-US" b="1" dirty="0"/>
            <a:t>确定实体类型的键，在属于键的属性名下划一横线</a:t>
          </a:r>
        </a:p>
      </dgm:t>
    </dgm:pt>
    <dgm:pt modelId="{10CB2E44-6649-C749-BA94-4B5F8469C3FC}" type="parTrans" cxnId="{06961E51-8CDF-1541-A6B6-EEA19E64A96D}">
      <dgm:prSet/>
      <dgm:spPr/>
      <dgm:t>
        <a:bodyPr/>
        <a:lstStyle/>
        <a:p>
          <a:endParaRPr lang="zh-CN" altLang="en-US"/>
        </a:p>
      </dgm:t>
    </dgm:pt>
    <dgm:pt modelId="{0F88C302-8D87-2D47-ACE9-0DF97BA674C5}" type="sibTrans" cxnId="{06961E51-8CDF-1541-A6B6-EEA19E64A96D}">
      <dgm:prSet/>
      <dgm:spPr/>
      <dgm:t>
        <a:bodyPr/>
        <a:lstStyle/>
        <a:p>
          <a:endParaRPr lang="zh-CN" altLang="en-US"/>
        </a:p>
      </dgm:t>
    </dgm:pt>
    <dgm:pt modelId="{2223EFC0-F146-D540-B878-A7A92661252F}" type="pres">
      <dgm:prSet presAssocID="{183F4A97-E249-3849-BDB3-7E16146DF55C}" presName="linearFlow" presStyleCnt="0">
        <dgm:presLayoutVars>
          <dgm:resizeHandles val="exact"/>
        </dgm:presLayoutVars>
      </dgm:prSet>
      <dgm:spPr/>
    </dgm:pt>
    <dgm:pt modelId="{310E946A-FCAB-C54A-B4F4-B3F20603B544}" type="pres">
      <dgm:prSet presAssocID="{2FBC0B87-500A-0A4A-9DA6-7B466FD97F13}" presName="node" presStyleLbl="node1" presStyleIdx="0" presStyleCnt="4" custLinFactNeighborX="2276" custLinFactNeighborY="-538">
        <dgm:presLayoutVars>
          <dgm:bulletEnabled val="1"/>
        </dgm:presLayoutVars>
      </dgm:prSet>
      <dgm:spPr/>
    </dgm:pt>
    <dgm:pt modelId="{D42D492F-9C1F-9F4B-8FCE-8DA90A930934}" type="pres">
      <dgm:prSet presAssocID="{116CFA46-8BFD-A742-92A2-9CA909A1CBB7}" presName="sibTrans" presStyleLbl="sibTrans2D1" presStyleIdx="0" presStyleCnt="3"/>
      <dgm:spPr/>
    </dgm:pt>
    <dgm:pt modelId="{E41738ED-08A7-6348-B01A-4875A5FF7572}" type="pres">
      <dgm:prSet presAssocID="{116CFA46-8BFD-A742-92A2-9CA909A1CBB7}" presName="connectorText" presStyleLbl="sibTrans2D1" presStyleIdx="0" presStyleCnt="3"/>
      <dgm:spPr/>
    </dgm:pt>
    <dgm:pt modelId="{5DF6E152-6078-AF4C-9589-7D8A93C56DF3}" type="pres">
      <dgm:prSet presAssocID="{BF57108D-0D12-364B-BE39-FBBB7066BAE1}" presName="node" presStyleLbl="node1" presStyleIdx="1" presStyleCnt="4">
        <dgm:presLayoutVars>
          <dgm:bulletEnabled val="1"/>
        </dgm:presLayoutVars>
      </dgm:prSet>
      <dgm:spPr/>
    </dgm:pt>
    <dgm:pt modelId="{D9803B81-0DBF-5C43-BF57-117A90E6E7C6}" type="pres">
      <dgm:prSet presAssocID="{65D50EA6-0E9A-ED40-9CBA-47CAF9D29668}" presName="sibTrans" presStyleLbl="sibTrans2D1" presStyleIdx="1" presStyleCnt="3"/>
      <dgm:spPr/>
    </dgm:pt>
    <dgm:pt modelId="{D9FBD183-68A7-D040-8AE1-9276572A2FB5}" type="pres">
      <dgm:prSet presAssocID="{65D50EA6-0E9A-ED40-9CBA-47CAF9D29668}" presName="connectorText" presStyleLbl="sibTrans2D1" presStyleIdx="1" presStyleCnt="3"/>
      <dgm:spPr/>
    </dgm:pt>
    <dgm:pt modelId="{99848207-D6D3-5947-8D22-A1916A1339AE}" type="pres">
      <dgm:prSet presAssocID="{D96FCCBE-8B85-3948-85AA-CC60F7DC9169}" presName="node" presStyleLbl="node1" presStyleIdx="2" presStyleCnt="4">
        <dgm:presLayoutVars>
          <dgm:bulletEnabled val="1"/>
        </dgm:presLayoutVars>
      </dgm:prSet>
      <dgm:spPr/>
    </dgm:pt>
    <dgm:pt modelId="{D739AE8E-FE10-F146-BB51-BFE12722EA2C}" type="pres">
      <dgm:prSet presAssocID="{59242CDB-D889-3D45-9287-F420F0592074}" presName="sibTrans" presStyleLbl="sibTrans2D1" presStyleIdx="2" presStyleCnt="3"/>
      <dgm:spPr/>
    </dgm:pt>
    <dgm:pt modelId="{215793E5-2C06-8449-81E6-FEA817566185}" type="pres">
      <dgm:prSet presAssocID="{59242CDB-D889-3D45-9287-F420F0592074}" presName="connectorText" presStyleLbl="sibTrans2D1" presStyleIdx="2" presStyleCnt="3"/>
      <dgm:spPr/>
    </dgm:pt>
    <dgm:pt modelId="{289CE08E-7CD1-174D-BC4B-2976BB8D0AFA}" type="pres">
      <dgm:prSet presAssocID="{621F58E5-4167-4D49-8EB6-5AFAA5A17F8A}" presName="node" presStyleLbl="node1" presStyleIdx="3" presStyleCnt="4">
        <dgm:presLayoutVars>
          <dgm:bulletEnabled val="1"/>
        </dgm:presLayoutVars>
      </dgm:prSet>
      <dgm:spPr/>
    </dgm:pt>
  </dgm:ptLst>
  <dgm:cxnLst>
    <dgm:cxn modelId="{DB5B5C00-4946-1448-9D3F-D25560C566EA}" type="presOf" srcId="{D96FCCBE-8B85-3948-85AA-CC60F7DC9169}" destId="{99848207-D6D3-5947-8D22-A1916A1339AE}" srcOrd="0" destOrd="0" presId="urn:microsoft.com/office/officeart/2005/8/layout/process2"/>
    <dgm:cxn modelId="{1AB3661C-242D-0746-8A4A-66DE6BD691AB}" type="presOf" srcId="{116CFA46-8BFD-A742-92A2-9CA909A1CBB7}" destId="{E41738ED-08A7-6348-B01A-4875A5FF7572}" srcOrd="1" destOrd="0" presId="urn:microsoft.com/office/officeart/2005/8/layout/process2"/>
    <dgm:cxn modelId="{D2AD963D-2011-8D4B-83CE-8EA1F28FB2CE}" srcId="{183F4A97-E249-3849-BDB3-7E16146DF55C}" destId="{D96FCCBE-8B85-3948-85AA-CC60F7DC9169}" srcOrd="2" destOrd="0" parTransId="{5E0FD44F-6A98-514D-B226-91971EA426F6}" sibTransId="{59242CDB-D889-3D45-9287-F420F0592074}"/>
    <dgm:cxn modelId="{06961E51-8CDF-1541-A6B6-EEA19E64A96D}" srcId="{183F4A97-E249-3849-BDB3-7E16146DF55C}" destId="{621F58E5-4167-4D49-8EB6-5AFAA5A17F8A}" srcOrd="3" destOrd="0" parTransId="{10CB2E44-6649-C749-BA94-4B5F8469C3FC}" sibTransId="{0F88C302-8D87-2D47-ACE9-0DF97BA674C5}"/>
    <dgm:cxn modelId="{A632C651-DDCF-DC48-9938-186CC9D2346C}" type="presOf" srcId="{BF57108D-0D12-364B-BE39-FBBB7066BAE1}" destId="{5DF6E152-6078-AF4C-9589-7D8A93C56DF3}" srcOrd="0" destOrd="0" presId="urn:microsoft.com/office/officeart/2005/8/layout/process2"/>
    <dgm:cxn modelId="{4538ED58-1538-DB4E-829B-3E097845FE92}" type="presOf" srcId="{2FBC0B87-500A-0A4A-9DA6-7B466FD97F13}" destId="{310E946A-FCAB-C54A-B4F4-B3F20603B544}" srcOrd="0" destOrd="0" presId="urn:microsoft.com/office/officeart/2005/8/layout/process2"/>
    <dgm:cxn modelId="{BF2A2A5E-5B9E-DF40-8D90-3434884DF1B0}" type="presOf" srcId="{65D50EA6-0E9A-ED40-9CBA-47CAF9D29668}" destId="{D9FBD183-68A7-D040-8AE1-9276572A2FB5}" srcOrd="1" destOrd="0" presId="urn:microsoft.com/office/officeart/2005/8/layout/process2"/>
    <dgm:cxn modelId="{0084D472-F690-834D-90E0-50AAF49E06E7}" type="presOf" srcId="{621F58E5-4167-4D49-8EB6-5AFAA5A17F8A}" destId="{289CE08E-7CD1-174D-BC4B-2976BB8D0AFA}" srcOrd="0" destOrd="0" presId="urn:microsoft.com/office/officeart/2005/8/layout/process2"/>
    <dgm:cxn modelId="{923C1C84-6C12-484F-B9FF-61825F577ECA}" type="presOf" srcId="{183F4A97-E249-3849-BDB3-7E16146DF55C}" destId="{2223EFC0-F146-D540-B878-A7A92661252F}" srcOrd="0" destOrd="0" presId="urn:microsoft.com/office/officeart/2005/8/layout/process2"/>
    <dgm:cxn modelId="{71709391-1101-C54D-9006-C6083AA8A9A0}" type="presOf" srcId="{116CFA46-8BFD-A742-92A2-9CA909A1CBB7}" destId="{D42D492F-9C1F-9F4B-8FCE-8DA90A930934}" srcOrd="0" destOrd="0" presId="urn:microsoft.com/office/officeart/2005/8/layout/process2"/>
    <dgm:cxn modelId="{926B7E9D-1DBD-B744-A60D-7B0AFDC76B6F}" srcId="{183F4A97-E249-3849-BDB3-7E16146DF55C}" destId="{2FBC0B87-500A-0A4A-9DA6-7B466FD97F13}" srcOrd="0" destOrd="0" parTransId="{E3242CF6-5800-BF43-8BC2-E091A14C7BD2}" sibTransId="{116CFA46-8BFD-A742-92A2-9CA909A1CBB7}"/>
    <dgm:cxn modelId="{6A9219A5-8872-3D49-8CF8-BD587E4E9B29}" type="presOf" srcId="{65D50EA6-0E9A-ED40-9CBA-47CAF9D29668}" destId="{D9803B81-0DBF-5C43-BF57-117A90E6E7C6}" srcOrd="0" destOrd="0" presId="urn:microsoft.com/office/officeart/2005/8/layout/process2"/>
    <dgm:cxn modelId="{40BEB6B6-A543-3E42-A99B-9730655987CF}" type="presOf" srcId="{59242CDB-D889-3D45-9287-F420F0592074}" destId="{D739AE8E-FE10-F146-BB51-BFE12722EA2C}" srcOrd="0" destOrd="0" presId="urn:microsoft.com/office/officeart/2005/8/layout/process2"/>
    <dgm:cxn modelId="{F66928C1-4716-B64E-B88F-AE8552275183}" srcId="{183F4A97-E249-3849-BDB3-7E16146DF55C}" destId="{BF57108D-0D12-364B-BE39-FBBB7066BAE1}" srcOrd="1" destOrd="0" parTransId="{1B1414E8-9D11-3148-8DA3-FD5037450F91}" sibTransId="{65D50EA6-0E9A-ED40-9CBA-47CAF9D29668}"/>
    <dgm:cxn modelId="{D3F665D2-BEBC-BA4E-92BB-64E83BAEF1CB}" type="presOf" srcId="{59242CDB-D889-3D45-9287-F420F0592074}" destId="{215793E5-2C06-8449-81E6-FEA817566185}" srcOrd="1" destOrd="0" presId="urn:microsoft.com/office/officeart/2005/8/layout/process2"/>
    <dgm:cxn modelId="{2D8864E1-4307-6E49-90F4-74D70129A43E}" type="presParOf" srcId="{2223EFC0-F146-D540-B878-A7A92661252F}" destId="{310E946A-FCAB-C54A-B4F4-B3F20603B544}" srcOrd="0" destOrd="0" presId="urn:microsoft.com/office/officeart/2005/8/layout/process2"/>
    <dgm:cxn modelId="{D8DDC0D7-57BB-FF40-8467-37B0F4962EB1}" type="presParOf" srcId="{2223EFC0-F146-D540-B878-A7A92661252F}" destId="{D42D492F-9C1F-9F4B-8FCE-8DA90A930934}" srcOrd="1" destOrd="0" presId="urn:microsoft.com/office/officeart/2005/8/layout/process2"/>
    <dgm:cxn modelId="{940A6CF9-7D7B-374C-B9C0-45ADF0466BCA}" type="presParOf" srcId="{D42D492F-9C1F-9F4B-8FCE-8DA90A930934}" destId="{E41738ED-08A7-6348-B01A-4875A5FF7572}" srcOrd="0" destOrd="0" presId="urn:microsoft.com/office/officeart/2005/8/layout/process2"/>
    <dgm:cxn modelId="{162DD902-DBD8-5E42-9DCD-760EABA6338D}" type="presParOf" srcId="{2223EFC0-F146-D540-B878-A7A92661252F}" destId="{5DF6E152-6078-AF4C-9589-7D8A93C56DF3}" srcOrd="2" destOrd="0" presId="urn:microsoft.com/office/officeart/2005/8/layout/process2"/>
    <dgm:cxn modelId="{85105FB6-1435-8D4C-A4AC-5CEA51856898}" type="presParOf" srcId="{2223EFC0-F146-D540-B878-A7A92661252F}" destId="{D9803B81-0DBF-5C43-BF57-117A90E6E7C6}" srcOrd="3" destOrd="0" presId="urn:microsoft.com/office/officeart/2005/8/layout/process2"/>
    <dgm:cxn modelId="{04AD719E-B4AB-3F45-BC3D-73347E591742}" type="presParOf" srcId="{D9803B81-0DBF-5C43-BF57-117A90E6E7C6}" destId="{D9FBD183-68A7-D040-8AE1-9276572A2FB5}" srcOrd="0" destOrd="0" presId="urn:microsoft.com/office/officeart/2005/8/layout/process2"/>
    <dgm:cxn modelId="{7551247F-D7F3-DA4E-BFAC-B65B4D7CB168}" type="presParOf" srcId="{2223EFC0-F146-D540-B878-A7A92661252F}" destId="{99848207-D6D3-5947-8D22-A1916A1339AE}" srcOrd="4" destOrd="0" presId="urn:microsoft.com/office/officeart/2005/8/layout/process2"/>
    <dgm:cxn modelId="{036F0835-FD83-2D4B-85D9-A4F0FFEBF9AF}" type="presParOf" srcId="{2223EFC0-F146-D540-B878-A7A92661252F}" destId="{D739AE8E-FE10-F146-BB51-BFE12722EA2C}" srcOrd="5" destOrd="0" presId="urn:microsoft.com/office/officeart/2005/8/layout/process2"/>
    <dgm:cxn modelId="{5AECB29F-1686-D649-A94D-868E954FFCC0}" type="presParOf" srcId="{D739AE8E-FE10-F146-BB51-BFE12722EA2C}" destId="{215793E5-2C06-8449-81E6-FEA817566185}" srcOrd="0" destOrd="0" presId="urn:microsoft.com/office/officeart/2005/8/layout/process2"/>
    <dgm:cxn modelId="{976AC155-1E67-9444-A2CF-F067CA425D39}" type="presParOf" srcId="{2223EFC0-F146-D540-B878-A7A92661252F}" destId="{289CE08E-7CD1-174D-BC4B-2976BB8D0AFA}" srcOrd="6"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83F4A97-E249-3849-BDB3-7E16146DF55C}" type="doc">
      <dgm:prSet loTypeId="urn:microsoft.com/office/officeart/2005/8/layout/process2" loCatId="" qsTypeId="urn:microsoft.com/office/officeart/2005/8/quickstyle/simple1" qsCatId="simple" csTypeId="urn:microsoft.com/office/officeart/2005/8/colors/accent0_3" csCatId="mainScheme" phldr="1"/>
      <dgm:spPr/>
    </dgm:pt>
    <dgm:pt modelId="{2FBC0B87-500A-0A4A-9DA6-7B466FD97F13}">
      <dgm:prSet phldrT="[文本]"/>
      <dgm:spPr>
        <a:solidFill>
          <a:schemeClr val="bg1">
            <a:lumMod val="20000"/>
            <a:lumOff val="80000"/>
          </a:schemeClr>
        </a:solidFill>
      </dgm:spPr>
      <dgm:t>
        <a:bodyPr/>
        <a:lstStyle/>
        <a:p>
          <a:r>
            <a:rPr lang="zh-CN" altLang="en-US" b="1" dirty="0"/>
            <a:t>确定实体类型和联系类型</a:t>
          </a:r>
          <a:endParaRPr lang="zh-CN" altLang="en-US" dirty="0"/>
        </a:p>
      </dgm:t>
    </dgm:pt>
    <dgm:pt modelId="{E3242CF6-5800-BF43-8BC2-E091A14C7BD2}" type="parTrans" cxnId="{926B7E9D-1DBD-B744-A60D-7B0AFDC76B6F}">
      <dgm:prSet/>
      <dgm:spPr/>
      <dgm:t>
        <a:bodyPr/>
        <a:lstStyle/>
        <a:p>
          <a:endParaRPr lang="zh-CN" altLang="en-US"/>
        </a:p>
      </dgm:t>
    </dgm:pt>
    <dgm:pt modelId="{116CFA46-8BFD-A742-92A2-9CA909A1CBB7}" type="sibTrans" cxnId="{926B7E9D-1DBD-B744-A60D-7B0AFDC76B6F}">
      <dgm:prSet/>
      <dgm:spPr/>
      <dgm:t>
        <a:bodyPr/>
        <a:lstStyle/>
        <a:p>
          <a:endParaRPr lang="zh-CN" altLang="en-US"/>
        </a:p>
      </dgm:t>
    </dgm:pt>
    <dgm:pt modelId="{BF57108D-0D12-364B-BE39-FBBB7066BAE1}">
      <dgm:prSet/>
      <dgm:spPr>
        <a:solidFill>
          <a:schemeClr val="bg1"/>
        </a:solidFill>
      </dgm:spPr>
      <dgm:t>
        <a:bodyPr/>
        <a:lstStyle/>
        <a:p>
          <a:r>
            <a:rPr lang="zh-CN" altLang="en-US" b="1" dirty="0"/>
            <a:t>把实体类型和联系类型组合成</a:t>
          </a:r>
          <a:r>
            <a:rPr lang="en-US" altLang="zh-CN" b="1" dirty="0"/>
            <a:t>ER</a:t>
          </a:r>
          <a:r>
            <a:rPr lang="zh-CN" altLang="en-US" b="1" dirty="0"/>
            <a:t>图</a:t>
          </a:r>
          <a:endParaRPr lang="en-US" altLang="zh-CN" b="1" dirty="0"/>
        </a:p>
      </dgm:t>
    </dgm:pt>
    <dgm:pt modelId="{1B1414E8-9D11-3148-8DA3-FD5037450F91}" type="parTrans" cxnId="{F66928C1-4716-B64E-B88F-AE8552275183}">
      <dgm:prSet/>
      <dgm:spPr/>
      <dgm:t>
        <a:bodyPr/>
        <a:lstStyle/>
        <a:p>
          <a:endParaRPr lang="zh-CN" altLang="en-US"/>
        </a:p>
      </dgm:t>
    </dgm:pt>
    <dgm:pt modelId="{65D50EA6-0E9A-ED40-9CBA-47CAF9D29668}" type="sibTrans" cxnId="{F66928C1-4716-B64E-B88F-AE8552275183}">
      <dgm:prSet/>
      <dgm:spPr/>
      <dgm:t>
        <a:bodyPr/>
        <a:lstStyle/>
        <a:p>
          <a:endParaRPr lang="zh-CN" altLang="en-US"/>
        </a:p>
      </dgm:t>
    </dgm:pt>
    <dgm:pt modelId="{D96FCCBE-8B85-3948-85AA-CC60F7DC9169}">
      <dgm:prSet/>
      <dgm:spPr>
        <a:solidFill>
          <a:schemeClr val="bg1">
            <a:lumMod val="20000"/>
            <a:lumOff val="80000"/>
          </a:schemeClr>
        </a:solidFill>
      </dgm:spPr>
      <dgm:t>
        <a:bodyPr/>
        <a:lstStyle/>
        <a:p>
          <a:r>
            <a:rPr lang="zh-CN" altLang="en-US" b="1" dirty="0"/>
            <a:t>确定实体类型和联系类型的属性</a:t>
          </a:r>
        </a:p>
      </dgm:t>
    </dgm:pt>
    <dgm:pt modelId="{5E0FD44F-6A98-514D-B226-91971EA426F6}" type="parTrans" cxnId="{D2AD963D-2011-8D4B-83CE-8EA1F28FB2CE}">
      <dgm:prSet/>
      <dgm:spPr/>
      <dgm:t>
        <a:bodyPr/>
        <a:lstStyle/>
        <a:p>
          <a:endParaRPr lang="zh-CN" altLang="en-US"/>
        </a:p>
      </dgm:t>
    </dgm:pt>
    <dgm:pt modelId="{59242CDB-D889-3D45-9287-F420F0592074}" type="sibTrans" cxnId="{D2AD963D-2011-8D4B-83CE-8EA1F28FB2CE}">
      <dgm:prSet/>
      <dgm:spPr/>
      <dgm:t>
        <a:bodyPr/>
        <a:lstStyle/>
        <a:p>
          <a:endParaRPr lang="zh-CN" altLang="en-US"/>
        </a:p>
      </dgm:t>
    </dgm:pt>
    <dgm:pt modelId="{621F58E5-4167-4D49-8EB6-5AFAA5A17F8A}">
      <dgm:prSet/>
      <dgm:spPr>
        <a:solidFill>
          <a:schemeClr val="bg1">
            <a:lumMod val="20000"/>
            <a:lumOff val="80000"/>
          </a:schemeClr>
        </a:solidFill>
      </dgm:spPr>
      <dgm:t>
        <a:bodyPr/>
        <a:lstStyle/>
        <a:p>
          <a:r>
            <a:rPr lang="zh-CN" altLang="en-US" b="1" dirty="0"/>
            <a:t>确定实体类型的键，在属于键的属性名下划一横线</a:t>
          </a:r>
        </a:p>
      </dgm:t>
    </dgm:pt>
    <dgm:pt modelId="{10CB2E44-6649-C749-BA94-4B5F8469C3FC}" type="parTrans" cxnId="{06961E51-8CDF-1541-A6B6-EEA19E64A96D}">
      <dgm:prSet/>
      <dgm:spPr/>
      <dgm:t>
        <a:bodyPr/>
        <a:lstStyle/>
        <a:p>
          <a:endParaRPr lang="zh-CN" altLang="en-US"/>
        </a:p>
      </dgm:t>
    </dgm:pt>
    <dgm:pt modelId="{0F88C302-8D87-2D47-ACE9-0DF97BA674C5}" type="sibTrans" cxnId="{06961E51-8CDF-1541-A6B6-EEA19E64A96D}">
      <dgm:prSet/>
      <dgm:spPr/>
      <dgm:t>
        <a:bodyPr/>
        <a:lstStyle/>
        <a:p>
          <a:endParaRPr lang="zh-CN" altLang="en-US"/>
        </a:p>
      </dgm:t>
    </dgm:pt>
    <dgm:pt modelId="{2223EFC0-F146-D540-B878-A7A92661252F}" type="pres">
      <dgm:prSet presAssocID="{183F4A97-E249-3849-BDB3-7E16146DF55C}" presName="linearFlow" presStyleCnt="0">
        <dgm:presLayoutVars>
          <dgm:resizeHandles val="exact"/>
        </dgm:presLayoutVars>
      </dgm:prSet>
      <dgm:spPr/>
    </dgm:pt>
    <dgm:pt modelId="{310E946A-FCAB-C54A-B4F4-B3F20603B544}" type="pres">
      <dgm:prSet presAssocID="{2FBC0B87-500A-0A4A-9DA6-7B466FD97F13}" presName="node" presStyleLbl="node1" presStyleIdx="0" presStyleCnt="4" custLinFactNeighborX="2276" custLinFactNeighborY="-538">
        <dgm:presLayoutVars>
          <dgm:bulletEnabled val="1"/>
        </dgm:presLayoutVars>
      </dgm:prSet>
      <dgm:spPr/>
    </dgm:pt>
    <dgm:pt modelId="{D42D492F-9C1F-9F4B-8FCE-8DA90A930934}" type="pres">
      <dgm:prSet presAssocID="{116CFA46-8BFD-A742-92A2-9CA909A1CBB7}" presName="sibTrans" presStyleLbl="sibTrans2D1" presStyleIdx="0" presStyleCnt="3"/>
      <dgm:spPr/>
    </dgm:pt>
    <dgm:pt modelId="{E41738ED-08A7-6348-B01A-4875A5FF7572}" type="pres">
      <dgm:prSet presAssocID="{116CFA46-8BFD-A742-92A2-9CA909A1CBB7}" presName="connectorText" presStyleLbl="sibTrans2D1" presStyleIdx="0" presStyleCnt="3"/>
      <dgm:spPr/>
    </dgm:pt>
    <dgm:pt modelId="{5DF6E152-6078-AF4C-9589-7D8A93C56DF3}" type="pres">
      <dgm:prSet presAssocID="{BF57108D-0D12-364B-BE39-FBBB7066BAE1}" presName="node" presStyleLbl="node1" presStyleIdx="1" presStyleCnt="4">
        <dgm:presLayoutVars>
          <dgm:bulletEnabled val="1"/>
        </dgm:presLayoutVars>
      </dgm:prSet>
      <dgm:spPr/>
    </dgm:pt>
    <dgm:pt modelId="{D9803B81-0DBF-5C43-BF57-117A90E6E7C6}" type="pres">
      <dgm:prSet presAssocID="{65D50EA6-0E9A-ED40-9CBA-47CAF9D29668}" presName="sibTrans" presStyleLbl="sibTrans2D1" presStyleIdx="1" presStyleCnt="3"/>
      <dgm:spPr/>
    </dgm:pt>
    <dgm:pt modelId="{D9FBD183-68A7-D040-8AE1-9276572A2FB5}" type="pres">
      <dgm:prSet presAssocID="{65D50EA6-0E9A-ED40-9CBA-47CAF9D29668}" presName="connectorText" presStyleLbl="sibTrans2D1" presStyleIdx="1" presStyleCnt="3"/>
      <dgm:spPr/>
    </dgm:pt>
    <dgm:pt modelId="{99848207-D6D3-5947-8D22-A1916A1339AE}" type="pres">
      <dgm:prSet presAssocID="{D96FCCBE-8B85-3948-85AA-CC60F7DC9169}" presName="node" presStyleLbl="node1" presStyleIdx="2" presStyleCnt="4">
        <dgm:presLayoutVars>
          <dgm:bulletEnabled val="1"/>
        </dgm:presLayoutVars>
      </dgm:prSet>
      <dgm:spPr/>
    </dgm:pt>
    <dgm:pt modelId="{D739AE8E-FE10-F146-BB51-BFE12722EA2C}" type="pres">
      <dgm:prSet presAssocID="{59242CDB-D889-3D45-9287-F420F0592074}" presName="sibTrans" presStyleLbl="sibTrans2D1" presStyleIdx="2" presStyleCnt="3"/>
      <dgm:spPr/>
    </dgm:pt>
    <dgm:pt modelId="{215793E5-2C06-8449-81E6-FEA817566185}" type="pres">
      <dgm:prSet presAssocID="{59242CDB-D889-3D45-9287-F420F0592074}" presName="connectorText" presStyleLbl="sibTrans2D1" presStyleIdx="2" presStyleCnt="3"/>
      <dgm:spPr/>
    </dgm:pt>
    <dgm:pt modelId="{289CE08E-7CD1-174D-BC4B-2976BB8D0AFA}" type="pres">
      <dgm:prSet presAssocID="{621F58E5-4167-4D49-8EB6-5AFAA5A17F8A}" presName="node" presStyleLbl="node1" presStyleIdx="3" presStyleCnt="4">
        <dgm:presLayoutVars>
          <dgm:bulletEnabled val="1"/>
        </dgm:presLayoutVars>
      </dgm:prSet>
      <dgm:spPr/>
    </dgm:pt>
  </dgm:ptLst>
  <dgm:cxnLst>
    <dgm:cxn modelId="{DB5B5C00-4946-1448-9D3F-D25560C566EA}" type="presOf" srcId="{D96FCCBE-8B85-3948-85AA-CC60F7DC9169}" destId="{99848207-D6D3-5947-8D22-A1916A1339AE}" srcOrd="0" destOrd="0" presId="urn:microsoft.com/office/officeart/2005/8/layout/process2"/>
    <dgm:cxn modelId="{1AB3661C-242D-0746-8A4A-66DE6BD691AB}" type="presOf" srcId="{116CFA46-8BFD-A742-92A2-9CA909A1CBB7}" destId="{E41738ED-08A7-6348-B01A-4875A5FF7572}" srcOrd="1" destOrd="0" presId="urn:microsoft.com/office/officeart/2005/8/layout/process2"/>
    <dgm:cxn modelId="{D2AD963D-2011-8D4B-83CE-8EA1F28FB2CE}" srcId="{183F4A97-E249-3849-BDB3-7E16146DF55C}" destId="{D96FCCBE-8B85-3948-85AA-CC60F7DC9169}" srcOrd="2" destOrd="0" parTransId="{5E0FD44F-6A98-514D-B226-91971EA426F6}" sibTransId="{59242CDB-D889-3D45-9287-F420F0592074}"/>
    <dgm:cxn modelId="{06961E51-8CDF-1541-A6B6-EEA19E64A96D}" srcId="{183F4A97-E249-3849-BDB3-7E16146DF55C}" destId="{621F58E5-4167-4D49-8EB6-5AFAA5A17F8A}" srcOrd="3" destOrd="0" parTransId="{10CB2E44-6649-C749-BA94-4B5F8469C3FC}" sibTransId="{0F88C302-8D87-2D47-ACE9-0DF97BA674C5}"/>
    <dgm:cxn modelId="{A632C651-DDCF-DC48-9938-186CC9D2346C}" type="presOf" srcId="{BF57108D-0D12-364B-BE39-FBBB7066BAE1}" destId="{5DF6E152-6078-AF4C-9589-7D8A93C56DF3}" srcOrd="0" destOrd="0" presId="urn:microsoft.com/office/officeart/2005/8/layout/process2"/>
    <dgm:cxn modelId="{4538ED58-1538-DB4E-829B-3E097845FE92}" type="presOf" srcId="{2FBC0B87-500A-0A4A-9DA6-7B466FD97F13}" destId="{310E946A-FCAB-C54A-B4F4-B3F20603B544}" srcOrd="0" destOrd="0" presId="urn:microsoft.com/office/officeart/2005/8/layout/process2"/>
    <dgm:cxn modelId="{BF2A2A5E-5B9E-DF40-8D90-3434884DF1B0}" type="presOf" srcId="{65D50EA6-0E9A-ED40-9CBA-47CAF9D29668}" destId="{D9FBD183-68A7-D040-8AE1-9276572A2FB5}" srcOrd="1" destOrd="0" presId="urn:microsoft.com/office/officeart/2005/8/layout/process2"/>
    <dgm:cxn modelId="{0084D472-F690-834D-90E0-50AAF49E06E7}" type="presOf" srcId="{621F58E5-4167-4D49-8EB6-5AFAA5A17F8A}" destId="{289CE08E-7CD1-174D-BC4B-2976BB8D0AFA}" srcOrd="0" destOrd="0" presId="urn:microsoft.com/office/officeart/2005/8/layout/process2"/>
    <dgm:cxn modelId="{923C1C84-6C12-484F-B9FF-61825F577ECA}" type="presOf" srcId="{183F4A97-E249-3849-BDB3-7E16146DF55C}" destId="{2223EFC0-F146-D540-B878-A7A92661252F}" srcOrd="0" destOrd="0" presId="urn:microsoft.com/office/officeart/2005/8/layout/process2"/>
    <dgm:cxn modelId="{71709391-1101-C54D-9006-C6083AA8A9A0}" type="presOf" srcId="{116CFA46-8BFD-A742-92A2-9CA909A1CBB7}" destId="{D42D492F-9C1F-9F4B-8FCE-8DA90A930934}" srcOrd="0" destOrd="0" presId="urn:microsoft.com/office/officeart/2005/8/layout/process2"/>
    <dgm:cxn modelId="{926B7E9D-1DBD-B744-A60D-7B0AFDC76B6F}" srcId="{183F4A97-E249-3849-BDB3-7E16146DF55C}" destId="{2FBC0B87-500A-0A4A-9DA6-7B466FD97F13}" srcOrd="0" destOrd="0" parTransId="{E3242CF6-5800-BF43-8BC2-E091A14C7BD2}" sibTransId="{116CFA46-8BFD-A742-92A2-9CA909A1CBB7}"/>
    <dgm:cxn modelId="{6A9219A5-8872-3D49-8CF8-BD587E4E9B29}" type="presOf" srcId="{65D50EA6-0E9A-ED40-9CBA-47CAF9D29668}" destId="{D9803B81-0DBF-5C43-BF57-117A90E6E7C6}" srcOrd="0" destOrd="0" presId="urn:microsoft.com/office/officeart/2005/8/layout/process2"/>
    <dgm:cxn modelId="{40BEB6B6-A543-3E42-A99B-9730655987CF}" type="presOf" srcId="{59242CDB-D889-3D45-9287-F420F0592074}" destId="{D739AE8E-FE10-F146-BB51-BFE12722EA2C}" srcOrd="0" destOrd="0" presId="urn:microsoft.com/office/officeart/2005/8/layout/process2"/>
    <dgm:cxn modelId="{F66928C1-4716-B64E-B88F-AE8552275183}" srcId="{183F4A97-E249-3849-BDB3-7E16146DF55C}" destId="{BF57108D-0D12-364B-BE39-FBBB7066BAE1}" srcOrd="1" destOrd="0" parTransId="{1B1414E8-9D11-3148-8DA3-FD5037450F91}" sibTransId="{65D50EA6-0E9A-ED40-9CBA-47CAF9D29668}"/>
    <dgm:cxn modelId="{D3F665D2-BEBC-BA4E-92BB-64E83BAEF1CB}" type="presOf" srcId="{59242CDB-D889-3D45-9287-F420F0592074}" destId="{215793E5-2C06-8449-81E6-FEA817566185}" srcOrd="1" destOrd="0" presId="urn:microsoft.com/office/officeart/2005/8/layout/process2"/>
    <dgm:cxn modelId="{2D8864E1-4307-6E49-90F4-74D70129A43E}" type="presParOf" srcId="{2223EFC0-F146-D540-B878-A7A92661252F}" destId="{310E946A-FCAB-C54A-B4F4-B3F20603B544}" srcOrd="0" destOrd="0" presId="urn:microsoft.com/office/officeart/2005/8/layout/process2"/>
    <dgm:cxn modelId="{D8DDC0D7-57BB-FF40-8467-37B0F4962EB1}" type="presParOf" srcId="{2223EFC0-F146-D540-B878-A7A92661252F}" destId="{D42D492F-9C1F-9F4B-8FCE-8DA90A930934}" srcOrd="1" destOrd="0" presId="urn:microsoft.com/office/officeart/2005/8/layout/process2"/>
    <dgm:cxn modelId="{940A6CF9-7D7B-374C-B9C0-45ADF0466BCA}" type="presParOf" srcId="{D42D492F-9C1F-9F4B-8FCE-8DA90A930934}" destId="{E41738ED-08A7-6348-B01A-4875A5FF7572}" srcOrd="0" destOrd="0" presId="urn:microsoft.com/office/officeart/2005/8/layout/process2"/>
    <dgm:cxn modelId="{162DD902-DBD8-5E42-9DCD-760EABA6338D}" type="presParOf" srcId="{2223EFC0-F146-D540-B878-A7A92661252F}" destId="{5DF6E152-6078-AF4C-9589-7D8A93C56DF3}" srcOrd="2" destOrd="0" presId="urn:microsoft.com/office/officeart/2005/8/layout/process2"/>
    <dgm:cxn modelId="{85105FB6-1435-8D4C-A4AC-5CEA51856898}" type="presParOf" srcId="{2223EFC0-F146-D540-B878-A7A92661252F}" destId="{D9803B81-0DBF-5C43-BF57-117A90E6E7C6}" srcOrd="3" destOrd="0" presId="urn:microsoft.com/office/officeart/2005/8/layout/process2"/>
    <dgm:cxn modelId="{04AD719E-B4AB-3F45-BC3D-73347E591742}" type="presParOf" srcId="{D9803B81-0DBF-5C43-BF57-117A90E6E7C6}" destId="{D9FBD183-68A7-D040-8AE1-9276572A2FB5}" srcOrd="0" destOrd="0" presId="urn:microsoft.com/office/officeart/2005/8/layout/process2"/>
    <dgm:cxn modelId="{7551247F-D7F3-DA4E-BFAC-B65B4D7CB168}" type="presParOf" srcId="{2223EFC0-F146-D540-B878-A7A92661252F}" destId="{99848207-D6D3-5947-8D22-A1916A1339AE}" srcOrd="4" destOrd="0" presId="urn:microsoft.com/office/officeart/2005/8/layout/process2"/>
    <dgm:cxn modelId="{036F0835-FD83-2D4B-85D9-A4F0FFEBF9AF}" type="presParOf" srcId="{2223EFC0-F146-D540-B878-A7A92661252F}" destId="{D739AE8E-FE10-F146-BB51-BFE12722EA2C}" srcOrd="5" destOrd="0" presId="urn:microsoft.com/office/officeart/2005/8/layout/process2"/>
    <dgm:cxn modelId="{5AECB29F-1686-D649-A94D-868E954FFCC0}" type="presParOf" srcId="{D739AE8E-FE10-F146-BB51-BFE12722EA2C}" destId="{215793E5-2C06-8449-81E6-FEA817566185}" srcOrd="0" destOrd="0" presId="urn:microsoft.com/office/officeart/2005/8/layout/process2"/>
    <dgm:cxn modelId="{976AC155-1E67-9444-A2CF-F067CA425D39}" type="presParOf" srcId="{2223EFC0-F146-D540-B878-A7A92661252F}" destId="{289CE08E-7CD1-174D-BC4B-2976BB8D0AFA}"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83F4A97-E249-3849-BDB3-7E16146DF55C}" type="doc">
      <dgm:prSet loTypeId="urn:microsoft.com/office/officeart/2005/8/layout/process2" loCatId="" qsTypeId="urn:microsoft.com/office/officeart/2005/8/quickstyle/simple1" qsCatId="simple" csTypeId="urn:microsoft.com/office/officeart/2005/8/colors/accent0_3" csCatId="mainScheme" phldr="1"/>
      <dgm:spPr/>
    </dgm:pt>
    <dgm:pt modelId="{2FBC0B87-500A-0A4A-9DA6-7B466FD97F13}">
      <dgm:prSet phldrT="[文本]"/>
      <dgm:spPr>
        <a:solidFill>
          <a:schemeClr val="bg1">
            <a:lumMod val="20000"/>
            <a:lumOff val="80000"/>
          </a:schemeClr>
        </a:solidFill>
      </dgm:spPr>
      <dgm:t>
        <a:bodyPr/>
        <a:lstStyle/>
        <a:p>
          <a:r>
            <a:rPr lang="zh-CN" altLang="en-US" b="1" dirty="0"/>
            <a:t>确定实体类型和联系类型</a:t>
          </a:r>
          <a:endParaRPr lang="zh-CN" altLang="en-US" dirty="0"/>
        </a:p>
      </dgm:t>
    </dgm:pt>
    <dgm:pt modelId="{E3242CF6-5800-BF43-8BC2-E091A14C7BD2}" type="parTrans" cxnId="{926B7E9D-1DBD-B744-A60D-7B0AFDC76B6F}">
      <dgm:prSet/>
      <dgm:spPr/>
      <dgm:t>
        <a:bodyPr/>
        <a:lstStyle/>
        <a:p>
          <a:endParaRPr lang="zh-CN" altLang="en-US"/>
        </a:p>
      </dgm:t>
    </dgm:pt>
    <dgm:pt modelId="{116CFA46-8BFD-A742-92A2-9CA909A1CBB7}" type="sibTrans" cxnId="{926B7E9D-1DBD-B744-A60D-7B0AFDC76B6F}">
      <dgm:prSet/>
      <dgm:spPr/>
      <dgm:t>
        <a:bodyPr/>
        <a:lstStyle/>
        <a:p>
          <a:endParaRPr lang="zh-CN" altLang="en-US"/>
        </a:p>
      </dgm:t>
    </dgm:pt>
    <dgm:pt modelId="{BF57108D-0D12-364B-BE39-FBBB7066BAE1}">
      <dgm:prSet/>
      <dgm:spPr>
        <a:solidFill>
          <a:schemeClr val="bg1">
            <a:lumMod val="20000"/>
            <a:lumOff val="80000"/>
          </a:schemeClr>
        </a:solidFill>
      </dgm:spPr>
      <dgm:t>
        <a:bodyPr/>
        <a:lstStyle/>
        <a:p>
          <a:r>
            <a:rPr lang="zh-CN" altLang="en-US" b="1" dirty="0"/>
            <a:t>把实体类型和联系类型组合成</a:t>
          </a:r>
          <a:r>
            <a:rPr lang="en-US" altLang="zh-CN" b="1" dirty="0"/>
            <a:t>ER</a:t>
          </a:r>
          <a:r>
            <a:rPr lang="zh-CN" altLang="en-US" b="1" dirty="0"/>
            <a:t>图</a:t>
          </a:r>
          <a:endParaRPr lang="en-US" altLang="zh-CN" b="1" dirty="0"/>
        </a:p>
      </dgm:t>
    </dgm:pt>
    <dgm:pt modelId="{1B1414E8-9D11-3148-8DA3-FD5037450F91}" type="parTrans" cxnId="{F66928C1-4716-B64E-B88F-AE8552275183}">
      <dgm:prSet/>
      <dgm:spPr/>
      <dgm:t>
        <a:bodyPr/>
        <a:lstStyle/>
        <a:p>
          <a:endParaRPr lang="zh-CN" altLang="en-US"/>
        </a:p>
      </dgm:t>
    </dgm:pt>
    <dgm:pt modelId="{65D50EA6-0E9A-ED40-9CBA-47CAF9D29668}" type="sibTrans" cxnId="{F66928C1-4716-B64E-B88F-AE8552275183}">
      <dgm:prSet/>
      <dgm:spPr/>
      <dgm:t>
        <a:bodyPr/>
        <a:lstStyle/>
        <a:p>
          <a:endParaRPr lang="zh-CN" altLang="en-US"/>
        </a:p>
      </dgm:t>
    </dgm:pt>
    <dgm:pt modelId="{D96FCCBE-8B85-3948-85AA-CC60F7DC9169}">
      <dgm:prSet/>
      <dgm:spPr>
        <a:solidFill>
          <a:schemeClr val="bg1"/>
        </a:solidFill>
      </dgm:spPr>
      <dgm:t>
        <a:bodyPr/>
        <a:lstStyle/>
        <a:p>
          <a:r>
            <a:rPr lang="zh-CN" altLang="en-US" b="1" dirty="0"/>
            <a:t>确定实体类型和联系类型的属性</a:t>
          </a:r>
        </a:p>
      </dgm:t>
    </dgm:pt>
    <dgm:pt modelId="{5E0FD44F-6A98-514D-B226-91971EA426F6}" type="parTrans" cxnId="{D2AD963D-2011-8D4B-83CE-8EA1F28FB2CE}">
      <dgm:prSet/>
      <dgm:spPr/>
      <dgm:t>
        <a:bodyPr/>
        <a:lstStyle/>
        <a:p>
          <a:endParaRPr lang="zh-CN" altLang="en-US"/>
        </a:p>
      </dgm:t>
    </dgm:pt>
    <dgm:pt modelId="{59242CDB-D889-3D45-9287-F420F0592074}" type="sibTrans" cxnId="{D2AD963D-2011-8D4B-83CE-8EA1F28FB2CE}">
      <dgm:prSet/>
      <dgm:spPr/>
      <dgm:t>
        <a:bodyPr/>
        <a:lstStyle/>
        <a:p>
          <a:endParaRPr lang="zh-CN" altLang="en-US"/>
        </a:p>
      </dgm:t>
    </dgm:pt>
    <dgm:pt modelId="{621F58E5-4167-4D49-8EB6-5AFAA5A17F8A}">
      <dgm:prSet/>
      <dgm:spPr>
        <a:solidFill>
          <a:schemeClr val="bg1">
            <a:lumMod val="20000"/>
            <a:lumOff val="80000"/>
          </a:schemeClr>
        </a:solidFill>
      </dgm:spPr>
      <dgm:t>
        <a:bodyPr/>
        <a:lstStyle/>
        <a:p>
          <a:r>
            <a:rPr lang="zh-CN" altLang="en-US" b="1" dirty="0"/>
            <a:t>确定实体类型的键，在属于键的属性名下划一横线</a:t>
          </a:r>
        </a:p>
      </dgm:t>
    </dgm:pt>
    <dgm:pt modelId="{10CB2E44-6649-C749-BA94-4B5F8469C3FC}" type="parTrans" cxnId="{06961E51-8CDF-1541-A6B6-EEA19E64A96D}">
      <dgm:prSet/>
      <dgm:spPr/>
      <dgm:t>
        <a:bodyPr/>
        <a:lstStyle/>
        <a:p>
          <a:endParaRPr lang="zh-CN" altLang="en-US"/>
        </a:p>
      </dgm:t>
    </dgm:pt>
    <dgm:pt modelId="{0F88C302-8D87-2D47-ACE9-0DF97BA674C5}" type="sibTrans" cxnId="{06961E51-8CDF-1541-A6B6-EEA19E64A96D}">
      <dgm:prSet/>
      <dgm:spPr/>
      <dgm:t>
        <a:bodyPr/>
        <a:lstStyle/>
        <a:p>
          <a:endParaRPr lang="zh-CN" altLang="en-US"/>
        </a:p>
      </dgm:t>
    </dgm:pt>
    <dgm:pt modelId="{2223EFC0-F146-D540-B878-A7A92661252F}" type="pres">
      <dgm:prSet presAssocID="{183F4A97-E249-3849-BDB3-7E16146DF55C}" presName="linearFlow" presStyleCnt="0">
        <dgm:presLayoutVars>
          <dgm:resizeHandles val="exact"/>
        </dgm:presLayoutVars>
      </dgm:prSet>
      <dgm:spPr/>
    </dgm:pt>
    <dgm:pt modelId="{310E946A-FCAB-C54A-B4F4-B3F20603B544}" type="pres">
      <dgm:prSet presAssocID="{2FBC0B87-500A-0A4A-9DA6-7B466FD97F13}" presName="node" presStyleLbl="node1" presStyleIdx="0" presStyleCnt="4" custLinFactNeighborX="2276" custLinFactNeighborY="-538">
        <dgm:presLayoutVars>
          <dgm:bulletEnabled val="1"/>
        </dgm:presLayoutVars>
      </dgm:prSet>
      <dgm:spPr/>
    </dgm:pt>
    <dgm:pt modelId="{D42D492F-9C1F-9F4B-8FCE-8DA90A930934}" type="pres">
      <dgm:prSet presAssocID="{116CFA46-8BFD-A742-92A2-9CA909A1CBB7}" presName="sibTrans" presStyleLbl="sibTrans2D1" presStyleIdx="0" presStyleCnt="3"/>
      <dgm:spPr/>
    </dgm:pt>
    <dgm:pt modelId="{E41738ED-08A7-6348-B01A-4875A5FF7572}" type="pres">
      <dgm:prSet presAssocID="{116CFA46-8BFD-A742-92A2-9CA909A1CBB7}" presName="connectorText" presStyleLbl="sibTrans2D1" presStyleIdx="0" presStyleCnt="3"/>
      <dgm:spPr/>
    </dgm:pt>
    <dgm:pt modelId="{5DF6E152-6078-AF4C-9589-7D8A93C56DF3}" type="pres">
      <dgm:prSet presAssocID="{BF57108D-0D12-364B-BE39-FBBB7066BAE1}" presName="node" presStyleLbl="node1" presStyleIdx="1" presStyleCnt="4">
        <dgm:presLayoutVars>
          <dgm:bulletEnabled val="1"/>
        </dgm:presLayoutVars>
      </dgm:prSet>
      <dgm:spPr/>
    </dgm:pt>
    <dgm:pt modelId="{D9803B81-0DBF-5C43-BF57-117A90E6E7C6}" type="pres">
      <dgm:prSet presAssocID="{65D50EA6-0E9A-ED40-9CBA-47CAF9D29668}" presName="sibTrans" presStyleLbl="sibTrans2D1" presStyleIdx="1" presStyleCnt="3"/>
      <dgm:spPr/>
    </dgm:pt>
    <dgm:pt modelId="{D9FBD183-68A7-D040-8AE1-9276572A2FB5}" type="pres">
      <dgm:prSet presAssocID="{65D50EA6-0E9A-ED40-9CBA-47CAF9D29668}" presName="connectorText" presStyleLbl="sibTrans2D1" presStyleIdx="1" presStyleCnt="3"/>
      <dgm:spPr/>
    </dgm:pt>
    <dgm:pt modelId="{99848207-D6D3-5947-8D22-A1916A1339AE}" type="pres">
      <dgm:prSet presAssocID="{D96FCCBE-8B85-3948-85AA-CC60F7DC9169}" presName="node" presStyleLbl="node1" presStyleIdx="2" presStyleCnt="4">
        <dgm:presLayoutVars>
          <dgm:bulletEnabled val="1"/>
        </dgm:presLayoutVars>
      </dgm:prSet>
      <dgm:spPr/>
    </dgm:pt>
    <dgm:pt modelId="{D739AE8E-FE10-F146-BB51-BFE12722EA2C}" type="pres">
      <dgm:prSet presAssocID="{59242CDB-D889-3D45-9287-F420F0592074}" presName="sibTrans" presStyleLbl="sibTrans2D1" presStyleIdx="2" presStyleCnt="3"/>
      <dgm:spPr/>
    </dgm:pt>
    <dgm:pt modelId="{215793E5-2C06-8449-81E6-FEA817566185}" type="pres">
      <dgm:prSet presAssocID="{59242CDB-D889-3D45-9287-F420F0592074}" presName="connectorText" presStyleLbl="sibTrans2D1" presStyleIdx="2" presStyleCnt="3"/>
      <dgm:spPr/>
    </dgm:pt>
    <dgm:pt modelId="{289CE08E-7CD1-174D-BC4B-2976BB8D0AFA}" type="pres">
      <dgm:prSet presAssocID="{621F58E5-4167-4D49-8EB6-5AFAA5A17F8A}" presName="node" presStyleLbl="node1" presStyleIdx="3" presStyleCnt="4">
        <dgm:presLayoutVars>
          <dgm:bulletEnabled val="1"/>
        </dgm:presLayoutVars>
      </dgm:prSet>
      <dgm:spPr/>
    </dgm:pt>
  </dgm:ptLst>
  <dgm:cxnLst>
    <dgm:cxn modelId="{DB5B5C00-4946-1448-9D3F-D25560C566EA}" type="presOf" srcId="{D96FCCBE-8B85-3948-85AA-CC60F7DC9169}" destId="{99848207-D6D3-5947-8D22-A1916A1339AE}" srcOrd="0" destOrd="0" presId="urn:microsoft.com/office/officeart/2005/8/layout/process2"/>
    <dgm:cxn modelId="{1AB3661C-242D-0746-8A4A-66DE6BD691AB}" type="presOf" srcId="{116CFA46-8BFD-A742-92A2-9CA909A1CBB7}" destId="{E41738ED-08A7-6348-B01A-4875A5FF7572}" srcOrd="1" destOrd="0" presId="urn:microsoft.com/office/officeart/2005/8/layout/process2"/>
    <dgm:cxn modelId="{D2AD963D-2011-8D4B-83CE-8EA1F28FB2CE}" srcId="{183F4A97-E249-3849-BDB3-7E16146DF55C}" destId="{D96FCCBE-8B85-3948-85AA-CC60F7DC9169}" srcOrd="2" destOrd="0" parTransId="{5E0FD44F-6A98-514D-B226-91971EA426F6}" sibTransId="{59242CDB-D889-3D45-9287-F420F0592074}"/>
    <dgm:cxn modelId="{06961E51-8CDF-1541-A6B6-EEA19E64A96D}" srcId="{183F4A97-E249-3849-BDB3-7E16146DF55C}" destId="{621F58E5-4167-4D49-8EB6-5AFAA5A17F8A}" srcOrd="3" destOrd="0" parTransId="{10CB2E44-6649-C749-BA94-4B5F8469C3FC}" sibTransId="{0F88C302-8D87-2D47-ACE9-0DF97BA674C5}"/>
    <dgm:cxn modelId="{A632C651-DDCF-DC48-9938-186CC9D2346C}" type="presOf" srcId="{BF57108D-0D12-364B-BE39-FBBB7066BAE1}" destId="{5DF6E152-6078-AF4C-9589-7D8A93C56DF3}" srcOrd="0" destOrd="0" presId="urn:microsoft.com/office/officeart/2005/8/layout/process2"/>
    <dgm:cxn modelId="{4538ED58-1538-DB4E-829B-3E097845FE92}" type="presOf" srcId="{2FBC0B87-500A-0A4A-9DA6-7B466FD97F13}" destId="{310E946A-FCAB-C54A-B4F4-B3F20603B544}" srcOrd="0" destOrd="0" presId="urn:microsoft.com/office/officeart/2005/8/layout/process2"/>
    <dgm:cxn modelId="{BF2A2A5E-5B9E-DF40-8D90-3434884DF1B0}" type="presOf" srcId="{65D50EA6-0E9A-ED40-9CBA-47CAF9D29668}" destId="{D9FBD183-68A7-D040-8AE1-9276572A2FB5}" srcOrd="1" destOrd="0" presId="urn:microsoft.com/office/officeart/2005/8/layout/process2"/>
    <dgm:cxn modelId="{0084D472-F690-834D-90E0-50AAF49E06E7}" type="presOf" srcId="{621F58E5-4167-4D49-8EB6-5AFAA5A17F8A}" destId="{289CE08E-7CD1-174D-BC4B-2976BB8D0AFA}" srcOrd="0" destOrd="0" presId="urn:microsoft.com/office/officeart/2005/8/layout/process2"/>
    <dgm:cxn modelId="{923C1C84-6C12-484F-B9FF-61825F577ECA}" type="presOf" srcId="{183F4A97-E249-3849-BDB3-7E16146DF55C}" destId="{2223EFC0-F146-D540-B878-A7A92661252F}" srcOrd="0" destOrd="0" presId="urn:microsoft.com/office/officeart/2005/8/layout/process2"/>
    <dgm:cxn modelId="{71709391-1101-C54D-9006-C6083AA8A9A0}" type="presOf" srcId="{116CFA46-8BFD-A742-92A2-9CA909A1CBB7}" destId="{D42D492F-9C1F-9F4B-8FCE-8DA90A930934}" srcOrd="0" destOrd="0" presId="urn:microsoft.com/office/officeart/2005/8/layout/process2"/>
    <dgm:cxn modelId="{926B7E9D-1DBD-B744-A60D-7B0AFDC76B6F}" srcId="{183F4A97-E249-3849-BDB3-7E16146DF55C}" destId="{2FBC0B87-500A-0A4A-9DA6-7B466FD97F13}" srcOrd="0" destOrd="0" parTransId="{E3242CF6-5800-BF43-8BC2-E091A14C7BD2}" sibTransId="{116CFA46-8BFD-A742-92A2-9CA909A1CBB7}"/>
    <dgm:cxn modelId="{6A9219A5-8872-3D49-8CF8-BD587E4E9B29}" type="presOf" srcId="{65D50EA6-0E9A-ED40-9CBA-47CAF9D29668}" destId="{D9803B81-0DBF-5C43-BF57-117A90E6E7C6}" srcOrd="0" destOrd="0" presId="urn:microsoft.com/office/officeart/2005/8/layout/process2"/>
    <dgm:cxn modelId="{40BEB6B6-A543-3E42-A99B-9730655987CF}" type="presOf" srcId="{59242CDB-D889-3D45-9287-F420F0592074}" destId="{D739AE8E-FE10-F146-BB51-BFE12722EA2C}" srcOrd="0" destOrd="0" presId="urn:microsoft.com/office/officeart/2005/8/layout/process2"/>
    <dgm:cxn modelId="{F66928C1-4716-B64E-B88F-AE8552275183}" srcId="{183F4A97-E249-3849-BDB3-7E16146DF55C}" destId="{BF57108D-0D12-364B-BE39-FBBB7066BAE1}" srcOrd="1" destOrd="0" parTransId="{1B1414E8-9D11-3148-8DA3-FD5037450F91}" sibTransId="{65D50EA6-0E9A-ED40-9CBA-47CAF9D29668}"/>
    <dgm:cxn modelId="{D3F665D2-BEBC-BA4E-92BB-64E83BAEF1CB}" type="presOf" srcId="{59242CDB-D889-3D45-9287-F420F0592074}" destId="{215793E5-2C06-8449-81E6-FEA817566185}" srcOrd="1" destOrd="0" presId="urn:microsoft.com/office/officeart/2005/8/layout/process2"/>
    <dgm:cxn modelId="{2D8864E1-4307-6E49-90F4-74D70129A43E}" type="presParOf" srcId="{2223EFC0-F146-D540-B878-A7A92661252F}" destId="{310E946A-FCAB-C54A-B4F4-B3F20603B544}" srcOrd="0" destOrd="0" presId="urn:microsoft.com/office/officeart/2005/8/layout/process2"/>
    <dgm:cxn modelId="{D8DDC0D7-57BB-FF40-8467-37B0F4962EB1}" type="presParOf" srcId="{2223EFC0-F146-D540-B878-A7A92661252F}" destId="{D42D492F-9C1F-9F4B-8FCE-8DA90A930934}" srcOrd="1" destOrd="0" presId="urn:microsoft.com/office/officeart/2005/8/layout/process2"/>
    <dgm:cxn modelId="{940A6CF9-7D7B-374C-B9C0-45ADF0466BCA}" type="presParOf" srcId="{D42D492F-9C1F-9F4B-8FCE-8DA90A930934}" destId="{E41738ED-08A7-6348-B01A-4875A5FF7572}" srcOrd="0" destOrd="0" presId="urn:microsoft.com/office/officeart/2005/8/layout/process2"/>
    <dgm:cxn modelId="{162DD902-DBD8-5E42-9DCD-760EABA6338D}" type="presParOf" srcId="{2223EFC0-F146-D540-B878-A7A92661252F}" destId="{5DF6E152-6078-AF4C-9589-7D8A93C56DF3}" srcOrd="2" destOrd="0" presId="urn:microsoft.com/office/officeart/2005/8/layout/process2"/>
    <dgm:cxn modelId="{85105FB6-1435-8D4C-A4AC-5CEA51856898}" type="presParOf" srcId="{2223EFC0-F146-D540-B878-A7A92661252F}" destId="{D9803B81-0DBF-5C43-BF57-117A90E6E7C6}" srcOrd="3" destOrd="0" presId="urn:microsoft.com/office/officeart/2005/8/layout/process2"/>
    <dgm:cxn modelId="{04AD719E-B4AB-3F45-BC3D-73347E591742}" type="presParOf" srcId="{D9803B81-0DBF-5C43-BF57-117A90E6E7C6}" destId="{D9FBD183-68A7-D040-8AE1-9276572A2FB5}" srcOrd="0" destOrd="0" presId="urn:microsoft.com/office/officeart/2005/8/layout/process2"/>
    <dgm:cxn modelId="{7551247F-D7F3-DA4E-BFAC-B65B4D7CB168}" type="presParOf" srcId="{2223EFC0-F146-D540-B878-A7A92661252F}" destId="{99848207-D6D3-5947-8D22-A1916A1339AE}" srcOrd="4" destOrd="0" presId="urn:microsoft.com/office/officeart/2005/8/layout/process2"/>
    <dgm:cxn modelId="{036F0835-FD83-2D4B-85D9-A4F0FFEBF9AF}" type="presParOf" srcId="{2223EFC0-F146-D540-B878-A7A92661252F}" destId="{D739AE8E-FE10-F146-BB51-BFE12722EA2C}" srcOrd="5" destOrd="0" presId="urn:microsoft.com/office/officeart/2005/8/layout/process2"/>
    <dgm:cxn modelId="{5AECB29F-1686-D649-A94D-868E954FFCC0}" type="presParOf" srcId="{D739AE8E-FE10-F146-BB51-BFE12722EA2C}" destId="{215793E5-2C06-8449-81E6-FEA817566185}" srcOrd="0" destOrd="0" presId="urn:microsoft.com/office/officeart/2005/8/layout/process2"/>
    <dgm:cxn modelId="{976AC155-1E67-9444-A2CF-F067CA425D39}" type="presParOf" srcId="{2223EFC0-F146-D540-B878-A7A92661252F}" destId="{289CE08E-7CD1-174D-BC4B-2976BB8D0AFA}"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83F4A97-E249-3849-BDB3-7E16146DF55C}" type="doc">
      <dgm:prSet loTypeId="urn:microsoft.com/office/officeart/2005/8/layout/process2" loCatId="" qsTypeId="urn:microsoft.com/office/officeart/2005/8/quickstyle/simple1" qsCatId="simple" csTypeId="urn:microsoft.com/office/officeart/2005/8/colors/accent0_3" csCatId="mainScheme" phldr="1"/>
      <dgm:spPr/>
    </dgm:pt>
    <dgm:pt modelId="{2FBC0B87-500A-0A4A-9DA6-7B466FD97F13}">
      <dgm:prSet phldrT="[文本]"/>
      <dgm:spPr>
        <a:solidFill>
          <a:schemeClr val="bg1">
            <a:lumMod val="20000"/>
            <a:lumOff val="80000"/>
          </a:schemeClr>
        </a:solidFill>
      </dgm:spPr>
      <dgm:t>
        <a:bodyPr/>
        <a:lstStyle/>
        <a:p>
          <a:r>
            <a:rPr lang="zh-CN" altLang="en-US" b="1" dirty="0"/>
            <a:t>确定实体类型和联系类型</a:t>
          </a:r>
          <a:endParaRPr lang="zh-CN" altLang="en-US" dirty="0"/>
        </a:p>
      </dgm:t>
    </dgm:pt>
    <dgm:pt modelId="{E3242CF6-5800-BF43-8BC2-E091A14C7BD2}" type="parTrans" cxnId="{926B7E9D-1DBD-B744-A60D-7B0AFDC76B6F}">
      <dgm:prSet/>
      <dgm:spPr/>
      <dgm:t>
        <a:bodyPr/>
        <a:lstStyle/>
        <a:p>
          <a:endParaRPr lang="zh-CN" altLang="en-US"/>
        </a:p>
      </dgm:t>
    </dgm:pt>
    <dgm:pt modelId="{116CFA46-8BFD-A742-92A2-9CA909A1CBB7}" type="sibTrans" cxnId="{926B7E9D-1DBD-B744-A60D-7B0AFDC76B6F}">
      <dgm:prSet/>
      <dgm:spPr/>
      <dgm:t>
        <a:bodyPr/>
        <a:lstStyle/>
        <a:p>
          <a:endParaRPr lang="zh-CN" altLang="en-US"/>
        </a:p>
      </dgm:t>
    </dgm:pt>
    <dgm:pt modelId="{BF57108D-0D12-364B-BE39-FBBB7066BAE1}">
      <dgm:prSet/>
      <dgm:spPr>
        <a:solidFill>
          <a:schemeClr val="bg1">
            <a:lumMod val="20000"/>
            <a:lumOff val="80000"/>
          </a:schemeClr>
        </a:solidFill>
      </dgm:spPr>
      <dgm:t>
        <a:bodyPr/>
        <a:lstStyle/>
        <a:p>
          <a:r>
            <a:rPr lang="zh-CN" altLang="en-US" b="1" dirty="0"/>
            <a:t>把实体类型和联系类型组合成</a:t>
          </a:r>
          <a:r>
            <a:rPr lang="en-US" altLang="zh-CN" b="1" dirty="0"/>
            <a:t>ER</a:t>
          </a:r>
          <a:r>
            <a:rPr lang="zh-CN" altLang="en-US" b="1" dirty="0"/>
            <a:t>图</a:t>
          </a:r>
          <a:endParaRPr lang="en-US" altLang="zh-CN" b="1" dirty="0"/>
        </a:p>
      </dgm:t>
    </dgm:pt>
    <dgm:pt modelId="{1B1414E8-9D11-3148-8DA3-FD5037450F91}" type="parTrans" cxnId="{F66928C1-4716-B64E-B88F-AE8552275183}">
      <dgm:prSet/>
      <dgm:spPr/>
      <dgm:t>
        <a:bodyPr/>
        <a:lstStyle/>
        <a:p>
          <a:endParaRPr lang="zh-CN" altLang="en-US"/>
        </a:p>
      </dgm:t>
    </dgm:pt>
    <dgm:pt modelId="{65D50EA6-0E9A-ED40-9CBA-47CAF9D29668}" type="sibTrans" cxnId="{F66928C1-4716-B64E-B88F-AE8552275183}">
      <dgm:prSet/>
      <dgm:spPr/>
      <dgm:t>
        <a:bodyPr/>
        <a:lstStyle/>
        <a:p>
          <a:endParaRPr lang="zh-CN" altLang="en-US"/>
        </a:p>
      </dgm:t>
    </dgm:pt>
    <dgm:pt modelId="{D96FCCBE-8B85-3948-85AA-CC60F7DC9169}">
      <dgm:prSet/>
      <dgm:spPr>
        <a:solidFill>
          <a:schemeClr val="bg1">
            <a:lumMod val="20000"/>
            <a:lumOff val="80000"/>
          </a:schemeClr>
        </a:solidFill>
      </dgm:spPr>
      <dgm:t>
        <a:bodyPr/>
        <a:lstStyle/>
        <a:p>
          <a:r>
            <a:rPr lang="zh-CN" altLang="en-US" b="1" dirty="0"/>
            <a:t>确定实体类型和联系类型的属性</a:t>
          </a:r>
        </a:p>
      </dgm:t>
    </dgm:pt>
    <dgm:pt modelId="{5E0FD44F-6A98-514D-B226-91971EA426F6}" type="parTrans" cxnId="{D2AD963D-2011-8D4B-83CE-8EA1F28FB2CE}">
      <dgm:prSet/>
      <dgm:spPr/>
      <dgm:t>
        <a:bodyPr/>
        <a:lstStyle/>
        <a:p>
          <a:endParaRPr lang="zh-CN" altLang="en-US"/>
        </a:p>
      </dgm:t>
    </dgm:pt>
    <dgm:pt modelId="{59242CDB-D889-3D45-9287-F420F0592074}" type="sibTrans" cxnId="{D2AD963D-2011-8D4B-83CE-8EA1F28FB2CE}">
      <dgm:prSet/>
      <dgm:spPr/>
      <dgm:t>
        <a:bodyPr/>
        <a:lstStyle/>
        <a:p>
          <a:endParaRPr lang="zh-CN" altLang="en-US"/>
        </a:p>
      </dgm:t>
    </dgm:pt>
    <dgm:pt modelId="{621F58E5-4167-4D49-8EB6-5AFAA5A17F8A}">
      <dgm:prSet/>
      <dgm:spPr>
        <a:solidFill>
          <a:schemeClr val="bg1"/>
        </a:solidFill>
      </dgm:spPr>
      <dgm:t>
        <a:bodyPr/>
        <a:lstStyle/>
        <a:p>
          <a:r>
            <a:rPr lang="zh-CN" altLang="en-US" b="1" dirty="0"/>
            <a:t>确定实体类型的键，在属于键的属性名下划一横线</a:t>
          </a:r>
        </a:p>
      </dgm:t>
    </dgm:pt>
    <dgm:pt modelId="{10CB2E44-6649-C749-BA94-4B5F8469C3FC}" type="parTrans" cxnId="{06961E51-8CDF-1541-A6B6-EEA19E64A96D}">
      <dgm:prSet/>
      <dgm:spPr/>
      <dgm:t>
        <a:bodyPr/>
        <a:lstStyle/>
        <a:p>
          <a:endParaRPr lang="zh-CN" altLang="en-US"/>
        </a:p>
      </dgm:t>
    </dgm:pt>
    <dgm:pt modelId="{0F88C302-8D87-2D47-ACE9-0DF97BA674C5}" type="sibTrans" cxnId="{06961E51-8CDF-1541-A6B6-EEA19E64A96D}">
      <dgm:prSet/>
      <dgm:spPr/>
      <dgm:t>
        <a:bodyPr/>
        <a:lstStyle/>
        <a:p>
          <a:endParaRPr lang="zh-CN" altLang="en-US"/>
        </a:p>
      </dgm:t>
    </dgm:pt>
    <dgm:pt modelId="{2223EFC0-F146-D540-B878-A7A92661252F}" type="pres">
      <dgm:prSet presAssocID="{183F4A97-E249-3849-BDB3-7E16146DF55C}" presName="linearFlow" presStyleCnt="0">
        <dgm:presLayoutVars>
          <dgm:resizeHandles val="exact"/>
        </dgm:presLayoutVars>
      </dgm:prSet>
      <dgm:spPr/>
    </dgm:pt>
    <dgm:pt modelId="{310E946A-FCAB-C54A-B4F4-B3F20603B544}" type="pres">
      <dgm:prSet presAssocID="{2FBC0B87-500A-0A4A-9DA6-7B466FD97F13}" presName="node" presStyleLbl="node1" presStyleIdx="0" presStyleCnt="4" custLinFactNeighborX="2276" custLinFactNeighborY="-538">
        <dgm:presLayoutVars>
          <dgm:bulletEnabled val="1"/>
        </dgm:presLayoutVars>
      </dgm:prSet>
      <dgm:spPr/>
    </dgm:pt>
    <dgm:pt modelId="{D42D492F-9C1F-9F4B-8FCE-8DA90A930934}" type="pres">
      <dgm:prSet presAssocID="{116CFA46-8BFD-A742-92A2-9CA909A1CBB7}" presName="sibTrans" presStyleLbl="sibTrans2D1" presStyleIdx="0" presStyleCnt="3"/>
      <dgm:spPr/>
    </dgm:pt>
    <dgm:pt modelId="{E41738ED-08A7-6348-B01A-4875A5FF7572}" type="pres">
      <dgm:prSet presAssocID="{116CFA46-8BFD-A742-92A2-9CA909A1CBB7}" presName="connectorText" presStyleLbl="sibTrans2D1" presStyleIdx="0" presStyleCnt="3"/>
      <dgm:spPr/>
    </dgm:pt>
    <dgm:pt modelId="{5DF6E152-6078-AF4C-9589-7D8A93C56DF3}" type="pres">
      <dgm:prSet presAssocID="{BF57108D-0D12-364B-BE39-FBBB7066BAE1}" presName="node" presStyleLbl="node1" presStyleIdx="1" presStyleCnt="4">
        <dgm:presLayoutVars>
          <dgm:bulletEnabled val="1"/>
        </dgm:presLayoutVars>
      </dgm:prSet>
      <dgm:spPr/>
    </dgm:pt>
    <dgm:pt modelId="{D9803B81-0DBF-5C43-BF57-117A90E6E7C6}" type="pres">
      <dgm:prSet presAssocID="{65D50EA6-0E9A-ED40-9CBA-47CAF9D29668}" presName="sibTrans" presStyleLbl="sibTrans2D1" presStyleIdx="1" presStyleCnt="3"/>
      <dgm:spPr/>
    </dgm:pt>
    <dgm:pt modelId="{D9FBD183-68A7-D040-8AE1-9276572A2FB5}" type="pres">
      <dgm:prSet presAssocID="{65D50EA6-0E9A-ED40-9CBA-47CAF9D29668}" presName="connectorText" presStyleLbl="sibTrans2D1" presStyleIdx="1" presStyleCnt="3"/>
      <dgm:spPr/>
    </dgm:pt>
    <dgm:pt modelId="{99848207-D6D3-5947-8D22-A1916A1339AE}" type="pres">
      <dgm:prSet presAssocID="{D96FCCBE-8B85-3948-85AA-CC60F7DC9169}" presName="node" presStyleLbl="node1" presStyleIdx="2" presStyleCnt="4">
        <dgm:presLayoutVars>
          <dgm:bulletEnabled val="1"/>
        </dgm:presLayoutVars>
      </dgm:prSet>
      <dgm:spPr/>
    </dgm:pt>
    <dgm:pt modelId="{D739AE8E-FE10-F146-BB51-BFE12722EA2C}" type="pres">
      <dgm:prSet presAssocID="{59242CDB-D889-3D45-9287-F420F0592074}" presName="sibTrans" presStyleLbl="sibTrans2D1" presStyleIdx="2" presStyleCnt="3"/>
      <dgm:spPr/>
    </dgm:pt>
    <dgm:pt modelId="{215793E5-2C06-8449-81E6-FEA817566185}" type="pres">
      <dgm:prSet presAssocID="{59242CDB-D889-3D45-9287-F420F0592074}" presName="connectorText" presStyleLbl="sibTrans2D1" presStyleIdx="2" presStyleCnt="3"/>
      <dgm:spPr/>
    </dgm:pt>
    <dgm:pt modelId="{289CE08E-7CD1-174D-BC4B-2976BB8D0AFA}" type="pres">
      <dgm:prSet presAssocID="{621F58E5-4167-4D49-8EB6-5AFAA5A17F8A}" presName="node" presStyleLbl="node1" presStyleIdx="3" presStyleCnt="4">
        <dgm:presLayoutVars>
          <dgm:bulletEnabled val="1"/>
        </dgm:presLayoutVars>
      </dgm:prSet>
      <dgm:spPr/>
    </dgm:pt>
  </dgm:ptLst>
  <dgm:cxnLst>
    <dgm:cxn modelId="{DB5B5C00-4946-1448-9D3F-D25560C566EA}" type="presOf" srcId="{D96FCCBE-8B85-3948-85AA-CC60F7DC9169}" destId="{99848207-D6D3-5947-8D22-A1916A1339AE}" srcOrd="0" destOrd="0" presId="urn:microsoft.com/office/officeart/2005/8/layout/process2"/>
    <dgm:cxn modelId="{1AB3661C-242D-0746-8A4A-66DE6BD691AB}" type="presOf" srcId="{116CFA46-8BFD-A742-92A2-9CA909A1CBB7}" destId="{E41738ED-08A7-6348-B01A-4875A5FF7572}" srcOrd="1" destOrd="0" presId="urn:microsoft.com/office/officeart/2005/8/layout/process2"/>
    <dgm:cxn modelId="{D2AD963D-2011-8D4B-83CE-8EA1F28FB2CE}" srcId="{183F4A97-E249-3849-BDB3-7E16146DF55C}" destId="{D96FCCBE-8B85-3948-85AA-CC60F7DC9169}" srcOrd="2" destOrd="0" parTransId="{5E0FD44F-6A98-514D-B226-91971EA426F6}" sibTransId="{59242CDB-D889-3D45-9287-F420F0592074}"/>
    <dgm:cxn modelId="{06961E51-8CDF-1541-A6B6-EEA19E64A96D}" srcId="{183F4A97-E249-3849-BDB3-7E16146DF55C}" destId="{621F58E5-4167-4D49-8EB6-5AFAA5A17F8A}" srcOrd="3" destOrd="0" parTransId="{10CB2E44-6649-C749-BA94-4B5F8469C3FC}" sibTransId="{0F88C302-8D87-2D47-ACE9-0DF97BA674C5}"/>
    <dgm:cxn modelId="{A632C651-DDCF-DC48-9938-186CC9D2346C}" type="presOf" srcId="{BF57108D-0D12-364B-BE39-FBBB7066BAE1}" destId="{5DF6E152-6078-AF4C-9589-7D8A93C56DF3}" srcOrd="0" destOrd="0" presId="urn:microsoft.com/office/officeart/2005/8/layout/process2"/>
    <dgm:cxn modelId="{4538ED58-1538-DB4E-829B-3E097845FE92}" type="presOf" srcId="{2FBC0B87-500A-0A4A-9DA6-7B466FD97F13}" destId="{310E946A-FCAB-C54A-B4F4-B3F20603B544}" srcOrd="0" destOrd="0" presId="urn:microsoft.com/office/officeart/2005/8/layout/process2"/>
    <dgm:cxn modelId="{BF2A2A5E-5B9E-DF40-8D90-3434884DF1B0}" type="presOf" srcId="{65D50EA6-0E9A-ED40-9CBA-47CAF9D29668}" destId="{D9FBD183-68A7-D040-8AE1-9276572A2FB5}" srcOrd="1" destOrd="0" presId="urn:microsoft.com/office/officeart/2005/8/layout/process2"/>
    <dgm:cxn modelId="{0084D472-F690-834D-90E0-50AAF49E06E7}" type="presOf" srcId="{621F58E5-4167-4D49-8EB6-5AFAA5A17F8A}" destId="{289CE08E-7CD1-174D-BC4B-2976BB8D0AFA}" srcOrd="0" destOrd="0" presId="urn:microsoft.com/office/officeart/2005/8/layout/process2"/>
    <dgm:cxn modelId="{923C1C84-6C12-484F-B9FF-61825F577ECA}" type="presOf" srcId="{183F4A97-E249-3849-BDB3-7E16146DF55C}" destId="{2223EFC0-F146-D540-B878-A7A92661252F}" srcOrd="0" destOrd="0" presId="urn:microsoft.com/office/officeart/2005/8/layout/process2"/>
    <dgm:cxn modelId="{71709391-1101-C54D-9006-C6083AA8A9A0}" type="presOf" srcId="{116CFA46-8BFD-A742-92A2-9CA909A1CBB7}" destId="{D42D492F-9C1F-9F4B-8FCE-8DA90A930934}" srcOrd="0" destOrd="0" presId="urn:microsoft.com/office/officeart/2005/8/layout/process2"/>
    <dgm:cxn modelId="{926B7E9D-1DBD-B744-A60D-7B0AFDC76B6F}" srcId="{183F4A97-E249-3849-BDB3-7E16146DF55C}" destId="{2FBC0B87-500A-0A4A-9DA6-7B466FD97F13}" srcOrd="0" destOrd="0" parTransId="{E3242CF6-5800-BF43-8BC2-E091A14C7BD2}" sibTransId="{116CFA46-8BFD-A742-92A2-9CA909A1CBB7}"/>
    <dgm:cxn modelId="{6A9219A5-8872-3D49-8CF8-BD587E4E9B29}" type="presOf" srcId="{65D50EA6-0E9A-ED40-9CBA-47CAF9D29668}" destId="{D9803B81-0DBF-5C43-BF57-117A90E6E7C6}" srcOrd="0" destOrd="0" presId="urn:microsoft.com/office/officeart/2005/8/layout/process2"/>
    <dgm:cxn modelId="{40BEB6B6-A543-3E42-A99B-9730655987CF}" type="presOf" srcId="{59242CDB-D889-3D45-9287-F420F0592074}" destId="{D739AE8E-FE10-F146-BB51-BFE12722EA2C}" srcOrd="0" destOrd="0" presId="urn:microsoft.com/office/officeart/2005/8/layout/process2"/>
    <dgm:cxn modelId="{F66928C1-4716-B64E-B88F-AE8552275183}" srcId="{183F4A97-E249-3849-BDB3-7E16146DF55C}" destId="{BF57108D-0D12-364B-BE39-FBBB7066BAE1}" srcOrd="1" destOrd="0" parTransId="{1B1414E8-9D11-3148-8DA3-FD5037450F91}" sibTransId="{65D50EA6-0E9A-ED40-9CBA-47CAF9D29668}"/>
    <dgm:cxn modelId="{D3F665D2-BEBC-BA4E-92BB-64E83BAEF1CB}" type="presOf" srcId="{59242CDB-D889-3D45-9287-F420F0592074}" destId="{215793E5-2C06-8449-81E6-FEA817566185}" srcOrd="1" destOrd="0" presId="urn:microsoft.com/office/officeart/2005/8/layout/process2"/>
    <dgm:cxn modelId="{2D8864E1-4307-6E49-90F4-74D70129A43E}" type="presParOf" srcId="{2223EFC0-F146-D540-B878-A7A92661252F}" destId="{310E946A-FCAB-C54A-B4F4-B3F20603B544}" srcOrd="0" destOrd="0" presId="urn:microsoft.com/office/officeart/2005/8/layout/process2"/>
    <dgm:cxn modelId="{D8DDC0D7-57BB-FF40-8467-37B0F4962EB1}" type="presParOf" srcId="{2223EFC0-F146-D540-B878-A7A92661252F}" destId="{D42D492F-9C1F-9F4B-8FCE-8DA90A930934}" srcOrd="1" destOrd="0" presId="urn:microsoft.com/office/officeart/2005/8/layout/process2"/>
    <dgm:cxn modelId="{940A6CF9-7D7B-374C-B9C0-45ADF0466BCA}" type="presParOf" srcId="{D42D492F-9C1F-9F4B-8FCE-8DA90A930934}" destId="{E41738ED-08A7-6348-B01A-4875A5FF7572}" srcOrd="0" destOrd="0" presId="urn:microsoft.com/office/officeart/2005/8/layout/process2"/>
    <dgm:cxn modelId="{162DD902-DBD8-5E42-9DCD-760EABA6338D}" type="presParOf" srcId="{2223EFC0-F146-D540-B878-A7A92661252F}" destId="{5DF6E152-6078-AF4C-9589-7D8A93C56DF3}" srcOrd="2" destOrd="0" presId="urn:microsoft.com/office/officeart/2005/8/layout/process2"/>
    <dgm:cxn modelId="{85105FB6-1435-8D4C-A4AC-5CEA51856898}" type="presParOf" srcId="{2223EFC0-F146-D540-B878-A7A92661252F}" destId="{D9803B81-0DBF-5C43-BF57-117A90E6E7C6}" srcOrd="3" destOrd="0" presId="urn:microsoft.com/office/officeart/2005/8/layout/process2"/>
    <dgm:cxn modelId="{04AD719E-B4AB-3F45-BC3D-73347E591742}" type="presParOf" srcId="{D9803B81-0DBF-5C43-BF57-117A90E6E7C6}" destId="{D9FBD183-68A7-D040-8AE1-9276572A2FB5}" srcOrd="0" destOrd="0" presId="urn:microsoft.com/office/officeart/2005/8/layout/process2"/>
    <dgm:cxn modelId="{7551247F-D7F3-DA4E-BFAC-B65B4D7CB168}" type="presParOf" srcId="{2223EFC0-F146-D540-B878-A7A92661252F}" destId="{99848207-D6D3-5947-8D22-A1916A1339AE}" srcOrd="4" destOrd="0" presId="urn:microsoft.com/office/officeart/2005/8/layout/process2"/>
    <dgm:cxn modelId="{036F0835-FD83-2D4B-85D9-A4F0FFEBF9AF}" type="presParOf" srcId="{2223EFC0-F146-D540-B878-A7A92661252F}" destId="{D739AE8E-FE10-F146-BB51-BFE12722EA2C}" srcOrd="5" destOrd="0" presId="urn:microsoft.com/office/officeart/2005/8/layout/process2"/>
    <dgm:cxn modelId="{5AECB29F-1686-D649-A94D-868E954FFCC0}" type="presParOf" srcId="{D739AE8E-FE10-F146-BB51-BFE12722EA2C}" destId="{215793E5-2C06-8449-81E6-FEA817566185}" srcOrd="0" destOrd="0" presId="urn:microsoft.com/office/officeart/2005/8/layout/process2"/>
    <dgm:cxn modelId="{976AC155-1E67-9444-A2CF-F067CA425D39}" type="presParOf" srcId="{2223EFC0-F146-D540-B878-A7A92661252F}" destId="{289CE08E-7CD1-174D-BC4B-2976BB8D0AFA}"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E9F644-B4F2-4045-87FC-E92D2CED4728}">
      <dsp:nvSpPr>
        <dsp:cNvPr id="0" name=""/>
        <dsp:cNvSpPr/>
      </dsp:nvSpPr>
      <dsp:spPr>
        <a:xfrm>
          <a:off x="0" y="0"/>
          <a:ext cx="6682342" cy="1045556"/>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zh-CN" altLang="en-US" sz="2600" b="1" kern="1200" dirty="0"/>
            <a:t>确定实体类型和联系类型</a:t>
          </a:r>
          <a:endParaRPr lang="zh-CN" altLang="en-US" sz="2600" kern="1200" dirty="0"/>
        </a:p>
      </dsp:txBody>
      <dsp:txXfrm>
        <a:off x="30623" y="30623"/>
        <a:ext cx="5465756" cy="984310"/>
      </dsp:txXfrm>
    </dsp:sp>
    <dsp:sp modelId="{C656810A-48FE-964F-B39D-BBC9A79678FA}">
      <dsp:nvSpPr>
        <dsp:cNvPr id="0" name=""/>
        <dsp:cNvSpPr/>
      </dsp:nvSpPr>
      <dsp:spPr>
        <a:xfrm>
          <a:off x="559646" y="1235657"/>
          <a:ext cx="6682342" cy="1045556"/>
        </a:xfrm>
        <a:prstGeom prst="roundRect">
          <a:avLst>
            <a:gd name="adj" fmla="val 10000"/>
          </a:avLst>
        </a:prstGeom>
        <a:gradFill rotWithShape="0">
          <a:gsLst>
            <a:gs pos="0">
              <a:schemeClr val="accent2">
                <a:hueOff val="300021"/>
                <a:satOff val="0"/>
                <a:lumOff val="7778"/>
                <a:alphaOff val="0"/>
                <a:shade val="51000"/>
                <a:satMod val="130000"/>
              </a:schemeClr>
            </a:gs>
            <a:gs pos="80000">
              <a:schemeClr val="accent2">
                <a:hueOff val="300021"/>
                <a:satOff val="0"/>
                <a:lumOff val="7778"/>
                <a:alphaOff val="0"/>
                <a:shade val="93000"/>
                <a:satMod val="130000"/>
              </a:schemeClr>
            </a:gs>
            <a:gs pos="100000">
              <a:schemeClr val="accent2">
                <a:hueOff val="300021"/>
                <a:satOff val="0"/>
                <a:lumOff val="7778"/>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zh-CN" altLang="en-US" sz="2600" b="1" kern="1200" dirty="0"/>
            <a:t>把实体类型和联系类型组合成</a:t>
          </a:r>
          <a:r>
            <a:rPr lang="en-US" altLang="zh-CN" sz="2600" b="1" kern="1200" dirty="0"/>
            <a:t>ER</a:t>
          </a:r>
          <a:r>
            <a:rPr lang="zh-CN" altLang="en-US" sz="2600" b="1" kern="1200" dirty="0"/>
            <a:t>图</a:t>
          </a:r>
          <a:endParaRPr lang="en-US" altLang="zh-CN" sz="2600" b="1" kern="1200" dirty="0"/>
        </a:p>
      </dsp:txBody>
      <dsp:txXfrm>
        <a:off x="590269" y="1266280"/>
        <a:ext cx="5381838" cy="984310"/>
      </dsp:txXfrm>
    </dsp:sp>
    <dsp:sp modelId="{DB522E58-465B-2341-BFC5-F571BF456A43}">
      <dsp:nvSpPr>
        <dsp:cNvPr id="0" name=""/>
        <dsp:cNvSpPr/>
      </dsp:nvSpPr>
      <dsp:spPr>
        <a:xfrm>
          <a:off x="1110939" y="2471314"/>
          <a:ext cx="6682342" cy="1045556"/>
        </a:xfrm>
        <a:prstGeom prst="roundRect">
          <a:avLst>
            <a:gd name="adj" fmla="val 10000"/>
          </a:avLst>
        </a:prstGeom>
        <a:gradFill rotWithShape="0">
          <a:gsLst>
            <a:gs pos="0">
              <a:schemeClr val="accent2">
                <a:hueOff val="600042"/>
                <a:satOff val="0"/>
                <a:lumOff val="15556"/>
                <a:alphaOff val="0"/>
                <a:shade val="51000"/>
                <a:satMod val="130000"/>
              </a:schemeClr>
            </a:gs>
            <a:gs pos="80000">
              <a:schemeClr val="accent2">
                <a:hueOff val="600042"/>
                <a:satOff val="0"/>
                <a:lumOff val="15556"/>
                <a:alphaOff val="0"/>
                <a:shade val="93000"/>
                <a:satMod val="130000"/>
              </a:schemeClr>
            </a:gs>
            <a:gs pos="100000">
              <a:schemeClr val="accent2">
                <a:hueOff val="600042"/>
                <a:satOff val="0"/>
                <a:lumOff val="1555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zh-CN" altLang="en-US" sz="2600" b="1" kern="1200" dirty="0"/>
            <a:t>确定实体类型和联系类型的属性</a:t>
          </a:r>
        </a:p>
      </dsp:txBody>
      <dsp:txXfrm>
        <a:off x="1141562" y="2501937"/>
        <a:ext cx="5390191" cy="984310"/>
      </dsp:txXfrm>
    </dsp:sp>
    <dsp:sp modelId="{537F01A3-70A5-FC46-B22D-7C325E61DB5C}">
      <dsp:nvSpPr>
        <dsp:cNvPr id="0" name=""/>
        <dsp:cNvSpPr/>
      </dsp:nvSpPr>
      <dsp:spPr>
        <a:xfrm>
          <a:off x="1670585" y="3706971"/>
          <a:ext cx="6682342" cy="1045556"/>
        </a:xfrm>
        <a:prstGeom prst="roundRect">
          <a:avLst>
            <a:gd name="adj" fmla="val 10000"/>
          </a:avLst>
        </a:prstGeom>
        <a:gradFill rotWithShape="0">
          <a:gsLst>
            <a:gs pos="0">
              <a:schemeClr val="accent2">
                <a:hueOff val="900062"/>
                <a:satOff val="0"/>
                <a:lumOff val="23334"/>
                <a:alphaOff val="0"/>
                <a:shade val="51000"/>
                <a:satMod val="130000"/>
              </a:schemeClr>
            </a:gs>
            <a:gs pos="80000">
              <a:schemeClr val="accent2">
                <a:hueOff val="900062"/>
                <a:satOff val="0"/>
                <a:lumOff val="23334"/>
                <a:alphaOff val="0"/>
                <a:shade val="93000"/>
                <a:satMod val="130000"/>
              </a:schemeClr>
            </a:gs>
            <a:gs pos="100000">
              <a:schemeClr val="accent2">
                <a:hueOff val="900062"/>
                <a:satOff val="0"/>
                <a:lumOff val="23334"/>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zh-CN" altLang="en-US" sz="2600" b="1" kern="1200" dirty="0"/>
            <a:t>确定实体类型的键，在属于键的属性名下划一横线</a:t>
          </a:r>
        </a:p>
      </dsp:txBody>
      <dsp:txXfrm>
        <a:off x="1701208" y="3737594"/>
        <a:ext cx="5381838" cy="984310"/>
      </dsp:txXfrm>
    </dsp:sp>
    <dsp:sp modelId="{2DA65F1E-CE41-6745-AE1B-FE22D0AB96E2}">
      <dsp:nvSpPr>
        <dsp:cNvPr id="0" name=""/>
        <dsp:cNvSpPr/>
      </dsp:nvSpPr>
      <dsp:spPr>
        <a:xfrm>
          <a:off x="6002730" y="800800"/>
          <a:ext cx="679611" cy="679611"/>
        </a:xfrm>
        <a:prstGeom prst="downArrow">
          <a:avLst>
            <a:gd name="adj1" fmla="val 55000"/>
            <a:gd name="adj2" fmla="val 45000"/>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zh-CN" altLang="en-US" sz="3300" kern="1200"/>
        </a:p>
      </dsp:txBody>
      <dsp:txXfrm>
        <a:off x="6155642" y="800800"/>
        <a:ext cx="373787" cy="511407"/>
      </dsp:txXfrm>
    </dsp:sp>
    <dsp:sp modelId="{0052791D-168E-E442-8C7E-D3A9ECD141DA}">
      <dsp:nvSpPr>
        <dsp:cNvPr id="0" name=""/>
        <dsp:cNvSpPr/>
      </dsp:nvSpPr>
      <dsp:spPr>
        <a:xfrm>
          <a:off x="6562377" y="2036458"/>
          <a:ext cx="679611" cy="679611"/>
        </a:xfrm>
        <a:prstGeom prst="downArrow">
          <a:avLst>
            <a:gd name="adj1" fmla="val 55000"/>
            <a:gd name="adj2" fmla="val 45000"/>
          </a:avLst>
        </a:prstGeom>
        <a:solidFill>
          <a:schemeClr val="accent2">
            <a:tint val="40000"/>
            <a:alpha val="90000"/>
            <a:hueOff val="212019"/>
            <a:satOff val="0"/>
            <a:lumOff val="2022"/>
            <a:alphaOff val="0"/>
          </a:schemeClr>
        </a:solidFill>
        <a:ln w="9525" cap="flat" cmpd="sng" algn="ctr">
          <a:solidFill>
            <a:schemeClr val="accent2">
              <a:tint val="40000"/>
              <a:alpha val="90000"/>
              <a:hueOff val="212019"/>
              <a:satOff val="0"/>
              <a:lumOff val="2022"/>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zh-CN" altLang="en-US" sz="3300" kern="1200"/>
        </a:p>
      </dsp:txBody>
      <dsp:txXfrm>
        <a:off x="6715289" y="2036458"/>
        <a:ext cx="373787" cy="511407"/>
      </dsp:txXfrm>
    </dsp:sp>
    <dsp:sp modelId="{CE029D3D-0022-B044-9474-AC50DBE81F78}">
      <dsp:nvSpPr>
        <dsp:cNvPr id="0" name=""/>
        <dsp:cNvSpPr/>
      </dsp:nvSpPr>
      <dsp:spPr>
        <a:xfrm>
          <a:off x="7113670" y="3272115"/>
          <a:ext cx="679611" cy="679611"/>
        </a:xfrm>
        <a:prstGeom prst="downArrow">
          <a:avLst>
            <a:gd name="adj1" fmla="val 55000"/>
            <a:gd name="adj2" fmla="val 45000"/>
          </a:avLst>
        </a:prstGeom>
        <a:solidFill>
          <a:schemeClr val="accent2">
            <a:tint val="40000"/>
            <a:alpha val="90000"/>
            <a:hueOff val="424038"/>
            <a:satOff val="0"/>
            <a:lumOff val="4045"/>
            <a:alphaOff val="0"/>
          </a:schemeClr>
        </a:solidFill>
        <a:ln w="9525" cap="flat" cmpd="sng" algn="ctr">
          <a:solidFill>
            <a:schemeClr val="accent2">
              <a:tint val="40000"/>
              <a:alpha val="90000"/>
              <a:hueOff val="424038"/>
              <a:satOff val="0"/>
              <a:lumOff val="4045"/>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zh-CN" altLang="en-US" sz="3300" kern="1200"/>
        </a:p>
      </dsp:txBody>
      <dsp:txXfrm>
        <a:off x="7266582" y="3272115"/>
        <a:ext cx="373787" cy="5114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0E946A-FCAB-C54A-B4F4-B3F20603B544}">
      <dsp:nvSpPr>
        <dsp:cNvPr id="0" name=""/>
        <dsp:cNvSpPr/>
      </dsp:nvSpPr>
      <dsp:spPr>
        <a:xfrm>
          <a:off x="360034" y="0"/>
          <a:ext cx="1810622" cy="902490"/>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t>确定实体类型和联系类型</a:t>
          </a:r>
          <a:endParaRPr lang="zh-CN" altLang="en-US" sz="1600" kern="1200" dirty="0"/>
        </a:p>
      </dsp:txBody>
      <dsp:txXfrm>
        <a:off x="386467" y="26433"/>
        <a:ext cx="1757756" cy="849624"/>
      </dsp:txXfrm>
    </dsp:sp>
    <dsp:sp modelId="{D42D492F-9C1F-9F4B-8FCE-8DA90A930934}">
      <dsp:nvSpPr>
        <dsp:cNvPr id="0" name=""/>
        <dsp:cNvSpPr/>
      </dsp:nvSpPr>
      <dsp:spPr>
        <a:xfrm rot="5504431">
          <a:off x="1074535" y="926266"/>
          <a:ext cx="340410" cy="40612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zh-CN" altLang="en-US" sz="1300" kern="1200"/>
        </a:p>
      </dsp:txBody>
      <dsp:txXfrm rot="-5400000">
        <a:off x="1124455" y="959144"/>
        <a:ext cx="243672" cy="238287"/>
      </dsp:txXfrm>
    </dsp:sp>
    <dsp:sp modelId="{5DF6E152-6078-AF4C-9589-7D8A93C56DF3}">
      <dsp:nvSpPr>
        <dsp:cNvPr id="0" name=""/>
        <dsp:cNvSpPr/>
      </dsp:nvSpPr>
      <dsp:spPr>
        <a:xfrm>
          <a:off x="318824" y="1356162"/>
          <a:ext cx="1810622" cy="902490"/>
        </a:xfrm>
        <a:prstGeom prst="roundRect">
          <a:avLst>
            <a:gd name="adj" fmla="val 10000"/>
          </a:avLst>
        </a:prstGeom>
        <a:solidFill>
          <a:schemeClr val="bg1">
            <a:lumMod val="20000"/>
            <a:lumOff val="8000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t>把实体类型和联系类型组合成</a:t>
          </a:r>
          <a:r>
            <a:rPr lang="en-US" altLang="zh-CN" sz="1600" b="1" kern="1200" dirty="0"/>
            <a:t>ER</a:t>
          </a:r>
          <a:r>
            <a:rPr lang="zh-CN" altLang="en-US" sz="1600" b="1" kern="1200" dirty="0"/>
            <a:t>图</a:t>
          </a:r>
          <a:endParaRPr lang="en-US" altLang="zh-CN" sz="1600" b="1" kern="1200" dirty="0"/>
        </a:p>
      </dsp:txBody>
      <dsp:txXfrm>
        <a:off x="345257" y="1382595"/>
        <a:ext cx="1757756" cy="849624"/>
      </dsp:txXfrm>
    </dsp:sp>
    <dsp:sp modelId="{D9803B81-0DBF-5C43-BF57-117A90E6E7C6}">
      <dsp:nvSpPr>
        <dsp:cNvPr id="0" name=""/>
        <dsp:cNvSpPr/>
      </dsp:nvSpPr>
      <dsp:spPr>
        <a:xfrm rot="5400000">
          <a:off x="1054918" y="2281215"/>
          <a:ext cx="338434" cy="40612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zh-CN" altLang="en-US" sz="1300" kern="1200"/>
        </a:p>
      </dsp:txBody>
      <dsp:txXfrm rot="-5400000">
        <a:off x="1102299" y="2315058"/>
        <a:ext cx="243672" cy="236904"/>
      </dsp:txXfrm>
    </dsp:sp>
    <dsp:sp modelId="{99848207-D6D3-5947-8D22-A1916A1339AE}">
      <dsp:nvSpPr>
        <dsp:cNvPr id="0" name=""/>
        <dsp:cNvSpPr/>
      </dsp:nvSpPr>
      <dsp:spPr>
        <a:xfrm>
          <a:off x="318824" y="2709898"/>
          <a:ext cx="1810622" cy="902490"/>
        </a:xfrm>
        <a:prstGeom prst="roundRect">
          <a:avLst>
            <a:gd name="adj" fmla="val 10000"/>
          </a:avLst>
        </a:prstGeom>
        <a:solidFill>
          <a:schemeClr val="bg1">
            <a:lumMod val="20000"/>
            <a:lumOff val="8000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t>确定实体类型和联系类型的属性</a:t>
          </a:r>
        </a:p>
      </dsp:txBody>
      <dsp:txXfrm>
        <a:off x="345257" y="2736331"/>
        <a:ext cx="1757756" cy="849624"/>
      </dsp:txXfrm>
    </dsp:sp>
    <dsp:sp modelId="{D739AE8E-FE10-F146-BB51-BFE12722EA2C}">
      <dsp:nvSpPr>
        <dsp:cNvPr id="0" name=""/>
        <dsp:cNvSpPr/>
      </dsp:nvSpPr>
      <dsp:spPr>
        <a:xfrm rot="5400000">
          <a:off x="1054918" y="3634951"/>
          <a:ext cx="338434" cy="40612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zh-CN" altLang="en-US" sz="1300" kern="1200"/>
        </a:p>
      </dsp:txBody>
      <dsp:txXfrm rot="-5400000">
        <a:off x="1102299" y="3668794"/>
        <a:ext cx="243672" cy="236904"/>
      </dsp:txXfrm>
    </dsp:sp>
    <dsp:sp modelId="{289CE08E-7CD1-174D-BC4B-2976BB8D0AFA}">
      <dsp:nvSpPr>
        <dsp:cNvPr id="0" name=""/>
        <dsp:cNvSpPr/>
      </dsp:nvSpPr>
      <dsp:spPr>
        <a:xfrm>
          <a:off x="318824" y="4063635"/>
          <a:ext cx="1810622" cy="902490"/>
        </a:xfrm>
        <a:prstGeom prst="roundRect">
          <a:avLst>
            <a:gd name="adj" fmla="val 10000"/>
          </a:avLst>
        </a:prstGeom>
        <a:solidFill>
          <a:schemeClr val="bg1">
            <a:lumMod val="20000"/>
            <a:lumOff val="8000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t>确定实体类型的键，在属于键的属性名下划一横线</a:t>
          </a:r>
        </a:p>
      </dsp:txBody>
      <dsp:txXfrm>
        <a:off x="345257" y="4090068"/>
        <a:ext cx="1757756" cy="84962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0E946A-FCAB-C54A-B4F4-B3F20603B544}">
      <dsp:nvSpPr>
        <dsp:cNvPr id="0" name=""/>
        <dsp:cNvSpPr/>
      </dsp:nvSpPr>
      <dsp:spPr>
        <a:xfrm>
          <a:off x="360034" y="0"/>
          <a:ext cx="1810622" cy="902490"/>
        </a:xfrm>
        <a:prstGeom prst="roundRect">
          <a:avLst>
            <a:gd name="adj" fmla="val 10000"/>
          </a:avLst>
        </a:prstGeom>
        <a:solidFill>
          <a:schemeClr val="bg1">
            <a:lumMod val="20000"/>
            <a:lumOff val="8000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t>确定实体类型和联系类型</a:t>
          </a:r>
          <a:endParaRPr lang="zh-CN" altLang="en-US" sz="1600" kern="1200" dirty="0"/>
        </a:p>
      </dsp:txBody>
      <dsp:txXfrm>
        <a:off x="386467" y="26433"/>
        <a:ext cx="1757756" cy="849624"/>
      </dsp:txXfrm>
    </dsp:sp>
    <dsp:sp modelId="{D42D492F-9C1F-9F4B-8FCE-8DA90A930934}">
      <dsp:nvSpPr>
        <dsp:cNvPr id="0" name=""/>
        <dsp:cNvSpPr/>
      </dsp:nvSpPr>
      <dsp:spPr>
        <a:xfrm rot="5504431">
          <a:off x="1074535" y="926266"/>
          <a:ext cx="340410" cy="40612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zh-CN" altLang="en-US" sz="1300" kern="1200"/>
        </a:p>
      </dsp:txBody>
      <dsp:txXfrm rot="-5400000">
        <a:off x="1124455" y="959144"/>
        <a:ext cx="243672" cy="238287"/>
      </dsp:txXfrm>
    </dsp:sp>
    <dsp:sp modelId="{5DF6E152-6078-AF4C-9589-7D8A93C56DF3}">
      <dsp:nvSpPr>
        <dsp:cNvPr id="0" name=""/>
        <dsp:cNvSpPr/>
      </dsp:nvSpPr>
      <dsp:spPr>
        <a:xfrm>
          <a:off x="318824" y="1356162"/>
          <a:ext cx="1810622" cy="902490"/>
        </a:xfrm>
        <a:prstGeom prst="roundRect">
          <a:avLst>
            <a:gd name="adj" fmla="val 10000"/>
          </a:avLst>
        </a:prstGeom>
        <a:solidFill>
          <a:schemeClr val="bg1"/>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t>把实体类型和联系类型组合成</a:t>
          </a:r>
          <a:r>
            <a:rPr lang="en-US" altLang="zh-CN" sz="1600" b="1" kern="1200" dirty="0"/>
            <a:t>ER</a:t>
          </a:r>
          <a:r>
            <a:rPr lang="zh-CN" altLang="en-US" sz="1600" b="1" kern="1200" dirty="0"/>
            <a:t>图</a:t>
          </a:r>
          <a:endParaRPr lang="en-US" altLang="zh-CN" sz="1600" b="1" kern="1200" dirty="0"/>
        </a:p>
      </dsp:txBody>
      <dsp:txXfrm>
        <a:off x="345257" y="1382595"/>
        <a:ext cx="1757756" cy="849624"/>
      </dsp:txXfrm>
    </dsp:sp>
    <dsp:sp modelId="{D9803B81-0DBF-5C43-BF57-117A90E6E7C6}">
      <dsp:nvSpPr>
        <dsp:cNvPr id="0" name=""/>
        <dsp:cNvSpPr/>
      </dsp:nvSpPr>
      <dsp:spPr>
        <a:xfrm rot="5400000">
          <a:off x="1054918" y="2281215"/>
          <a:ext cx="338434" cy="40612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zh-CN" altLang="en-US" sz="1300" kern="1200"/>
        </a:p>
      </dsp:txBody>
      <dsp:txXfrm rot="-5400000">
        <a:off x="1102299" y="2315058"/>
        <a:ext cx="243672" cy="236904"/>
      </dsp:txXfrm>
    </dsp:sp>
    <dsp:sp modelId="{99848207-D6D3-5947-8D22-A1916A1339AE}">
      <dsp:nvSpPr>
        <dsp:cNvPr id="0" name=""/>
        <dsp:cNvSpPr/>
      </dsp:nvSpPr>
      <dsp:spPr>
        <a:xfrm>
          <a:off x="318824" y="2709898"/>
          <a:ext cx="1810622" cy="902490"/>
        </a:xfrm>
        <a:prstGeom prst="roundRect">
          <a:avLst>
            <a:gd name="adj" fmla="val 10000"/>
          </a:avLst>
        </a:prstGeom>
        <a:solidFill>
          <a:schemeClr val="bg1">
            <a:lumMod val="20000"/>
            <a:lumOff val="8000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t>确定实体类型和联系类型的属性</a:t>
          </a:r>
        </a:p>
      </dsp:txBody>
      <dsp:txXfrm>
        <a:off x="345257" y="2736331"/>
        <a:ext cx="1757756" cy="849624"/>
      </dsp:txXfrm>
    </dsp:sp>
    <dsp:sp modelId="{D739AE8E-FE10-F146-BB51-BFE12722EA2C}">
      <dsp:nvSpPr>
        <dsp:cNvPr id="0" name=""/>
        <dsp:cNvSpPr/>
      </dsp:nvSpPr>
      <dsp:spPr>
        <a:xfrm rot="5400000">
          <a:off x="1054918" y="3634951"/>
          <a:ext cx="338434" cy="40612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zh-CN" altLang="en-US" sz="1300" kern="1200"/>
        </a:p>
      </dsp:txBody>
      <dsp:txXfrm rot="-5400000">
        <a:off x="1102299" y="3668794"/>
        <a:ext cx="243672" cy="236904"/>
      </dsp:txXfrm>
    </dsp:sp>
    <dsp:sp modelId="{289CE08E-7CD1-174D-BC4B-2976BB8D0AFA}">
      <dsp:nvSpPr>
        <dsp:cNvPr id="0" name=""/>
        <dsp:cNvSpPr/>
      </dsp:nvSpPr>
      <dsp:spPr>
        <a:xfrm>
          <a:off x="318824" y="4063635"/>
          <a:ext cx="1810622" cy="902490"/>
        </a:xfrm>
        <a:prstGeom prst="roundRect">
          <a:avLst>
            <a:gd name="adj" fmla="val 10000"/>
          </a:avLst>
        </a:prstGeom>
        <a:solidFill>
          <a:schemeClr val="bg1">
            <a:lumMod val="20000"/>
            <a:lumOff val="8000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t>确定实体类型的键，在属于键的属性名下划一横线</a:t>
          </a:r>
        </a:p>
      </dsp:txBody>
      <dsp:txXfrm>
        <a:off x="345257" y="4090068"/>
        <a:ext cx="1757756" cy="84962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0E946A-FCAB-C54A-B4F4-B3F20603B544}">
      <dsp:nvSpPr>
        <dsp:cNvPr id="0" name=""/>
        <dsp:cNvSpPr/>
      </dsp:nvSpPr>
      <dsp:spPr>
        <a:xfrm>
          <a:off x="360034" y="0"/>
          <a:ext cx="1810622" cy="902490"/>
        </a:xfrm>
        <a:prstGeom prst="roundRect">
          <a:avLst>
            <a:gd name="adj" fmla="val 10000"/>
          </a:avLst>
        </a:prstGeom>
        <a:solidFill>
          <a:schemeClr val="bg1">
            <a:lumMod val="20000"/>
            <a:lumOff val="8000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t>确定实体类型和联系类型</a:t>
          </a:r>
          <a:endParaRPr lang="zh-CN" altLang="en-US" sz="1600" kern="1200" dirty="0"/>
        </a:p>
      </dsp:txBody>
      <dsp:txXfrm>
        <a:off x="386467" y="26433"/>
        <a:ext cx="1757756" cy="849624"/>
      </dsp:txXfrm>
    </dsp:sp>
    <dsp:sp modelId="{D42D492F-9C1F-9F4B-8FCE-8DA90A930934}">
      <dsp:nvSpPr>
        <dsp:cNvPr id="0" name=""/>
        <dsp:cNvSpPr/>
      </dsp:nvSpPr>
      <dsp:spPr>
        <a:xfrm rot="5504431">
          <a:off x="1074535" y="926266"/>
          <a:ext cx="340410" cy="40612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zh-CN" altLang="en-US" sz="1300" kern="1200"/>
        </a:p>
      </dsp:txBody>
      <dsp:txXfrm rot="-5400000">
        <a:off x="1124455" y="959144"/>
        <a:ext cx="243672" cy="238287"/>
      </dsp:txXfrm>
    </dsp:sp>
    <dsp:sp modelId="{5DF6E152-6078-AF4C-9589-7D8A93C56DF3}">
      <dsp:nvSpPr>
        <dsp:cNvPr id="0" name=""/>
        <dsp:cNvSpPr/>
      </dsp:nvSpPr>
      <dsp:spPr>
        <a:xfrm>
          <a:off x="318824" y="1356162"/>
          <a:ext cx="1810622" cy="902490"/>
        </a:xfrm>
        <a:prstGeom prst="roundRect">
          <a:avLst>
            <a:gd name="adj" fmla="val 10000"/>
          </a:avLst>
        </a:prstGeom>
        <a:solidFill>
          <a:schemeClr val="bg1">
            <a:lumMod val="20000"/>
            <a:lumOff val="8000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t>把实体类型和联系类型组合成</a:t>
          </a:r>
          <a:r>
            <a:rPr lang="en-US" altLang="zh-CN" sz="1600" b="1" kern="1200" dirty="0"/>
            <a:t>ER</a:t>
          </a:r>
          <a:r>
            <a:rPr lang="zh-CN" altLang="en-US" sz="1600" b="1" kern="1200" dirty="0"/>
            <a:t>图</a:t>
          </a:r>
          <a:endParaRPr lang="en-US" altLang="zh-CN" sz="1600" b="1" kern="1200" dirty="0"/>
        </a:p>
      </dsp:txBody>
      <dsp:txXfrm>
        <a:off x="345257" y="1382595"/>
        <a:ext cx="1757756" cy="849624"/>
      </dsp:txXfrm>
    </dsp:sp>
    <dsp:sp modelId="{D9803B81-0DBF-5C43-BF57-117A90E6E7C6}">
      <dsp:nvSpPr>
        <dsp:cNvPr id="0" name=""/>
        <dsp:cNvSpPr/>
      </dsp:nvSpPr>
      <dsp:spPr>
        <a:xfrm rot="5400000">
          <a:off x="1054918" y="2281215"/>
          <a:ext cx="338434" cy="40612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zh-CN" altLang="en-US" sz="1300" kern="1200"/>
        </a:p>
      </dsp:txBody>
      <dsp:txXfrm rot="-5400000">
        <a:off x="1102299" y="2315058"/>
        <a:ext cx="243672" cy="236904"/>
      </dsp:txXfrm>
    </dsp:sp>
    <dsp:sp modelId="{99848207-D6D3-5947-8D22-A1916A1339AE}">
      <dsp:nvSpPr>
        <dsp:cNvPr id="0" name=""/>
        <dsp:cNvSpPr/>
      </dsp:nvSpPr>
      <dsp:spPr>
        <a:xfrm>
          <a:off x="318824" y="2709898"/>
          <a:ext cx="1810622" cy="902490"/>
        </a:xfrm>
        <a:prstGeom prst="roundRect">
          <a:avLst>
            <a:gd name="adj" fmla="val 10000"/>
          </a:avLst>
        </a:prstGeom>
        <a:solidFill>
          <a:schemeClr val="bg1"/>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t>确定实体类型和联系类型的属性</a:t>
          </a:r>
        </a:p>
      </dsp:txBody>
      <dsp:txXfrm>
        <a:off x="345257" y="2736331"/>
        <a:ext cx="1757756" cy="849624"/>
      </dsp:txXfrm>
    </dsp:sp>
    <dsp:sp modelId="{D739AE8E-FE10-F146-BB51-BFE12722EA2C}">
      <dsp:nvSpPr>
        <dsp:cNvPr id="0" name=""/>
        <dsp:cNvSpPr/>
      </dsp:nvSpPr>
      <dsp:spPr>
        <a:xfrm rot="5400000">
          <a:off x="1054918" y="3634951"/>
          <a:ext cx="338434" cy="40612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zh-CN" altLang="en-US" sz="1300" kern="1200"/>
        </a:p>
      </dsp:txBody>
      <dsp:txXfrm rot="-5400000">
        <a:off x="1102299" y="3668794"/>
        <a:ext cx="243672" cy="236904"/>
      </dsp:txXfrm>
    </dsp:sp>
    <dsp:sp modelId="{289CE08E-7CD1-174D-BC4B-2976BB8D0AFA}">
      <dsp:nvSpPr>
        <dsp:cNvPr id="0" name=""/>
        <dsp:cNvSpPr/>
      </dsp:nvSpPr>
      <dsp:spPr>
        <a:xfrm>
          <a:off x="318824" y="4063635"/>
          <a:ext cx="1810622" cy="902490"/>
        </a:xfrm>
        <a:prstGeom prst="roundRect">
          <a:avLst>
            <a:gd name="adj" fmla="val 10000"/>
          </a:avLst>
        </a:prstGeom>
        <a:solidFill>
          <a:schemeClr val="bg1">
            <a:lumMod val="20000"/>
            <a:lumOff val="8000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t>确定实体类型的键，在属于键的属性名下划一横线</a:t>
          </a:r>
        </a:p>
      </dsp:txBody>
      <dsp:txXfrm>
        <a:off x="345257" y="4090068"/>
        <a:ext cx="1757756" cy="84962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0E946A-FCAB-C54A-B4F4-B3F20603B544}">
      <dsp:nvSpPr>
        <dsp:cNvPr id="0" name=""/>
        <dsp:cNvSpPr/>
      </dsp:nvSpPr>
      <dsp:spPr>
        <a:xfrm>
          <a:off x="360034" y="0"/>
          <a:ext cx="1810622" cy="902490"/>
        </a:xfrm>
        <a:prstGeom prst="roundRect">
          <a:avLst>
            <a:gd name="adj" fmla="val 10000"/>
          </a:avLst>
        </a:prstGeom>
        <a:solidFill>
          <a:schemeClr val="bg1">
            <a:lumMod val="20000"/>
            <a:lumOff val="8000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t>确定实体类型和联系类型</a:t>
          </a:r>
          <a:endParaRPr lang="zh-CN" altLang="en-US" sz="1600" kern="1200" dirty="0"/>
        </a:p>
      </dsp:txBody>
      <dsp:txXfrm>
        <a:off x="386467" y="26433"/>
        <a:ext cx="1757756" cy="849624"/>
      </dsp:txXfrm>
    </dsp:sp>
    <dsp:sp modelId="{D42D492F-9C1F-9F4B-8FCE-8DA90A930934}">
      <dsp:nvSpPr>
        <dsp:cNvPr id="0" name=""/>
        <dsp:cNvSpPr/>
      </dsp:nvSpPr>
      <dsp:spPr>
        <a:xfrm rot="5504431">
          <a:off x="1074535" y="926266"/>
          <a:ext cx="340410" cy="40612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zh-CN" altLang="en-US" sz="1300" kern="1200"/>
        </a:p>
      </dsp:txBody>
      <dsp:txXfrm rot="-5400000">
        <a:off x="1124455" y="959144"/>
        <a:ext cx="243672" cy="238287"/>
      </dsp:txXfrm>
    </dsp:sp>
    <dsp:sp modelId="{5DF6E152-6078-AF4C-9589-7D8A93C56DF3}">
      <dsp:nvSpPr>
        <dsp:cNvPr id="0" name=""/>
        <dsp:cNvSpPr/>
      </dsp:nvSpPr>
      <dsp:spPr>
        <a:xfrm>
          <a:off x="318824" y="1356162"/>
          <a:ext cx="1810622" cy="902490"/>
        </a:xfrm>
        <a:prstGeom prst="roundRect">
          <a:avLst>
            <a:gd name="adj" fmla="val 10000"/>
          </a:avLst>
        </a:prstGeom>
        <a:solidFill>
          <a:schemeClr val="bg1">
            <a:lumMod val="20000"/>
            <a:lumOff val="8000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t>把实体类型和联系类型组合成</a:t>
          </a:r>
          <a:r>
            <a:rPr lang="en-US" altLang="zh-CN" sz="1600" b="1" kern="1200" dirty="0"/>
            <a:t>ER</a:t>
          </a:r>
          <a:r>
            <a:rPr lang="zh-CN" altLang="en-US" sz="1600" b="1" kern="1200" dirty="0"/>
            <a:t>图</a:t>
          </a:r>
          <a:endParaRPr lang="en-US" altLang="zh-CN" sz="1600" b="1" kern="1200" dirty="0"/>
        </a:p>
      </dsp:txBody>
      <dsp:txXfrm>
        <a:off x="345257" y="1382595"/>
        <a:ext cx="1757756" cy="849624"/>
      </dsp:txXfrm>
    </dsp:sp>
    <dsp:sp modelId="{D9803B81-0DBF-5C43-BF57-117A90E6E7C6}">
      <dsp:nvSpPr>
        <dsp:cNvPr id="0" name=""/>
        <dsp:cNvSpPr/>
      </dsp:nvSpPr>
      <dsp:spPr>
        <a:xfrm rot="5400000">
          <a:off x="1054918" y="2281215"/>
          <a:ext cx="338434" cy="40612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zh-CN" altLang="en-US" sz="1300" kern="1200"/>
        </a:p>
      </dsp:txBody>
      <dsp:txXfrm rot="-5400000">
        <a:off x="1102299" y="2315058"/>
        <a:ext cx="243672" cy="236904"/>
      </dsp:txXfrm>
    </dsp:sp>
    <dsp:sp modelId="{99848207-D6D3-5947-8D22-A1916A1339AE}">
      <dsp:nvSpPr>
        <dsp:cNvPr id="0" name=""/>
        <dsp:cNvSpPr/>
      </dsp:nvSpPr>
      <dsp:spPr>
        <a:xfrm>
          <a:off x="318824" y="2709898"/>
          <a:ext cx="1810622" cy="902490"/>
        </a:xfrm>
        <a:prstGeom prst="roundRect">
          <a:avLst>
            <a:gd name="adj" fmla="val 10000"/>
          </a:avLst>
        </a:prstGeom>
        <a:solidFill>
          <a:schemeClr val="bg1">
            <a:lumMod val="20000"/>
            <a:lumOff val="8000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t>确定实体类型和联系类型的属性</a:t>
          </a:r>
        </a:p>
      </dsp:txBody>
      <dsp:txXfrm>
        <a:off x="345257" y="2736331"/>
        <a:ext cx="1757756" cy="849624"/>
      </dsp:txXfrm>
    </dsp:sp>
    <dsp:sp modelId="{D739AE8E-FE10-F146-BB51-BFE12722EA2C}">
      <dsp:nvSpPr>
        <dsp:cNvPr id="0" name=""/>
        <dsp:cNvSpPr/>
      </dsp:nvSpPr>
      <dsp:spPr>
        <a:xfrm rot="5400000">
          <a:off x="1054918" y="3634951"/>
          <a:ext cx="338434" cy="40612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zh-CN" altLang="en-US" sz="1300" kern="1200"/>
        </a:p>
      </dsp:txBody>
      <dsp:txXfrm rot="-5400000">
        <a:off x="1102299" y="3668794"/>
        <a:ext cx="243672" cy="236904"/>
      </dsp:txXfrm>
    </dsp:sp>
    <dsp:sp modelId="{289CE08E-7CD1-174D-BC4B-2976BB8D0AFA}">
      <dsp:nvSpPr>
        <dsp:cNvPr id="0" name=""/>
        <dsp:cNvSpPr/>
      </dsp:nvSpPr>
      <dsp:spPr>
        <a:xfrm>
          <a:off x="318824" y="4063635"/>
          <a:ext cx="1810622" cy="902490"/>
        </a:xfrm>
        <a:prstGeom prst="roundRect">
          <a:avLst>
            <a:gd name="adj" fmla="val 10000"/>
          </a:avLst>
        </a:prstGeom>
        <a:solidFill>
          <a:schemeClr val="bg1"/>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t>确定实体类型的键，在属于键的属性名下划一横线</a:t>
          </a:r>
        </a:p>
      </dsp:txBody>
      <dsp:txXfrm>
        <a:off x="345257" y="4090068"/>
        <a:ext cx="1757756" cy="849624"/>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62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lnSpc>
                <a:spcPct val="80000"/>
              </a:lnSpc>
              <a:spcBef>
                <a:spcPct val="50000"/>
              </a:spcBef>
              <a:defRPr sz="1200"/>
            </a:lvl1pPr>
          </a:lstStyle>
          <a:p>
            <a:endParaRPr lang="en-US" altLang="zh-CN"/>
          </a:p>
        </p:txBody>
      </p:sp>
      <p:sp>
        <p:nvSpPr>
          <p:cNvPr id="566275"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lnSpc>
                <a:spcPct val="80000"/>
              </a:lnSpc>
              <a:spcBef>
                <a:spcPct val="50000"/>
              </a:spcBef>
              <a:defRPr sz="1200"/>
            </a:lvl1pPr>
          </a:lstStyle>
          <a:p>
            <a:fld id="{C75733AD-26CE-4249-A357-FBD91FFE2B69}" type="datetime1">
              <a:rPr lang="zh-CN" altLang="en-US"/>
              <a:pPr/>
              <a:t>2026/3/16</a:t>
            </a:fld>
            <a:endParaRPr lang="en-US" altLang="zh-CN"/>
          </a:p>
        </p:txBody>
      </p:sp>
      <p:sp>
        <p:nvSpPr>
          <p:cNvPr id="566276"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lnSpc>
                <a:spcPct val="80000"/>
              </a:lnSpc>
              <a:spcBef>
                <a:spcPct val="50000"/>
              </a:spcBef>
              <a:defRPr sz="1200"/>
            </a:lvl1pPr>
          </a:lstStyle>
          <a:p>
            <a:endParaRPr lang="en-US" altLang="zh-CN"/>
          </a:p>
        </p:txBody>
      </p:sp>
      <p:sp>
        <p:nvSpPr>
          <p:cNvPr id="566277"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lnSpc>
                <a:spcPct val="80000"/>
              </a:lnSpc>
              <a:spcBef>
                <a:spcPct val="50000"/>
              </a:spcBef>
              <a:defRPr sz="1200"/>
            </a:lvl1pPr>
          </a:lstStyle>
          <a:p>
            <a:fld id="{C9C5DB74-0C76-4D20-B1C6-4A4EFE564923}" type="slidenum">
              <a:rPr lang="en-US" altLang="zh-CN"/>
              <a:pPr/>
              <a:t>‹#›</a:t>
            </a:fld>
            <a:endParaRPr lang="en-US" altLang="zh-CN"/>
          </a:p>
        </p:txBody>
      </p:sp>
    </p:spTree>
    <p:extLst>
      <p:ext uri="{BB962C8B-B14F-4D97-AF65-F5344CB8AC3E}">
        <p14:creationId xmlns:p14="http://schemas.microsoft.com/office/powerpoint/2010/main" val="3599293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lnSpc>
                <a:spcPct val="100000"/>
              </a:lnSpc>
              <a:defRPr sz="1200">
                <a:latin typeface="Times New Roman" pitchFamily="18" charset="0"/>
              </a:defRPr>
            </a:lvl1pPr>
          </a:lstStyle>
          <a:p>
            <a:endParaRPr lang="en-US" altLang="zh-CN"/>
          </a:p>
        </p:txBody>
      </p:sp>
      <p:sp>
        <p:nvSpPr>
          <p:cNvPr id="60419"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lnSpc>
                <a:spcPct val="100000"/>
              </a:lnSpc>
              <a:defRPr sz="1200">
                <a:latin typeface="Times New Roman" pitchFamily="18" charset="0"/>
              </a:defRPr>
            </a:lvl1pPr>
          </a:lstStyle>
          <a:p>
            <a:fld id="{F0E14E12-BE80-45CE-8C29-4C39496729A7}" type="datetime1">
              <a:rPr lang="zh-CN" altLang="en-US"/>
              <a:pPr/>
              <a:t>2026/3/16</a:t>
            </a:fld>
            <a:endParaRPr lang="en-US" altLang="zh-CN"/>
          </a:p>
        </p:txBody>
      </p:sp>
      <p:sp>
        <p:nvSpPr>
          <p:cNvPr id="604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0421"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0422"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lnSpc>
                <a:spcPct val="100000"/>
              </a:lnSpc>
              <a:defRPr sz="1200">
                <a:latin typeface="Times New Roman" pitchFamily="18" charset="0"/>
              </a:defRPr>
            </a:lvl1pPr>
          </a:lstStyle>
          <a:p>
            <a:endParaRPr lang="en-US" altLang="zh-CN"/>
          </a:p>
        </p:txBody>
      </p:sp>
      <p:sp>
        <p:nvSpPr>
          <p:cNvPr id="60423"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lnSpc>
                <a:spcPct val="100000"/>
              </a:lnSpc>
              <a:defRPr sz="1200">
                <a:latin typeface="Times New Roman" pitchFamily="18" charset="0"/>
              </a:defRPr>
            </a:lvl1pPr>
          </a:lstStyle>
          <a:p>
            <a:fld id="{55C7F930-4312-4247-948D-5CE601FE03D3}" type="slidenum">
              <a:rPr lang="en-US" altLang="zh-CN"/>
              <a:pPr/>
              <a:t>‹#›</a:t>
            </a:fld>
            <a:endParaRPr lang="en-US" altLang="zh-CN"/>
          </a:p>
        </p:txBody>
      </p:sp>
    </p:spTree>
    <p:extLst>
      <p:ext uri="{BB962C8B-B14F-4D97-AF65-F5344CB8AC3E}">
        <p14:creationId xmlns:p14="http://schemas.microsoft.com/office/powerpoint/2010/main" val="393004165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a:t>
            </a:r>
            <a:r>
              <a:rPr kumimoji="1" lang="zh-CN" altLang="en-US" dirty="0"/>
              <a:t>逻辑数据：指程序员或用户用以操作的数据形式。 </a:t>
            </a:r>
            <a:r>
              <a:rPr kumimoji="1" lang="en-US" altLang="zh-CN" dirty="0"/>
              <a:t>·</a:t>
            </a:r>
            <a:r>
              <a:rPr kumimoji="1" lang="zh-CN" altLang="en-US" dirty="0"/>
              <a:t>物理数据：指存储设备上存储的数据。</a:t>
            </a:r>
          </a:p>
        </p:txBody>
      </p:sp>
      <p:sp>
        <p:nvSpPr>
          <p:cNvPr id="4" name="灯片编号占位符 3"/>
          <p:cNvSpPr>
            <a:spLocks noGrp="1"/>
          </p:cNvSpPr>
          <p:nvPr>
            <p:ph type="sldNum" sz="quarter" idx="5"/>
          </p:nvPr>
        </p:nvSpPr>
        <p:spPr/>
        <p:txBody>
          <a:bodyPr/>
          <a:lstStyle/>
          <a:p>
            <a:fld id="{55C7F930-4312-4247-948D-5CE601FE03D3}" type="slidenum">
              <a:rPr lang="en-US" altLang="zh-CN" smtClean="0"/>
              <a:pPr/>
              <a:t>7</a:t>
            </a:fld>
            <a:endParaRPr lang="en-US" altLang="zh-CN"/>
          </a:p>
        </p:txBody>
      </p:sp>
    </p:spTree>
    <p:extLst>
      <p:ext uri="{BB962C8B-B14F-4D97-AF65-F5344CB8AC3E}">
        <p14:creationId xmlns:p14="http://schemas.microsoft.com/office/powerpoint/2010/main" val="7007150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 </a:t>
            </a:r>
            <a:endParaRPr kumimoji="1" lang="zh-CN" altLang="en-US" dirty="0"/>
          </a:p>
        </p:txBody>
      </p:sp>
      <p:sp>
        <p:nvSpPr>
          <p:cNvPr id="4" name="灯片编号占位符 3"/>
          <p:cNvSpPr>
            <a:spLocks noGrp="1"/>
          </p:cNvSpPr>
          <p:nvPr>
            <p:ph type="sldNum" sz="quarter" idx="5"/>
          </p:nvPr>
        </p:nvSpPr>
        <p:spPr/>
        <p:txBody>
          <a:bodyPr/>
          <a:lstStyle/>
          <a:p>
            <a:fld id="{55C7F930-4312-4247-948D-5CE601FE03D3}" type="slidenum">
              <a:rPr lang="en-US" altLang="zh-CN" smtClean="0"/>
              <a:pPr/>
              <a:t>8</a:t>
            </a:fld>
            <a:endParaRPr lang="en-US" altLang="zh-CN"/>
          </a:p>
        </p:txBody>
      </p:sp>
    </p:spTree>
    <p:extLst>
      <p:ext uri="{BB962C8B-B14F-4D97-AF65-F5344CB8AC3E}">
        <p14:creationId xmlns:p14="http://schemas.microsoft.com/office/powerpoint/2010/main" val="28195623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1</a:t>
            </a:r>
            <a:r>
              <a:rPr kumimoji="1" lang="zh-CN" altLang="en-US" dirty="0"/>
              <a:t>对</a:t>
            </a:r>
            <a:r>
              <a:rPr kumimoji="1" lang="en-US" altLang="zh-CN" dirty="0"/>
              <a:t>1:</a:t>
            </a:r>
            <a:r>
              <a:rPr lang="zh-CN" altLang="en-US" b="0" i="0" u="none" strike="noStrike" dirty="0">
                <a:solidFill>
                  <a:srgbClr val="4B4B4B"/>
                </a:solidFill>
                <a:effectLst/>
                <a:latin typeface="PingFang SC" panose="020B0400000000000000" pitchFamily="34" charset="-122"/>
                <a:ea typeface="PingFang SC" panose="020B0400000000000000" pitchFamily="34" charset="-122"/>
              </a:rPr>
              <a:t>一门“课程”只有一名任课“老师”；一名“教师”只教一门课</a:t>
            </a:r>
            <a:endParaRPr lang="en-US" altLang="zh-CN" b="0" i="0" u="none" strike="noStrike" dirty="0">
              <a:solidFill>
                <a:srgbClr val="4B4B4B"/>
              </a:solidFill>
              <a:effectLst/>
              <a:latin typeface="PingFang SC" panose="020B0400000000000000" pitchFamily="34" charset="-122"/>
              <a:ea typeface="PingFang SC" panose="020B0400000000000000" pitchFamily="34" charset="-122"/>
            </a:endParaRPr>
          </a:p>
          <a:p>
            <a:pPr algn="l"/>
            <a:r>
              <a:rPr kumimoji="1" lang="en-US" altLang="zh-CN" b="0" i="0" u="none" strike="noStrike" dirty="0">
                <a:solidFill>
                  <a:srgbClr val="4B4B4B"/>
                </a:solidFill>
                <a:effectLst/>
                <a:latin typeface="PingFang SC" panose="020B0400000000000000" pitchFamily="34" charset="-122"/>
                <a:ea typeface="PingFang SC" panose="020B0400000000000000" pitchFamily="34" charset="-122"/>
              </a:rPr>
              <a:t>1</a:t>
            </a:r>
            <a:r>
              <a:rPr kumimoji="1" lang="zh-CN" altLang="en-US" b="0" i="0" u="none" strike="noStrike" dirty="0">
                <a:solidFill>
                  <a:srgbClr val="4B4B4B"/>
                </a:solidFill>
                <a:effectLst/>
                <a:latin typeface="PingFang SC" panose="020B0400000000000000" pitchFamily="34" charset="-122"/>
                <a:ea typeface="PingFang SC" panose="020B0400000000000000" pitchFamily="34" charset="-122"/>
              </a:rPr>
              <a:t>对多：</a:t>
            </a:r>
            <a:r>
              <a:rPr lang="zh-CN" altLang="en-US" b="0" i="0" u="none" strike="noStrike" dirty="0">
                <a:solidFill>
                  <a:srgbClr val="4B4B4B"/>
                </a:solidFill>
                <a:effectLst/>
                <a:latin typeface="PingFang SC" panose="020B0400000000000000" pitchFamily="34" charset="-122"/>
                <a:ea typeface="PingFang SC" panose="020B0400000000000000" pitchFamily="34" charset="-122"/>
              </a:rPr>
              <a:t>一个“班级”有若干名“学生”；一个“学生”只属于一个班级</a:t>
            </a:r>
          </a:p>
          <a:p>
            <a:r>
              <a:rPr kumimoji="1" lang="zh-CN" altLang="en-US" dirty="0"/>
              <a:t>多对多：</a:t>
            </a:r>
            <a:r>
              <a:rPr lang="zh-CN" altLang="en-US" b="0" i="0" u="none" strike="noStrike" dirty="0">
                <a:solidFill>
                  <a:srgbClr val="4B4B4B"/>
                </a:solidFill>
                <a:effectLst/>
                <a:latin typeface="PingFang SC" panose="020B0400000000000000" pitchFamily="34" charset="-122"/>
                <a:ea typeface="PingFang SC" panose="020B0400000000000000" pitchFamily="34" charset="-122"/>
              </a:rPr>
              <a:t>一名“学生”可选多门“课程”；一门“课程”有若干名“学生”选中</a:t>
            </a:r>
            <a:endParaRPr lang="en-US" altLang="zh-CN" b="0" i="0" u="none" strike="noStrike" dirty="0">
              <a:solidFill>
                <a:srgbClr val="4B4B4B"/>
              </a:solidFill>
              <a:effectLst/>
              <a:latin typeface="PingFang SC" panose="020B0400000000000000" pitchFamily="34" charset="-122"/>
              <a:ea typeface="PingFang SC" panose="020B0400000000000000" pitchFamily="34" charset="-122"/>
            </a:endParaRPr>
          </a:p>
          <a:p>
            <a:pPr algn="l"/>
            <a:r>
              <a:rPr lang="zh-CN" altLang="en-US" b="0" i="0" u="none" strike="noStrike" dirty="0">
                <a:solidFill>
                  <a:srgbClr val="4B4B4B"/>
                </a:solidFill>
                <a:effectLst/>
                <a:latin typeface="PingFang SC" panose="020B0400000000000000" pitchFamily="34" charset="-122"/>
                <a:ea typeface="PingFang SC" panose="020B0400000000000000" pitchFamily="34" charset="-122"/>
              </a:rPr>
              <a:t>、多个实体集之间的联系（也称：多元</a:t>
            </a:r>
            <a:r>
              <a:rPr lang="en-US" altLang="zh-CN" b="0" i="0" u="none" strike="noStrike" dirty="0">
                <a:solidFill>
                  <a:srgbClr val="4B4B4B"/>
                </a:solidFill>
                <a:effectLst/>
                <a:latin typeface="PingFang SC" panose="020B0400000000000000" pitchFamily="34" charset="-122"/>
                <a:ea typeface="PingFang SC" panose="020B0400000000000000" pitchFamily="34" charset="-122"/>
              </a:rPr>
              <a:t>/</a:t>
            </a:r>
            <a:r>
              <a:rPr lang="zh-CN" altLang="en-US" b="0" i="0" u="none" strike="noStrike" dirty="0">
                <a:solidFill>
                  <a:srgbClr val="4B4B4B"/>
                </a:solidFill>
                <a:effectLst/>
                <a:latin typeface="PingFang SC" panose="020B0400000000000000" pitchFamily="34" charset="-122"/>
                <a:ea typeface="PingFang SC" panose="020B0400000000000000" pitchFamily="34" charset="-122"/>
              </a:rPr>
              <a:t>多路联系）</a:t>
            </a:r>
          </a:p>
          <a:p>
            <a:pPr algn="l"/>
            <a:r>
              <a:rPr lang="zh-CN" altLang="en-US" b="0" i="0" u="none" strike="noStrike" dirty="0">
                <a:solidFill>
                  <a:srgbClr val="4B4B4B"/>
                </a:solidFill>
                <a:effectLst/>
                <a:latin typeface="PingFang SC" panose="020B0400000000000000" pitchFamily="34" charset="-122"/>
                <a:ea typeface="PingFang SC" panose="020B0400000000000000" pitchFamily="34" charset="-122"/>
              </a:rPr>
              <a:t>例：（王东，</a:t>
            </a:r>
            <a:r>
              <a:rPr lang="en-US" altLang="zh-CN" b="0" i="0" u="none" strike="noStrike" dirty="0">
                <a:solidFill>
                  <a:srgbClr val="4B4B4B"/>
                </a:solidFill>
                <a:effectLst/>
                <a:latin typeface="PingFang SC" panose="020B0400000000000000" pitchFamily="34" charset="-122"/>
                <a:ea typeface="PingFang SC" panose="020B0400000000000000" pitchFamily="34" charset="-122"/>
              </a:rPr>
              <a:t>OS</a:t>
            </a:r>
            <a:r>
              <a:rPr lang="zh-CN" altLang="en-US" b="0" i="0" u="none" strike="noStrike" dirty="0">
                <a:solidFill>
                  <a:srgbClr val="4B4B4B"/>
                </a:solidFill>
                <a:effectLst/>
                <a:latin typeface="PingFang SC" panose="020B0400000000000000" pitchFamily="34" charset="-122"/>
                <a:ea typeface="PingFang SC" panose="020B0400000000000000" pitchFamily="34" charset="-122"/>
              </a:rPr>
              <a:t>，“操作系统原理”，</a:t>
            </a:r>
            <a:r>
              <a:rPr lang="en-US" altLang="zh-CN" b="0" i="0" u="none" strike="noStrike" dirty="0">
                <a:solidFill>
                  <a:srgbClr val="4B4B4B"/>
                </a:solidFill>
                <a:effectLst/>
                <a:latin typeface="PingFang SC" panose="020B0400000000000000" pitchFamily="34" charset="-122"/>
                <a:ea typeface="PingFang SC" panose="020B0400000000000000" pitchFamily="34" charset="-122"/>
              </a:rPr>
              <a:t>03.2</a:t>
            </a:r>
            <a:r>
              <a:rPr lang="zh-CN" altLang="en-US" b="0" i="0" u="none" strike="noStrike" dirty="0">
                <a:solidFill>
                  <a:srgbClr val="4B4B4B"/>
                </a:solidFill>
                <a:effectLst/>
                <a:latin typeface="PingFang SC" panose="020B0400000000000000" pitchFamily="34" charset="-122"/>
                <a:ea typeface="PingFang SC" panose="020B0400000000000000" pitchFamily="34" charset="-122"/>
              </a:rPr>
              <a:t>）</a:t>
            </a:r>
          </a:p>
          <a:p>
            <a:endParaRPr kumimoji="1" lang="zh-CN" altLang="en-US" dirty="0"/>
          </a:p>
        </p:txBody>
      </p:sp>
      <p:sp>
        <p:nvSpPr>
          <p:cNvPr id="4" name="灯片编号占位符 3"/>
          <p:cNvSpPr>
            <a:spLocks noGrp="1"/>
          </p:cNvSpPr>
          <p:nvPr>
            <p:ph type="sldNum" sz="quarter" idx="5"/>
          </p:nvPr>
        </p:nvSpPr>
        <p:spPr/>
        <p:txBody>
          <a:bodyPr/>
          <a:lstStyle/>
          <a:p>
            <a:fld id="{55C7F930-4312-4247-948D-5CE601FE03D3}" type="slidenum">
              <a:rPr lang="en-US" altLang="zh-CN" smtClean="0"/>
              <a:pPr/>
              <a:t>15</a:t>
            </a:fld>
            <a:endParaRPr lang="en-US" altLang="zh-CN"/>
          </a:p>
        </p:txBody>
      </p:sp>
    </p:spTree>
    <p:extLst>
      <p:ext uri="{BB962C8B-B14F-4D97-AF65-F5344CB8AC3E}">
        <p14:creationId xmlns:p14="http://schemas.microsoft.com/office/powerpoint/2010/main" val="26489049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55C7F930-4312-4247-948D-5CE601FE03D3}" type="slidenum">
              <a:rPr lang="en-US" altLang="zh-CN" smtClean="0"/>
              <a:pPr/>
              <a:t>22</a:t>
            </a:fld>
            <a:endParaRPr lang="en-US" altLang="zh-CN"/>
          </a:p>
        </p:txBody>
      </p:sp>
    </p:spTree>
    <p:extLst>
      <p:ext uri="{BB962C8B-B14F-4D97-AF65-F5344CB8AC3E}">
        <p14:creationId xmlns:p14="http://schemas.microsoft.com/office/powerpoint/2010/main" val="10678527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55C7F930-4312-4247-948D-5CE601FE03D3}" type="slidenum">
              <a:rPr lang="en-US" altLang="zh-CN" smtClean="0"/>
              <a:pPr/>
              <a:t>23</a:t>
            </a:fld>
            <a:endParaRPr lang="en-US" altLang="zh-CN"/>
          </a:p>
        </p:txBody>
      </p:sp>
    </p:spTree>
    <p:extLst>
      <p:ext uri="{BB962C8B-B14F-4D97-AF65-F5344CB8AC3E}">
        <p14:creationId xmlns:p14="http://schemas.microsoft.com/office/powerpoint/2010/main" val="4933116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55C7F930-4312-4247-948D-5CE601FE03D3}" type="slidenum">
              <a:rPr lang="en-US" altLang="zh-CN" smtClean="0"/>
              <a:pPr/>
              <a:t>24</a:t>
            </a:fld>
            <a:endParaRPr lang="en-US" altLang="zh-CN"/>
          </a:p>
        </p:txBody>
      </p:sp>
    </p:spTree>
    <p:extLst>
      <p:ext uri="{BB962C8B-B14F-4D97-AF65-F5344CB8AC3E}">
        <p14:creationId xmlns:p14="http://schemas.microsoft.com/office/powerpoint/2010/main" val="17174027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https://</a:t>
            </a:r>
            <a:r>
              <a:rPr kumimoji="1" lang="en-US" altLang="zh-CN" dirty="0" err="1"/>
              <a:t>blog.csdn.net</a:t>
            </a:r>
            <a:r>
              <a:rPr kumimoji="1" lang="en-US" altLang="zh-CN" dirty="0"/>
              <a:t>/MOS_JBET/article/details/142180312</a:t>
            </a:r>
            <a:endParaRPr kumimoji="1" lang="zh-CN" altLang="en-US" dirty="0"/>
          </a:p>
        </p:txBody>
      </p:sp>
      <p:sp>
        <p:nvSpPr>
          <p:cNvPr id="4" name="灯片编号占位符 3"/>
          <p:cNvSpPr>
            <a:spLocks noGrp="1"/>
          </p:cNvSpPr>
          <p:nvPr>
            <p:ph type="sldNum" sz="quarter" idx="5"/>
          </p:nvPr>
        </p:nvSpPr>
        <p:spPr/>
        <p:txBody>
          <a:bodyPr/>
          <a:lstStyle/>
          <a:p>
            <a:fld id="{55C7F930-4312-4247-948D-5CE601FE03D3}" type="slidenum">
              <a:rPr lang="en-US" altLang="zh-CN" smtClean="0"/>
              <a:pPr/>
              <a:t>25</a:t>
            </a:fld>
            <a:endParaRPr lang="en-US" altLang="zh-CN"/>
          </a:p>
        </p:txBody>
      </p:sp>
    </p:spTree>
    <p:extLst>
      <p:ext uri="{BB962C8B-B14F-4D97-AF65-F5344CB8AC3E}">
        <p14:creationId xmlns:p14="http://schemas.microsoft.com/office/powerpoint/2010/main" val="30591104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55C7F930-4312-4247-948D-5CE601FE03D3}" type="slidenum">
              <a:rPr lang="en-US" altLang="zh-CN" smtClean="0"/>
              <a:pPr/>
              <a:t>31</a:t>
            </a:fld>
            <a:endParaRPr lang="en-US" altLang="zh-CN"/>
          </a:p>
        </p:txBody>
      </p:sp>
    </p:spTree>
    <p:extLst>
      <p:ext uri="{BB962C8B-B14F-4D97-AF65-F5344CB8AC3E}">
        <p14:creationId xmlns:p14="http://schemas.microsoft.com/office/powerpoint/2010/main" val="37996034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55C7F930-4312-4247-948D-5CE601FE03D3}" type="slidenum">
              <a:rPr lang="en-US" altLang="zh-CN" smtClean="0"/>
              <a:pPr/>
              <a:t>33</a:t>
            </a:fld>
            <a:endParaRPr lang="en-US" altLang="zh-CN"/>
          </a:p>
        </p:txBody>
      </p:sp>
    </p:spTree>
    <p:extLst>
      <p:ext uri="{BB962C8B-B14F-4D97-AF65-F5344CB8AC3E}">
        <p14:creationId xmlns:p14="http://schemas.microsoft.com/office/powerpoint/2010/main" val="810446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a:t>
            </a:r>
            <a:r>
              <a:rPr kumimoji="1" lang="zh-CN" altLang="en-US" dirty="0"/>
              <a:t>逻辑数据：指程序员或用户用以操作的数据形式。 </a:t>
            </a:r>
            <a:endParaRPr kumimoji="1" lang="en-US" altLang="zh-CN" dirty="0"/>
          </a:p>
          <a:p>
            <a:r>
              <a:rPr kumimoji="1" lang="en-US" altLang="zh-CN" dirty="0"/>
              <a:t>·</a:t>
            </a:r>
            <a:r>
              <a:rPr kumimoji="1" lang="zh-CN" altLang="en-US" dirty="0"/>
              <a:t>物理数据：指存储设备上存储的数据。</a:t>
            </a:r>
            <a:endParaRPr kumimoji="1" lang="en-US" altLang="zh-CN" dirty="0"/>
          </a:p>
          <a:p>
            <a:endParaRPr kumimoji="1" lang="en-US" altLang="zh-CN" dirty="0"/>
          </a:p>
          <a:p>
            <a:r>
              <a:rPr kumimoji="1" lang="en-US" altLang="zh-CN" dirty="0"/>
              <a:t>·</a:t>
            </a:r>
            <a:r>
              <a:rPr kumimoji="1" lang="zh-CN" altLang="en-US" dirty="0"/>
              <a:t>数据独立性：应用程序和 </a:t>
            </a:r>
            <a:r>
              <a:rPr kumimoji="1" lang="en-US" altLang="zh-CN" dirty="0"/>
              <a:t>DB </a:t>
            </a:r>
            <a:r>
              <a:rPr kumimoji="1" lang="zh-CN" altLang="en-US" dirty="0"/>
              <a:t>的数据结构之间相互独立，不受影响。</a:t>
            </a:r>
            <a:endParaRPr kumimoji="1" lang="en-US" altLang="zh-CN" dirty="0"/>
          </a:p>
          <a:p>
            <a:r>
              <a:rPr kumimoji="1" lang="en-US" altLang="zh-CN" dirty="0"/>
              <a:t>·</a:t>
            </a:r>
            <a:r>
              <a:rPr kumimoji="1" lang="zh-CN" altLang="en-US" dirty="0"/>
              <a:t>物理数据独立性：在 </a:t>
            </a:r>
            <a:r>
              <a:rPr kumimoji="1" lang="en-US" altLang="zh-CN" dirty="0"/>
              <a:t>DB </a:t>
            </a:r>
            <a:r>
              <a:rPr kumimoji="1" lang="zh-CN" altLang="en-US" dirty="0"/>
              <a:t>的物理结构改变时，尽量不影响应用程序。 </a:t>
            </a:r>
            <a:endParaRPr kumimoji="1" lang="en-US" altLang="zh-CN" dirty="0"/>
          </a:p>
          <a:p>
            <a:r>
              <a:rPr kumimoji="1" lang="en-US" altLang="zh-CN" dirty="0"/>
              <a:t>·</a:t>
            </a:r>
            <a:r>
              <a:rPr kumimoji="1" lang="zh-CN" altLang="en-US" dirty="0"/>
              <a:t>逻辑数据独立性：在 </a:t>
            </a:r>
            <a:r>
              <a:rPr kumimoji="1" lang="en-US" altLang="zh-CN" dirty="0"/>
              <a:t>DB </a:t>
            </a:r>
            <a:r>
              <a:rPr kumimoji="1" lang="zh-CN" altLang="en-US" dirty="0"/>
              <a:t>的逻辑结构改变时，尽量不影响应用程序。</a:t>
            </a:r>
          </a:p>
        </p:txBody>
      </p:sp>
      <p:sp>
        <p:nvSpPr>
          <p:cNvPr id="4" name="灯片编号占位符 3"/>
          <p:cNvSpPr>
            <a:spLocks noGrp="1"/>
          </p:cNvSpPr>
          <p:nvPr>
            <p:ph type="sldNum" sz="quarter" idx="5"/>
          </p:nvPr>
        </p:nvSpPr>
        <p:spPr/>
        <p:txBody>
          <a:bodyPr/>
          <a:lstStyle/>
          <a:p>
            <a:fld id="{55C7F930-4312-4247-948D-5CE601FE03D3}" type="slidenum">
              <a:rPr lang="en-US" altLang="zh-CN" smtClean="0"/>
              <a:pPr/>
              <a:t>51</a:t>
            </a:fld>
            <a:endParaRPr lang="en-US" altLang="zh-CN"/>
          </a:p>
        </p:txBody>
      </p:sp>
    </p:spTree>
    <p:extLst>
      <p:ext uri="{BB962C8B-B14F-4D97-AF65-F5344CB8AC3E}">
        <p14:creationId xmlns:p14="http://schemas.microsoft.com/office/powerpoint/2010/main" val="40239693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a:t>
            </a:r>
            <a:r>
              <a:rPr kumimoji="1" lang="zh-CN" altLang="en-US" dirty="0"/>
              <a:t>内模式：</a:t>
            </a:r>
            <a:r>
              <a:rPr kumimoji="1" lang="en-US" altLang="zh-CN" dirty="0"/>
              <a:t>DB </a:t>
            </a:r>
            <a:r>
              <a:rPr kumimoji="1" lang="zh-CN" altLang="en-US" dirty="0"/>
              <a:t>在物理存储方面的描述。 </a:t>
            </a:r>
            <a:endParaRPr kumimoji="1" lang="en-US" altLang="zh-CN" dirty="0"/>
          </a:p>
          <a:p>
            <a:r>
              <a:rPr kumimoji="1" lang="en-US" altLang="zh-CN" dirty="0"/>
              <a:t>·</a:t>
            </a:r>
            <a:r>
              <a:rPr kumimoji="1" lang="zh-CN" altLang="en-US" dirty="0"/>
              <a:t>外模式</a:t>
            </a:r>
            <a:r>
              <a:rPr kumimoji="1" lang="en-US" altLang="zh-CN" dirty="0"/>
              <a:t>/</a:t>
            </a:r>
            <a:r>
              <a:rPr kumimoji="1" lang="zh-CN" altLang="en-US" dirty="0"/>
              <a:t>模式映象：用于定义外模式和概念模式之间数据结构的对应性。 </a:t>
            </a:r>
            <a:endParaRPr kumimoji="1" lang="en-US" altLang="zh-CN" dirty="0"/>
          </a:p>
          <a:p>
            <a:r>
              <a:rPr kumimoji="1" lang="en-US" altLang="zh-CN" dirty="0"/>
              <a:t>·</a:t>
            </a:r>
            <a:r>
              <a:rPr kumimoji="1" lang="zh-CN" altLang="en-US" dirty="0"/>
              <a:t>模式</a:t>
            </a:r>
            <a:r>
              <a:rPr kumimoji="1" lang="en-US" altLang="zh-CN" dirty="0"/>
              <a:t>/</a:t>
            </a:r>
            <a:r>
              <a:rPr kumimoji="1" lang="zh-CN" altLang="en-US" dirty="0"/>
              <a:t>内模式映象：用于定义概念模式和内模式之间数据结构的对应性。</a:t>
            </a:r>
          </a:p>
        </p:txBody>
      </p:sp>
      <p:sp>
        <p:nvSpPr>
          <p:cNvPr id="4" name="灯片编号占位符 3"/>
          <p:cNvSpPr>
            <a:spLocks noGrp="1"/>
          </p:cNvSpPr>
          <p:nvPr>
            <p:ph type="sldNum" sz="quarter" idx="5"/>
          </p:nvPr>
        </p:nvSpPr>
        <p:spPr/>
        <p:txBody>
          <a:bodyPr/>
          <a:lstStyle/>
          <a:p>
            <a:fld id="{55C7F930-4312-4247-948D-5CE601FE03D3}" type="slidenum">
              <a:rPr lang="en-US" altLang="zh-CN" smtClean="0"/>
              <a:pPr/>
              <a:t>52</a:t>
            </a:fld>
            <a:endParaRPr lang="en-US" altLang="zh-CN"/>
          </a:p>
        </p:txBody>
      </p:sp>
    </p:spTree>
    <p:extLst>
      <p:ext uri="{BB962C8B-B14F-4D97-AF65-F5344CB8AC3E}">
        <p14:creationId xmlns:p14="http://schemas.microsoft.com/office/powerpoint/2010/main" val="6494386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a:t>
            </a:r>
            <a:r>
              <a:rPr kumimoji="1" lang="zh-CN" altLang="en-US" dirty="0"/>
              <a:t>内模式：</a:t>
            </a:r>
            <a:r>
              <a:rPr kumimoji="1" lang="en-US" altLang="zh-CN" dirty="0"/>
              <a:t>DB </a:t>
            </a:r>
            <a:r>
              <a:rPr kumimoji="1" lang="zh-CN" altLang="en-US" dirty="0"/>
              <a:t>在物理存储方面的描述。 </a:t>
            </a:r>
            <a:endParaRPr kumimoji="1" lang="en-US" altLang="zh-CN" dirty="0"/>
          </a:p>
          <a:p>
            <a:r>
              <a:rPr kumimoji="1" lang="en-US" altLang="zh-CN" dirty="0"/>
              <a:t>·</a:t>
            </a:r>
            <a:r>
              <a:rPr kumimoji="1" lang="zh-CN" altLang="en-US" dirty="0"/>
              <a:t>外模式</a:t>
            </a:r>
            <a:r>
              <a:rPr kumimoji="1" lang="en-US" altLang="zh-CN" dirty="0"/>
              <a:t>/</a:t>
            </a:r>
            <a:r>
              <a:rPr kumimoji="1" lang="zh-CN" altLang="en-US" dirty="0"/>
              <a:t>模式映象：用于定义外模式和概念模式之间数据结构的对应性。 </a:t>
            </a:r>
            <a:endParaRPr kumimoji="1" lang="en-US" altLang="zh-CN" dirty="0"/>
          </a:p>
          <a:p>
            <a:r>
              <a:rPr kumimoji="1" lang="en-US" altLang="zh-CN" dirty="0"/>
              <a:t>·</a:t>
            </a:r>
            <a:r>
              <a:rPr kumimoji="1" lang="zh-CN" altLang="en-US" dirty="0"/>
              <a:t>模式</a:t>
            </a:r>
            <a:r>
              <a:rPr kumimoji="1" lang="en-US" altLang="zh-CN" dirty="0"/>
              <a:t>/</a:t>
            </a:r>
            <a:r>
              <a:rPr kumimoji="1" lang="zh-CN" altLang="en-US" dirty="0"/>
              <a:t>内模式映象：用于定义概念模式和内模式之间数据结构的对应性。</a:t>
            </a:r>
          </a:p>
          <a:p>
            <a:endParaRPr kumimoji="1" lang="zh-CN" altLang="en-US" dirty="0"/>
          </a:p>
        </p:txBody>
      </p:sp>
      <p:sp>
        <p:nvSpPr>
          <p:cNvPr id="4" name="灯片编号占位符 3"/>
          <p:cNvSpPr>
            <a:spLocks noGrp="1"/>
          </p:cNvSpPr>
          <p:nvPr>
            <p:ph type="sldNum" sz="quarter" idx="5"/>
          </p:nvPr>
        </p:nvSpPr>
        <p:spPr/>
        <p:txBody>
          <a:bodyPr/>
          <a:lstStyle/>
          <a:p>
            <a:fld id="{55C7F930-4312-4247-948D-5CE601FE03D3}" type="slidenum">
              <a:rPr lang="en-US" altLang="zh-CN" smtClean="0"/>
              <a:pPr/>
              <a:t>54</a:t>
            </a:fld>
            <a:endParaRPr lang="en-US" altLang="zh-CN"/>
          </a:p>
        </p:txBody>
      </p:sp>
    </p:spTree>
    <p:extLst>
      <p:ext uri="{BB962C8B-B14F-4D97-AF65-F5344CB8AC3E}">
        <p14:creationId xmlns:p14="http://schemas.microsoft.com/office/powerpoint/2010/main" val="35586129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55C7F930-4312-4247-948D-5CE601FE03D3}" type="slidenum">
              <a:rPr lang="en-US" altLang="zh-CN" smtClean="0"/>
              <a:pPr/>
              <a:t>55</a:t>
            </a:fld>
            <a:endParaRPr lang="en-US" altLang="zh-CN"/>
          </a:p>
        </p:txBody>
      </p:sp>
    </p:spTree>
    <p:extLst>
      <p:ext uri="{BB962C8B-B14F-4D97-AF65-F5344CB8AC3E}">
        <p14:creationId xmlns:p14="http://schemas.microsoft.com/office/powerpoint/2010/main" val="610599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数据独立性是指应用程序和 </a:t>
            </a:r>
            <a:r>
              <a:rPr kumimoji="1" lang="en-US" altLang="zh-CN" dirty="0"/>
              <a:t>DB </a:t>
            </a:r>
            <a:r>
              <a:rPr kumimoji="1" lang="zh-CN" altLang="en-US" dirty="0"/>
              <a:t>的数据之间相互独立，不受影响，对系统的要求是 “数据独立性要高”，而数据联系是指记录之间的联系，对系统的要求是“数据联系密切”。</a:t>
            </a:r>
          </a:p>
        </p:txBody>
      </p:sp>
      <p:sp>
        <p:nvSpPr>
          <p:cNvPr id="4" name="灯片编号占位符 3"/>
          <p:cNvSpPr>
            <a:spLocks noGrp="1"/>
          </p:cNvSpPr>
          <p:nvPr>
            <p:ph type="sldNum" sz="quarter" idx="5"/>
          </p:nvPr>
        </p:nvSpPr>
        <p:spPr/>
        <p:txBody>
          <a:bodyPr/>
          <a:lstStyle/>
          <a:p>
            <a:fld id="{55C7F930-4312-4247-948D-5CE601FE03D3}" type="slidenum">
              <a:rPr lang="en-US" altLang="zh-CN" smtClean="0"/>
              <a:pPr/>
              <a:t>57</a:t>
            </a:fld>
            <a:endParaRPr lang="en-US" altLang="zh-CN"/>
          </a:p>
        </p:txBody>
      </p:sp>
    </p:spTree>
    <p:extLst>
      <p:ext uri="{BB962C8B-B14F-4D97-AF65-F5344CB8AC3E}">
        <p14:creationId xmlns:p14="http://schemas.microsoft.com/office/powerpoint/2010/main" val="41350190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DBMS </a:t>
            </a:r>
            <a:r>
              <a:rPr kumimoji="1" lang="zh-CN" altLang="en-US" dirty="0"/>
              <a:t>的工作模式有六点： </a:t>
            </a:r>
            <a:endParaRPr kumimoji="1" lang="en-US" altLang="zh-CN" dirty="0"/>
          </a:p>
          <a:p>
            <a:r>
              <a:rPr kumimoji="1" lang="en-US" altLang="zh-CN" dirty="0"/>
              <a:t>·</a:t>
            </a:r>
            <a:r>
              <a:rPr kumimoji="1" lang="zh-CN" altLang="en-US" dirty="0"/>
              <a:t>接受应用程序的数据请求和处理请求；</a:t>
            </a:r>
            <a:endParaRPr kumimoji="1" lang="en-US" altLang="zh-CN" dirty="0"/>
          </a:p>
          <a:p>
            <a:r>
              <a:rPr kumimoji="1" lang="zh-CN" altLang="en-US" dirty="0"/>
              <a:t> </a:t>
            </a:r>
            <a:r>
              <a:rPr kumimoji="1" lang="en-US" altLang="zh-CN" dirty="0"/>
              <a:t>·</a:t>
            </a:r>
            <a:r>
              <a:rPr kumimoji="1" lang="zh-CN" altLang="en-US" dirty="0"/>
              <a:t>将用户的数据请求转换成低层指令； </a:t>
            </a:r>
            <a:endParaRPr kumimoji="1" lang="en-US" altLang="zh-CN" dirty="0"/>
          </a:p>
          <a:p>
            <a:r>
              <a:rPr kumimoji="1" lang="en-US" altLang="zh-CN" dirty="0"/>
              <a:t>·</a:t>
            </a:r>
            <a:r>
              <a:rPr kumimoji="1" lang="zh-CN" altLang="en-US" dirty="0"/>
              <a:t>实现对 </a:t>
            </a:r>
            <a:r>
              <a:rPr kumimoji="1" lang="en-US" altLang="zh-CN" dirty="0"/>
              <a:t>DB </a:t>
            </a:r>
            <a:r>
              <a:rPr kumimoji="1" lang="zh-CN" altLang="en-US" dirty="0"/>
              <a:t>的操作；</a:t>
            </a:r>
            <a:endParaRPr kumimoji="1" lang="en-US" altLang="zh-CN" dirty="0"/>
          </a:p>
          <a:p>
            <a:r>
              <a:rPr kumimoji="1" lang="zh-CN" altLang="en-US" dirty="0"/>
              <a:t> </a:t>
            </a:r>
            <a:r>
              <a:rPr kumimoji="1" lang="en-US" altLang="zh-CN" dirty="0"/>
              <a:t>·</a:t>
            </a:r>
            <a:r>
              <a:rPr kumimoji="1" lang="zh-CN" altLang="en-US" dirty="0"/>
              <a:t>从对 </a:t>
            </a:r>
            <a:r>
              <a:rPr kumimoji="1" lang="en-US" altLang="zh-CN" dirty="0"/>
              <a:t>DB </a:t>
            </a:r>
            <a:r>
              <a:rPr kumimoji="1" lang="zh-CN" altLang="en-US" dirty="0"/>
              <a:t>的操作中接受查询结果； </a:t>
            </a:r>
            <a:endParaRPr kumimoji="1" lang="en-US" altLang="zh-CN" dirty="0"/>
          </a:p>
          <a:p>
            <a:r>
              <a:rPr kumimoji="1" lang="en-US" altLang="zh-CN" dirty="0"/>
              <a:t>·</a:t>
            </a:r>
            <a:r>
              <a:rPr kumimoji="1" lang="zh-CN" altLang="en-US" dirty="0"/>
              <a:t>对查询结构进行处理； </a:t>
            </a:r>
            <a:endParaRPr kumimoji="1" lang="en-US" altLang="zh-CN" dirty="0"/>
          </a:p>
          <a:p>
            <a:r>
              <a:rPr kumimoji="1" lang="en-US" altLang="zh-CN" dirty="0"/>
              <a:t>·</a:t>
            </a:r>
            <a:r>
              <a:rPr kumimoji="1" lang="zh-CN" altLang="en-US" dirty="0"/>
              <a:t>将处理结果返回给用户。</a:t>
            </a:r>
          </a:p>
        </p:txBody>
      </p:sp>
      <p:sp>
        <p:nvSpPr>
          <p:cNvPr id="4" name="灯片编号占位符 3"/>
          <p:cNvSpPr>
            <a:spLocks noGrp="1"/>
          </p:cNvSpPr>
          <p:nvPr>
            <p:ph type="sldNum" sz="quarter" idx="5"/>
          </p:nvPr>
        </p:nvSpPr>
        <p:spPr/>
        <p:txBody>
          <a:bodyPr/>
          <a:lstStyle/>
          <a:p>
            <a:fld id="{55C7F930-4312-4247-948D-5CE601FE03D3}" type="slidenum">
              <a:rPr lang="en-US" altLang="zh-CN" smtClean="0"/>
              <a:pPr/>
              <a:t>58</a:t>
            </a:fld>
            <a:endParaRPr lang="en-US" altLang="zh-CN"/>
          </a:p>
        </p:txBody>
      </p:sp>
    </p:spTree>
    <p:extLst>
      <p:ext uri="{BB962C8B-B14F-4D97-AF65-F5344CB8AC3E}">
        <p14:creationId xmlns:p14="http://schemas.microsoft.com/office/powerpoint/2010/main" val="31412141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00000"/>
              </a:lnSpc>
            </a:pPr>
            <a:endParaRPr lang="en-US" altLang="zh-CN" dirty="0">
              <a:solidFill>
                <a:srgbClr val="4B4B4B"/>
              </a:solidFill>
              <a:latin typeface="PingFang SC" panose="020B0400000000000000" pitchFamily="34" charset="-122"/>
              <a:ea typeface="PingFang SC" panose="020B0400000000000000" pitchFamily="34" charset="-122"/>
            </a:endParaRPr>
          </a:p>
          <a:p>
            <a:pPr algn="l">
              <a:lnSpc>
                <a:spcPct val="100000"/>
              </a:lnSpc>
            </a:pPr>
            <a:r>
              <a:rPr lang="zh-CN" altLang="en-US" sz="1200" b="1" i="0" u="none" strike="noStrike" dirty="0">
                <a:solidFill>
                  <a:srgbClr val="4B4B4B"/>
                </a:solidFill>
                <a:effectLst/>
                <a:latin typeface="PingFang SC" panose="020B0400000000000000" pitchFamily="34" charset="-122"/>
                <a:ea typeface="PingFang SC" panose="020B0400000000000000" pitchFamily="34" charset="-122"/>
              </a:rPr>
              <a:t>问题描述：</a:t>
            </a:r>
            <a:endParaRPr lang="zh-CN" altLang="en-US" sz="1200" b="0" i="0" u="none" strike="noStrike" dirty="0">
              <a:solidFill>
                <a:srgbClr val="4B4B4B"/>
              </a:solidFill>
              <a:effectLst/>
              <a:latin typeface="PingFang SC" panose="020B0400000000000000" pitchFamily="34" charset="-122"/>
              <a:ea typeface="PingFang SC" panose="020B0400000000000000" pitchFamily="34" charset="-122"/>
            </a:endParaRPr>
          </a:p>
          <a:p>
            <a:pPr algn="l">
              <a:lnSpc>
                <a:spcPct val="100000"/>
              </a:lnSpc>
            </a:pPr>
            <a:r>
              <a:rPr lang="zh-CN" altLang="en-US" sz="1200" b="0" i="0" u="none" strike="noStrike" dirty="0">
                <a:solidFill>
                  <a:srgbClr val="4B4B4B"/>
                </a:solidFill>
                <a:effectLst/>
                <a:latin typeface="PingFang SC" panose="020B0400000000000000" pitchFamily="34" charset="-122"/>
                <a:ea typeface="PingFang SC" panose="020B0400000000000000" pitchFamily="34" charset="-122"/>
              </a:rPr>
              <a:t>（</a:t>
            </a:r>
            <a:r>
              <a:rPr lang="en-US" altLang="zh-CN" sz="1200" b="0" i="0" u="none" strike="noStrike" dirty="0">
                <a:solidFill>
                  <a:srgbClr val="4B4B4B"/>
                </a:solidFill>
                <a:effectLst/>
                <a:latin typeface="PingFang SC" panose="020B0400000000000000" pitchFamily="34" charset="-122"/>
                <a:ea typeface="PingFang SC" panose="020B0400000000000000" pitchFamily="34" charset="-122"/>
              </a:rPr>
              <a:t>1</a:t>
            </a:r>
            <a:r>
              <a:rPr lang="zh-CN" altLang="en-US" sz="1200" b="0" i="0" u="none" strike="noStrike" dirty="0">
                <a:solidFill>
                  <a:srgbClr val="4B4B4B"/>
                </a:solidFill>
                <a:effectLst/>
                <a:latin typeface="PingFang SC" panose="020B0400000000000000" pitchFamily="34" charset="-122"/>
                <a:ea typeface="PingFang SC" panose="020B0400000000000000" pitchFamily="34" charset="-122"/>
              </a:rPr>
              <a:t>）实体集及其属性如下：</a:t>
            </a:r>
          </a:p>
          <a:p>
            <a:pPr algn="l">
              <a:lnSpc>
                <a:spcPct val="100000"/>
              </a:lnSpc>
            </a:pPr>
            <a:r>
              <a:rPr lang="zh-CN" altLang="en-US" sz="1200" b="0" i="0" u="none" strike="noStrike" dirty="0">
                <a:solidFill>
                  <a:srgbClr val="4B4B4B"/>
                </a:solidFill>
                <a:effectLst/>
                <a:latin typeface="PingFang SC" panose="020B0400000000000000" pitchFamily="34" charset="-122"/>
                <a:ea typeface="PingFang SC" panose="020B0400000000000000" pitchFamily="34" charset="-122"/>
              </a:rPr>
              <a:t>　　</a:t>
            </a:r>
            <a:r>
              <a:rPr lang="zh-CN" altLang="en-US" sz="1200" b="1" i="0" u="none" strike="noStrike" dirty="0">
                <a:solidFill>
                  <a:srgbClr val="4B4B4B"/>
                </a:solidFill>
                <a:effectLst/>
                <a:latin typeface="PingFang SC" panose="020B0400000000000000" pitchFamily="34" charset="-122"/>
                <a:ea typeface="PingFang SC" panose="020B0400000000000000" pitchFamily="34" charset="-122"/>
              </a:rPr>
              <a:t>仓库</a:t>
            </a:r>
            <a:r>
              <a:rPr lang="zh-CN" altLang="en-US" sz="1200" b="0" i="0" u="none" strike="noStrike" dirty="0">
                <a:solidFill>
                  <a:srgbClr val="4B4B4B"/>
                </a:solidFill>
                <a:effectLst/>
                <a:latin typeface="PingFang SC" panose="020B0400000000000000" pitchFamily="34" charset="-122"/>
                <a:ea typeface="PingFang SC" panose="020B0400000000000000" pitchFamily="34" charset="-122"/>
              </a:rPr>
              <a:t>：仓库号，仓库面积，电话号码。</a:t>
            </a:r>
          </a:p>
          <a:p>
            <a:pPr algn="l">
              <a:lnSpc>
                <a:spcPct val="100000"/>
              </a:lnSpc>
            </a:pPr>
            <a:r>
              <a:rPr lang="zh-CN" altLang="en-US" sz="1200" b="0" i="0" u="none" strike="noStrike" dirty="0">
                <a:solidFill>
                  <a:srgbClr val="4B4B4B"/>
                </a:solidFill>
                <a:effectLst/>
                <a:latin typeface="PingFang SC" panose="020B0400000000000000" pitchFamily="34" charset="-122"/>
                <a:ea typeface="PingFang SC" panose="020B0400000000000000" pitchFamily="34" charset="-122"/>
              </a:rPr>
              <a:t>　　</a:t>
            </a:r>
            <a:r>
              <a:rPr lang="zh-CN" altLang="en-US" sz="1200" b="1" i="0" u="none" strike="noStrike" dirty="0">
                <a:solidFill>
                  <a:srgbClr val="4B4B4B"/>
                </a:solidFill>
                <a:effectLst/>
                <a:latin typeface="PingFang SC" panose="020B0400000000000000" pitchFamily="34" charset="-122"/>
                <a:ea typeface="PingFang SC" panose="020B0400000000000000" pitchFamily="34" charset="-122"/>
              </a:rPr>
              <a:t>零件</a:t>
            </a:r>
            <a:r>
              <a:rPr lang="zh-CN" altLang="en-US" sz="1200" b="0" i="0" u="none" strike="noStrike" dirty="0">
                <a:solidFill>
                  <a:srgbClr val="4B4B4B"/>
                </a:solidFill>
                <a:effectLst/>
                <a:latin typeface="PingFang SC" panose="020B0400000000000000" pitchFamily="34" charset="-122"/>
                <a:ea typeface="PingFang SC" panose="020B0400000000000000" pitchFamily="34" charset="-122"/>
              </a:rPr>
              <a:t>：零件号，名称，规格，单位，描述。</a:t>
            </a:r>
          </a:p>
          <a:p>
            <a:pPr algn="l">
              <a:lnSpc>
                <a:spcPct val="100000"/>
              </a:lnSpc>
            </a:pPr>
            <a:r>
              <a:rPr lang="zh-CN" altLang="en-US" sz="1200" b="0" i="0" u="none" strike="noStrike" dirty="0">
                <a:solidFill>
                  <a:srgbClr val="4B4B4B"/>
                </a:solidFill>
                <a:effectLst/>
                <a:latin typeface="PingFang SC" panose="020B0400000000000000" pitchFamily="34" charset="-122"/>
                <a:ea typeface="PingFang SC" panose="020B0400000000000000" pitchFamily="34" charset="-122"/>
              </a:rPr>
              <a:t>　　</a:t>
            </a:r>
            <a:r>
              <a:rPr lang="zh-CN" altLang="en-US" sz="1200" b="1" i="0" u="none" strike="noStrike" dirty="0">
                <a:solidFill>
                  <a:srgbClr val="4B4B4B"/>
                </a:solidFill>
                <a:effectLst/>
                <a:latin typeface="PingFang SC" panose="020B0400000000000000" pitchFamily="34" charset="-122"/>
                <a:ea typeface="PingFang SC" panose="020B0400000000000000" pitchFamily="34" charset="-122"/>
              </a:rPr>
              <a:t>供应商</a:t>
            </a:r>
            <a:r>
              <a:rPr lang="zh-CN" altLang="en-US" sz="1200" b="0" i="0" u="none" strike="noStrike" dirty="0">
                <a:solidFill>
                  <a:srgbClr val="4B4B4B"/>
                </a:solidFill>
                <a:effectLst/>
                <a:latin typeface="PingFang SC" panose="020B0400000000000000" pitchFamily="34" charset="-122"/>
                <a:ea typeface="PingFang SC" panose="020B0400000000000000" pitchFamily="34" charset="-122"/>
              </a:rPr>
              <a:t>：供应商号，姓名，地址，电话号码，账号。</a:t>
            </a:r>
          </a:p>
          <a:p>
            <a:pPr algn="l">
              <a:lnSpc>
                <a:spcPct val="100000"/>
              </a:lnSpc>
            </a:pPr>
            <a:r>
              <a:rPr lang="zh-CN" altLang="en-US" sz="1200" b="0" i="0" u="none" strike="noStrike" dirty="0">
                <a:solidFill>
                  <a:srgbClr val="4B4B4B"/>
                </a:solidFill>
                <a:effectLst/>
                <a:latin typeface="PingFang SC" panose="020B0400000000000000" pitchFamily="34" charset="-122"/>
                <a:ea typeface="PingFang SC" panose="020B0400000000000000" pitchFamily="34" charset="-122"/>
              </a:rPr>
              <a:t>　　</a:t>
            </a:r>
            <a:r>
              <a:rPr lang="zh-CN" altLang="en-US" sz="1200" b="1" i="0" u="none" strike="noStrike" dirty="0">
                <a:solidFill>
                  <a:srgbClr val="4B4B4B"/>
                </a:solidFill>
                <a:effectLst/>
                <a:latin typeface="PingFang SC" panose="020B0400000000000000" pitchFamily="34" charset="-122"/>
                <a:ea typeface="PingFang SC" panose="020B0400000000000000" pitchFamily="34" charset="-122"/>
              </a:rPr>
              <a:t>项目</a:t>
            </a:r>
            <a:r>
              <a:rPr lang="zh-CN" altLang="en-US" sz="1200" b="0" i="0" u="none" strike="noStrike" dirty="0">
                <a:solidFill>
                  <a:srgbClr val="4B4B4B"/>
                </a:solidFill>
                <a:effectLst/>
                <a:latin typeface="PingFang SC" panose="020B0400000000000000" pitchFamily="34" charset="-122"/>
                <a:ea typeface="PingFang SC" panose="020B0400000000000000" pitchFamily="34" charset="-122"/>
              </a:rPr>
              <a:t>：项目号，预算，开工年月。　　</a:t>
            </a:r>
          </a:p>
          <a:p>
            <a:pPr algn="l">
              <a:lnSpc>
                <a:spcPct val="100000"/>
              </a:lnSpc>
            </a:pPr>
            <a:r>
              <a:rPr lang="zh-CN" altLang="en-US" sz="1200" b="0" i="0" u="none" strike="noStrike" dirty="0">
                <a:solidFill>
                  <a:srgbClr val="4B4B4B"/>
                </a:solidFill>
                <a:effectLst/>
                <a:latin typeface="PingFang SC" panose="020B0400000000000000" pitchFamily="34" charset="-122"/>
                <a:ea typeface="PingFang SC" panose="020B0400000000000000" pitchFamily="34" charset="-122"/>
              </a:rPr>
              <a:t>　　</a:t>
            </a:r>
            <a:r>
              <a:rPr lang="zh-CN" altLang="en-US" sz="1200" b="1" i="0" u="none" strike="noStrike" dirty="0">
                <a:solidFill>
                  <a:srgbClr val="4B4B4B"/>
                </a:solidFill>
                <a:effectLst/>
                <a:latin typeface="PingFang SC" panose="020B0400000000000000" pitchFamily="34" charset="-122"/>
                <a:ea typeface="PingFang SC" panose="020B0400000000000000" pitchFamily="34" charset="-122"/>
              </a:rPr>
              <a:t>职工</a:t>
            </a:r>
            <a:r>
              <a:rPr lang="zh-CN" altLang="en-US" sz="1200" b="0" i="0" u="none" strike="noStrike" dirty="0">
                <a:solidFill>
                  <a:srgbClr val="4B4B4B"/>
                </a:solidFill>
                <a:effectLst/>
                <a:latin typeface="PingFang SC" panose="020B0400000000000000" pitchFamily="34" charset="-122"/>
                <a:ea typeface="PingFang SC" panose="020B0400000000000000" pitchFamily="34" charset="-122"/>
              </a:rPr>
              <a:t>：职工号，姓名，出生年月，职称</a:t>
            </a:r>
            <a:endParaRPr lang="en-US" altLang="zh-CN" sz="1200" b="0" i="0" u="none" strike="noStrike" dirty="0">
              <a:solidFill>
                <a:srgbClr val="4B4B4B"/>
              </a:solidFill>
              <a:effectLst/>
              <a:latin typeface="PingFang SC" panose="020B0400000000000000" pitchFamily="34" charset="-122"/>
              <a:ea typeface="PingFang SC" panose="020B0400000000000000" pitchFamily="34" charset="-122"/>
            </a:endParaRPr>
          </a:p>
          <a:p>
            <a:pPr algn="l"/>
            <a:r>
              <a:rPr lang="zh-CN" altLang="en-US" b="0" i="0" u="none" strike="noStrike" dirty="0">
                <a:solidFill>
                  <a:srgbClr val="4B4B4B"/>
                </a:solidFill>
                <a:effectLst/>
                <a:latin typeface="PingFang SC" panose="020B0400000000000000" pitchFamily="34" charset="-122"/>
                <a:ea typeface="PingFang SC" panose="020B0400000000000000" pitchFamily="34" charset="-122"/>
              </a:rPr>
              <a:t>（</a:t>
            </a:r>
            <a:r>
              <a:rPr lang="en-US" altLang="zh-CN" b="0" i="0" u="none" strike="noStrike" dirty="0">
                <a:solidFill>
                  <a:srgbClr val="4B4B4B"/>
                </a:solidFill>
                <a:effectLst/>
                <a:latin typeface="PingFang SC" panose="020B0400000000000000" pitchFamily="34" charset="-122"/>
                <a:ea typeface="PingFang SC" panose="020B0400000000000000" pitchFamily="34" charset="-122"/>
              </a:rPr>
              <a:t>2</a:t>
            </a:r>
            <a:r>
              <a:rPr lang="zh-CN" altLang="en-US" b="0" i="0" u="none" strike="noStrike" dirty="0">
                <a:solidFill>
                  <a:srgbClr val="4B4B4B"/>
                </a:solidFill>
                <a:effectLst/>
                <a:latin typeface="PingFang SC" panose="020B0400000000000000" pitchFamily="34" charset="-122"/>
                <a:ea typeface="PingFang SC" panose="020B0400000000000000" pitchFamily="34" charset="-122"/>
              </a:rPr>
              <a:t>）实体集之间的</a:t>
            </a:r>
            <a:r>
              <a:rPr lang="zh-CN" altLang="en-US" b="1" i="0" u="none" strike="noStrike" dirty="0">
                <a:solidFill>
                  <a:srgbClr val="4B4B4B"/>
                </a:solidFill>
                <a:effectLst/>
                <a:latin typeface="PingFang SC" panose="020B0400000000000000" pitchFamily="34" charset="-122"/>
                <a:ea typeface="PingFang SC" panose="020B0400000000000000" pitchFamily="34" charset="-122"/>
              </a:rPr>
              <a:t>联系</a:t>
            </a:r>
            <a:r>
              <a:rPr lang="zh-CN" altLang="en-US" b="0" i="0" u="none" strike="noStrike" dirty="0">
                <a:solidFill>
                  <a:srgbClr val="4B4B4B"/>
                </a:solidFill>
                <a:effectLst/>
                <a:latin typeface="PingFang SC" panose="020B0400000000000000" pitchFamily="34" charset="-122"/>
                <a:ea typeface="PingFang SC" panose="020B0400000000000000" pitchFamily="34" charset="-122"/>
              </a:rPr>
              <a:t>如下：</a:t>
            </a:r>
          </a:p>
          <a:p>
            <a:pPr algn="l">
              <a:buFont typeface="Arial" panose="020B0604020202020204" pitchFamily="34" charset="0"/>
              <a:buChar char="•"/>
            </a:pPr>
            <a:r>
              <a:rPr lang="zh-CN" altLang="en-US" b="0" i="0" u="none" strike="noStrike" dirty="0">
                <a:solidFill>
                  <a:srgbClr val="4B4B4B"/>
                </a:solidFill>
                <a:effectLst/>
                <a:latin typeface="PingFang SC" panose="020B0400000000000000" pitchFamily="34" charset="-122"/>
                <a:ea typeface="PingFang SC" panose="020B0400000000000000" pitchFamily="34" charset="-122"/>
              </a:rPr>
              <a:t>一个仓库可以存放多个零件；一种零件可以存放在多个仓库中；某一仓库中某种零件的数量，由“数量”属性刻划。</a:t>
            </a:r>
          </a:p>
          <a:p>
            <a:pPr algn="l">
              <a:buFont typeface="Arial" panose="020B0604020202020204" pitchFamily="34" charset="0"/>
              <a:buChar char="•"/>
            </a:pPr>
            <a:r>
              <a:rPr lang="zh-CN" altLang="en-US" b="0" i="0" u="none" strike="noStrike" dirty="0">
                <a:solidFill>
                  <a:srgbClr val="4B4B4B"/>
                </a:solidFill>
                <a:effectLst/>
                <a:latin typeface="PingFang SC" panose="020B0400000000000000" pitchFamily="34" charset="-122"/>
                <a:ea typeface="PingFang SC" panose="020B0400000000000000" pitchFamily="34" charset="-122"/>
              </a:rPr>
              <a:t>一个仓库有多个职工当保管员；一个职工只能在一个仓库工作。</a:t>
            </a:r>
          </a:p>
          <a:p>
            <a:pPr algn="l">
              <a:buFont typeface="Arial" panose="020B0604020202020204" pitchFamily="34" charset="0"/>
              <a:buChar char="•"/>
            </a:pPr>
            <a:r>
              <a:rPr lang="zh-CN" altLang="en-US" b="0" i="0" u="none" strike="noStrike" dirty="0">
                <a:solidFill>
                  <a:srgbClr val="4B4B4B"/>
                </a:solidFill>
                <a:effectLst/>
                <a:latin typeface="PingFang SC" panose="020B0400000000000000" pitchFamily="34" charset="-122"/>
                <a:ea typeface="PingFang SC" panose="020B0400000000000000" pitchFamily="34" charset="-122"/>
              </a:rPr>
              <a:t>职工之间有领导</a:t>
            </a:r>
            <a:r>
              <a:rPr lang="en-US" altLang="zh-CN" b="0" i="0" u="none" strike="noStrike" dirty="0">
                <a:solidFill>
                  <a:srgbClr val="4B4B4B"/>
                </a:solidFill>
                <a:effectLst/>
                <a:latin typeface="PingFang SC" panose="020B0400000000000000" pitchFamily="34" charset="-122"/>
                <a:ea typeface="PingFang SC" panose="020B0400000000000000" pitchFamily="34" charset="-122"/>
              </a:rPr>
              <a:t>/</a:t>
            </a:r>
            <a:r>
              <a:rPr lang="zh-CN" altLang="en-US" b="0" i="0" u="none" strike="noStrike" dirty="0">
                <a:solidFill>
                  <a:srgbClr val="4B4B4B"/>
                </a:solidFill>
                <a:effectLst/>
                <a:latin typeface="PingFang SC" panose="020B0400000000000000" pitchFamily="34" charset="-122"/>
                <a:ea typeface="PingFang SC" panose="020B0400000000000000" pitchFamily="34" charset="-122"/>
              </a:rPr>
              <a:t>被领导的关系；一个仓库主任领导若干保管员。</a:t>
            </a:r>
          </a:p>
          <a:p>
            <a:pPr algn="l">
              <a:buFont typeface="Arial" panose="020B0604020202020204" pitchFamily="34" charset="0"/>
              <a:buChar char="•"/>
            </a:pPr>
            <a:r>
              <a:rPr lang="zh-CN" altLang="en-US" b="0" i="0" u="none" strike="noStrike" dirty="0">
                <a:solidFill>
                  <a:srgbClr val="4B4B4B"/>
                </a:solidFill>
                <a:effectLst/>
                <a:latin typeface="PingFang SC" panose="020B0400000000000000" pitchFamily="34" charset="-122"/>
                <a:ea typeface="PingFang SC" panose="020B0400000000000000" pitchFamily="34" charset="-122"/>
              </a:rPr>
              <a:t>供应商、项目、零件之间存在供货关系：一个供应商可对多个项目、多种零件供货；一个项目或一个零件可有多个供应商供货（记录“供货量”）</a:t>
            </a:r>
          </a:p>
          <a:p>
            <a:pPr algn="l">
              <a:lnSpc>
                <a:spcPct val="100000"/>
              </a:lnSpc>
            </a:pPr>
            <a:endParaRPr kumimoji="1" lang="zh-CN" altLang="en-US" dirty="0"/>
          </a:p>
        </p:txBody>
      </p:sp>
      <p:sp>
        <p:nvSpPr>
          <p:cNvPr id="4" name="灯片编号占位符 3"/>
          <p:cNvSpPr>
            <a:spLocks noGrp="1"/>
          </p:cNvSpPr>
          <p:nvPr>
            <p:ph type="sldNum" sz="quarter" idx="5"/>
          </p:nvPr>
        </p:nvSpPr>
        <p:spPr/>
        <p:txBody>
          <a:bodyPr/>
          <a:lstStyle/>
          <a:p>
            <a:fld id="{55C7F930-4312-4247-948D-5CE601FE03D3}" type="slidenum">
              <a:rPr lang="en-US" altLang="zh-CN" smtClean="0"/>
              <a:pPr/>
              <a:t>75</a:t>
            </a:fld>
            <a:endParaRPr lang="en-US" altLang="zh-CN"/>
          </a:p>
        </p:txBody>
      </p:sp>
    </p:spTree>
    <p:extLst>
      <p:ext uri="{BB962C8B-B14F-4D97-AF65-F5344CB8AC3E}">
        <p14:creationId xmlns:p14="http://schemas.microsoft.com/office/powerpoint/2010/main" val="35362715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u="none" strike="noStrike" dirty="0">
                <a:solidFill>
                  <a:srgbClr val="4B4B4B"/>
                </a:solidFill>
                <a:effectLst/>
                <a:latin typeface="PingFang SC" panose="020B0400000000000000" pitchFamily="34" charset="-122"/>
                <a:ea typeface="PingFang SC" panose="020B0400000000000000" pitchFamily="34" charset="-122"/>
              </a:rPr>
              <a:t>例</a:t>
            </a:r>
            <a:r>
              <a:rPr lang="en-US" altLang="zh-CN" b="0" i="0" u="none" strike="noStrike" dirty="0">
                <a:solidFill>
                  <a:srgbClr val="4B4B4B"/>
                </a:solidFill>
                <a:effectLst/>
                <a:latin typeface="PingFang SC" panose="020B0400000000000000" pitchFamily="34" charset="-122"/>
                <a:ea typeface="PingFang SC" panose="020B0400000000000000" pitchFamily="34" charset="-122"/>
              </a:rPr>
              <a:t>2</a:t>
            </a:r>
            <a:r>
              <a:rPr lang="zh-CN" altLang="en-US" b="0" i="0" u="none" strike="noStrike" dirty="0">
                <a:solidFill>
                  <a:srgbClr val="4B4B4B"/>
                </a:solidFill>
                <a:effectLst/>
                <a:latin typeface="PingFang SC" panose="020B0400000000000000" pitchFamily="34" charset="-122"/>
                <a:ea typeface="PingFang SC" panose="020B0400000000000000" pitchFamily="34" charset="-122"/>
              </a:rPr>
              <a:t>：假设学生运动会信息系统需要保存如下信息：</a:t>
            </a:r>
          </a:p>
          <a:p>
            <a:pPr algn="l">
              <a:buFont typeface="Arial" panose="020B0604020202020204" pitchFamily="34" charset="0"/>
              <a:buChar char="•"/>
            </a:pPr>
            <a:r>
              <a:rPr lang="zh-CN" altLang="en-US" b="0" i="0" u="none" strike="noStrike" dirty="0">
                <a:solidFill>
                  <a:srgbClr val="4B4B4B"/>
                </a:solidFill>
                <a:effectLst/>
                <a:latin typeface="PingFang SC" panose="020B0400000000000000" pitchFamily="34" charset="-122"/>
                <a:ea typeface="PingFang SC" panose="020B0400000000000000" pitchFamily="34" charset="-122"/>
              </a:rPr>
              <a:t>学院：</a:t>
            </a:r>
            <a:r>
              <a:rPr lang="zh-CN" altLang="en-US" b="1" i="0" u="none" strike="noStrike" dirty="0">
                <a:solidFill>
                  <a:srgbClr val="4B4B4B"/>
                </a:solidFill>
                <a:effectLst/>
                <a:latin typeface="PingFang SC" panose="020B0400000000000000" pitchFamily="34" charset="-122"/>
                <a:ea typeface="PingFang SC" panose="020B0400000000000000" pitchFamily="34" charset="-122"/>
              </a:rPr>
              <a:t>学院代号</a:t>
            </a:r>
            <a:r>
              <a:rPr lang="zh-CN" altLang="en-US" b="0" i="0" u="none" strike="noStrike" dirty="0">
                <a:solidFill>
                  <a:srgbClr val="4B4B4B"/>
                </a:solidFill>
                <a:effectLst/>
                <a:latin typeface="PingFang SC" panose="020B0400000000000000" pitchFamily="34" charset="-122"/>
                <a:ea typeface="PingFang SC" panose="020B0400000000000000" pitchFamily="34" charset="-122"/>
              </a:rPr>
              <a:t>，学院名称，办公地点</a:t>
            </a:r>
          </a:p>
          <a:p>
            <a:pPr algn="l">
              <a:buFont typeface="Arial" panose="020B0604020202020204" pitchFamily="34" charset="0"/>
              <a:buChar char="•"/>
            </a:pPr>
            <a:r>
              <a:rPr lang="zh-CN" altLang="en-US" b="0" i="0" u="none" strike="noStrike" dirty="0">
                <a:solidFill>
                  <a:srgbClr val="4B4B4B"/>
                </a:solidFill>
                <a:effectLst/>
                <a:latin typeface="PingFang SC" panose="020B0400000000000000" pitchFamily="34" charset="-122"/>
                <a:ea typeface="PingFang SC" panose="020B0400000000000000" pitchFamily="34" charset="-122"/>
              </a:rPr>
              <a:t>班级：</a:t>
            </a:r>
            <a:r>
              <a:rPr lang="zh-CN" altLang="en-US" b="1" i="0" u="none" strike="noStrike" dirty="0">
                <a:solidFill>
                  <a:srgbClr val="4B4B4B"/>
                </a:solidFill>
                <a:effectLst/>
                <a:latin typeface="PingFang SC" panose="020B0400000000000000" pitchFamily="34" charset="-122"/>
                <a:ea typeface="PingFang SC" panose="020B0400000000000000" pitchFamily="34" charset="-122"/>
              </a:rPr>
              <a:t>班号</a:t>
            </a:r>
            <a:r>
              <a:rPr lang="zh-CN" altLang="en-US" b="0" i="0" u="none" strike="noStrike" dirty="0">
                <a:solidFill>
                  <a:srgbClr val="4B4B4B"/>
                </a:solidFill>
                <a:effectLst/>
                <a:latin typeface="PingFang SC" panose="020B0400000000000000" pitchFamily="34" charset="-122"/>
                <a:ea typeface="PingFang SC" panose="020B0400000000000000" pitchFamily="34" charset="-122"/>
              </a:rPr>
              <a:t>，班长姓名</a:t>
            </a:r>
          </a:p>
          <a:p>
            <a:pPr algn="l">
              <a:buFont typeface="Arial" panose="020B0604020202020204" pitchFamily="34" charset="0"/>
              <a:buChar char="•"/>
            </a:pPr>
            <a:r>
              <a:rPr lang="zh-CN" altLang="en-US" b="0" i="0" u="none" strike="noStrike" dirty="0">
                <a:solidFill>
                  <a:srgbClr val="4B4B4B"/>
                </a:solidFill>
                <a:effectLst/>
                <a:latin typeface="PingFang SC" panose="020B0400000000000000" pitchFamily="34" charset="-122"/>
                <a:ea typeface="PingFang SC" panose="020B0400000000000000" pitchFamily="34" charset="-122"/>
              </a:rPr>
              <a:t>学生：</a:t>
            </a:r>
            <a:r>
              <a:rPr lang="zh-CN" altLang="en-US" b="1" i="0" u="none" strike="noStrike" dirty="0">
                <a:solidFill>
                  <a:srgbClr val="4B4B4B"/>
                </a:solidFill>
                <a:effectLst/>
                <a:latin typeface="PingFang SC" panose="020B0400000000000000" pitchFamily="34" charset="-122"/>
                <a:ea typeface="PingFang SC" panose="020B0400000000000000" pitchFamily="34" charset="-122"/>
              </a:rPr>
              <a:t>学号</a:t>
            </a:r>
            <a:r>
              <a:rPr lang="zh-CN" altLang="en-US" b="0" i="0" u="none" strike="noStrike" dirty="0">
                <a:solidFill>
                  <a:srgbClr val="4B4B4B"/>
                </a:solidFill>
                <a:effectLst/>
                <a:latin typeface="PingFang SC" panose="020B0400000000000000" pitchFamily="34" charset="-122"/>
                <a:ea typeface="PingFang SC" panose="020B0400000000000000" pitchFamily="34" charset="-122"/>
              </a:rPr>
              <a:t>，姓名，性别，出生年月</a:t>
            </a:r>
          </a:p>
          <a:p>
            <a:pPr algn="l">
              <a:buFont typeface="Arial" panose="020B0604020202020204" pitchFamily="34" charset="0"/>
              <a:buChar char="•"/>
            </a:pPr>
            <a:r>
              <a:rPr lang="zh-CN" altLang="en-US" b="0" i="0" u="none" strike="noStrike" dirty="0">
                <a:solidFill>
                  <a:srgbClr val="4B4B4B"/>
                </a:solidFill>
                <a:effectLst/>
                <a:latin typeface="PingFang SC" panose="020B0400000000000000" pitchFamily="34" charset="-122"/>
                <a:ea typeface="PingFang SC" panose="020B0400000000000000" pitchFamily="34" charset="-122"/>
              </a:rPr>
              <a:t>运动会：</a:t>
            </a:r>
            <a:r>
              <a:rPr lang="zh-CN" altLang="en-US" b="1" i="0" u="none" strike="noStrike" dirty="0">
                <a:solidFill>
                  <a:srgbClr val="4B4B4B"/>
                </a:solidFill>
                <a:effectLst/>
                <a:latin typeface="PingFang SC" panose="020B0400000000000000" pitchFamily="34" charset="-122"/>
                <a:ea typeface="PingFang SC" panose="020B0400000000000000" pitchFamily="34" charset="-122"/>
              </a:rPr>
              <a:t>举办年份</a:t>
            </a:r>
            <a:r>
              <a:rPr lang="zh-CN" altLang="en-US" b="0" i="0" u="none" strike="noStrike" dirty="0">
                <a:solidFill>
                  <a:srgbClr val="4B4B4B"/>
                </a:solidFill>
                <a:effectLst/>
                <a:latin typeface="PingFang SC" panose="020B0400000000000000" pitchFamily="34" charset="-122"/>
                <a:ea typeface="PingFang SC" panose="020B0400000000000000" pitchFamily="34" charset="-122"/>
              </a:rPr>
              <a:t>，</a:t>
            </a:r>
            <a:r>
              <a:rPr lang="zh-CN" altLang="en-US" b="1" i="0" u="none" strike="noStrike" dirty="0">
                <a:solidFill>
                  <a:srgbClr val="4B4B4B"/>
                </a:solidFill>
                <a:effectLst/>
                <a:latin typeface="PingFang SC" panose="020B0400000000000000" pitchFamily="34" charset="-122"/>
                <a:ea typeface="PingFang SC" panose="020B0400000000000000" pitchFamily="34" charset="-122"/>
              </a:rPr>
              <a:t>举办季节</a:t>
            </a:r>
            <a:r>
              <a:rPr lang="zh-CN" altLang="en-US" b="0" i="0" u="none" strike="noStrike" dirty="0">
                <a:solidFill>
                  <a:srgbClr val="4B4B4B"/>
                </a:solidFill>
                <a:effectLst/>
                <a:latin typeface="PingFang SC" panose="020B0400000000000000" pitchFamily="34" charset="-122"/>
                <a:ea typeface="PingFang SC" panose="020B0400000000000000" pitchFamily="34" charset="-122"/>
              </a:rPr>
              <a:t>，总裁判长</a:t>
            </a:r>
          </a:p>
          <a:p>
            <a:pPr algn="l">
              <a:buFont typeface="Arial" panose="020B0604020202020204" pitchFamily="34" charset="0"/>
              <a:buChar char="•"/>
            </a:pPr>
            <a:r>
              <a:rPr lang="zh-CN" altLang="en-US" b="0" i="0" u="none" strike="noStrike" dirty="0">
                <a:solidFill>
                  <a:srgbClr val="4B4B4B"/>
                </a:solidFill>
                <a:effectLst/>
                <a:latin typeface="PingFang SC" panose="020B0400000000000000" pitchFamily="34" charset="-122"/>
                <a:ea typeface="PingFang SC" panose="020B0400000000000000" pitchFamily="34" charset="-122"/>
              </a:rPr>
              <a:t>项目：</a:t>
            </a:r>
            <a:r>
              <a:rPr lang="zh-CN" altLang="en-US" b="1" i="0" u="none" strike="noStrike" dirty="0">
                <a:solidFill>
                  <a:srgbClr val="4B4B4B"/>
                </a:solidFill>
                <a:effectLst/>
                <a:latin typeface="PingFang SC" panose="020B0400000000000000" pitchFamily="34" charset="-122"/>
                <a:ea typeface="PingFang SC" panose="020B0400000000000000" pitchFamily="34" charset="-122"/>
              </a:rPr>
              <a:t>项目代号</a:t>
            </a:r>
            <a:r>
              <a:rPr lang="zh-CN" altLang="en-US" b="0" i="0" u="none" strike="noStrike" dirty="0">
                <a:solidFill>
                  <a:srgbClr val="4B4B4B"/>
                </a:solidFill>
                <a:effectLst/>
                <a:latin typeface="PingFang SC" panose="020B0400000000000000" pitchFamily="34" charset="-122"/>
                <a:ea typeface="PingFang SC" panose="020B0400000000000000" pitchFamily="34" charset="-122"/>
              </a:rPr>
              <a:t>，项目名称，项目性质，本校记录。</a:t>
            </a:r>
          </a:p>
          <a:p>
            <a:pPr algn="l"/>
            <a:r>
              <a:rPr lang="zh-CN" altLang="en-US" b="0" i="0" u="none" strike="noStrike" dirty="0">
                <a:solidFill>
                  <a:srgbClr val="4B4B4B"/>
                </a:solidFill>
                <a:effectLst/>
                <a:latin typeface="PingFang SC" panose="020B0400000000000000" pitchFamily="34" charset="-122"/>
                <a:ea typeface="PingFang SC" panose="020B0400000000000000" pitchFamily="34" charset="-122"/>
              </a:rPr>
              <a:t>其中：</a:t>
            </a:r>
          </a:p>
          <a:p>
            <a:pPr algn="l"/>
            <a:r>
              <a:rPr lang="zh-CN" altLang="en-US" b="0" i="0" u="none" strike="noStrike" dirty="0">
                <a:solidFill>
                  <a:srgbClr val="4B4B4B"/>
                </a:solidFill>
                <a:effectLst/>
                <a:latin typeface="PingFang SC" panose="020B0400000000000000" pitchFamily="34" charset="-122"/>
                <a:ea typeface="PingFang SC" panose="020B0400000000000000" pitchFamily="34" charset="-122"/>
              </a:rPr>
              <a:t>（</a:t>
            </a:r>
            <a:r>
              <a:rPr lang="en-US" altLang="zh-CN" b="0" i="0" u="none" strike="noStrike" dirty="0">
                <a:solidFill>
                  <a:srgbClr val="4B4B4B"/>
                </a:solidFill>
                <a:effectLst/>
                <a:latin typeface="PingFang SC" panose="020B0400000000000000" pitchFamily="34" charset="-122"/>
                <a:ea typeface="PingFang SC" panose="020B0400000000000000" pitchFamily="34" charset="-122"/>
              </a:rPr>
              <a:t>1</a:t>
            </a:r>
            <a:r>
              <a:rPr lang="zh-CN" altLang="en-US" b="0" i="0" u="none" strike="noStrike" dirty="0">
                <a:solidFill>
                  <a:srgbClr val="4B4B4B"/>
                </a:solidFill>
                <a:effectLst/>
                <a:latin typeface="PingFang SC" panose="020B0400000000000000" pitchFamily="34" charset="-122"/>
                <a:ea typeface="PingFang SC" panose="020B0400000000000000" pitchFamily="34" charset="-122"/>
              </a:rPr>
              <a:t>）一个学院有多个班级，一个班级只属于一个学院。</a:t>
            </a:r>
          </a:p>
          <a:p>
            <a:pPr algn="l"/>
            <a:r>
              <a:rPr lang="zh-CN" altLang="en-US" b="0" i="0" u="none" strike="noStrike" dirty="0">
                <a:solidFill>
                  <a:srgbClr val="4B4B4B"/>
                </a:solidFill>
                <a:effectLst/>
                <a:latin typeface="PingFang SC" panose="020B0400000000000000" pitchFamily="34" charset="-122"/>
                <a:ea typeface="PingFang SC" panose="020B0400000000000000" pitchFamily="34" charset="-122"/>
              </a:rPr>
              <a:t>（</a:t>
            </a:r>
            <a:r>
              <a:rPr lang="en-US" altLang="zh-CN" b="0" i="0" u="none" strike="noStrike" dirty="0">
                <a:solidFill>
                  <a:srgbClr val="4B4B4B"/>
                </a:solidFill>
                <a:effectLst/>
                <a:latin typeface="PingFang SC" panose="020B0400000000000000" pitchFamily="34" charset="-122"/>
                <a:ea typeface="PingFang SC" panose="020B0400000000000000" pitchFamily="34" charset="-122"/>
              </a:rPr>
              <a:t>2</a:t>
            </a:r>
            <a:r>
              <a:rPr lang="zh-CN" altLang="en-US" b="0" i="0" u="none" strike="noStrike" dirty="0">
                <a:solidFill>
                  <a:srgbClr val="4B4B4B"/>
                </a:solidFill>
                <a:effectLst/>
                <a:latin typeface="PingFang SC" panose="020B0400000000000000" pitchFamily="34" charset="-122"/>
                <a:ea typeface="PingFang SC" panose="020B0400000000000000" pitchFamily="34" charset="-122"/>
              </a:rPr>
              <a:t>）一个班级有多名学生，一名学生只属于一个班级。</a:t>
            </a:r>
          </a:p>
          <a:p>
            <a:pPr algn="l"/>
            <a:r>
              <a:rPr lang="zh-CN" altLang="en-US" b="0" i="0" u="none" strike="noStrike" dirty="0">
                <a:solidFill>
                  <a:srgbClr val="4B4B4B"/>
                </a:solidFill>
                <a:effectLst/>
                <a:latin typeface="PingFang SC" panose="020B0400000000000000" pitchFamily="34" charset="-122"/>
                <a:ea typeface="PingFang SC" panose="020B0400000000000000" pitchFamily="34" charset="-122"/>
              </a:rPr>
              <a:t>（</a:t>
            </a:r>
            <a:r>
              <a:rPr lang="en-US" altLang="zh-CN" b="0" i="0" u="none" strike="noStrike" dirty="0">
                <a:solidFill>
                  <a:srgbClr val="4B4B4B"/>
                </a:solidFill>
                <a:effectLst/>
                <a:latin typeface="PingFang SC" panose="020B0400000000000000" pitchFamily="34" charset="-122"/>
                <a:ea typeface="PingFang SC" panose="020B0400000000000000" pitchFamily="34" charset="-122"/>
              </a:rPr>
              <a:t>3</a:t>
            </a:r>
            <a:r>
              <a:rPr lang="zh-CN" altLang="en-US" b="0" i="0" u="none" strike="noStrike" dirty="0">
                <a:solidFill>
                  <a:srgbClr val="4B4B4B"/>
                </a:solidFill>
                <a:effectLst/>
                <a:latin typeface="PingFang SC" panose="020B0400000000000000" pitchFamily="34" charset="-122"/>
                <a:ea typeface="PingFang SC" panose="020B0400000000000000" pitchFamily="34" charset="-122"/>
              </a:rPr>
              <a:t>）一名学生可以参加多届运动会、多个项目。系统应能够正确记录一名学生在某届运动会、某一项目上所取得的成绩。</a:t>
            </a:r>
          </a:p>
          <a:p>
            <a:pPr algn="l"/>
            <a:r>
              <a:rPr lang="zh-CN" altLang="en-US" b="0" i="0" u="none" strike="noStrike" dirty="0">
                <a:solidFill>
                  <a:srgbClr val="4B4B4B"/>
                </a:solidFill>
                <a:effectLst/>
                <a:latin typeface="PingFang SC" panose="020B0400000000000000" pitchFamily="34" charset="-122"/>
                <a:ea typeface="PingFang SC" panose="020B0400000000000000" pitchFamily="34" charset="-122"/>
              </a:rPr>
              <a:t>同时，</a:t>
            </a:r>
            <a:r>
              <a:rPr lang="zh-CN" altLang="en-US" b="1" i="0" u="none" strike="noStrike" dirty="0">
                <a:solidFill>
                  <a:srgbClr val="4B4B4B"/>
                </a:solidFill>
                <a:effectLst/>
                <a:latin typeface="PingFang SC" panose="020B0400000000000000" pitchFamily="34" charset="-122"/>
                <a:ea typeface="PingFang SC" panose="020B0400000000000000" pitchFamily="34" charset="-122"/>
              </a:rPr>
              <a:t>一个项目可以有不止一名学生报名参加</a:t>
            </a:r>
            <a:r>
              <a:rPr lang="zh-CN" altLang="en-US" b="0" i="0" u="none" strike="noStrike" dirty="0">
                <a:solidFill>
                  <a:srgbClr val="4B4B4B"/>
                </a:solidFill>
                <a:effectLst/>
                <a:latin typeface="PingFang SC" panose="020B0400000000000000" pitchFamily="34" charset="-122"/>
                <a:ea typeface="PingFang SC" panose="020B0400000000000000" pitchFamily="34" charset="-122"/>
              </a:rPr>
              <a:t>。</a:t>
            </a:r>
          </a:p>
          <a:p>
            <a:pPr algn="l"/>
            <a:r>
              <a:rPr lang="zh-CN" altLang="en-US" b="0" i="0" u="none" strike="noStrike" dirty="0">
                <a:solidFill>
                  <a:srgbClr val="4B4B4B"/>
                </a:solidFill>
                <a:effectLst/>
                <a:latin typeface="PingFang SC" panose="020B0400000000000000" pitchFamily="34" charset="-122"/>
                <a:ea typeface="PingFang SC" panose="020B0400000000000000" pitchFamily="34" charset="-122"/>
              </a:rPr>
              <a:t>（</a:t>
            </a:r>
            <a:r>
              <a:rPr lang="en-US" altLang="zh-CN" b="0" i="0" u="none" strike="noStrike" dirty="0">
                <a:solidFill>
                  <a:srgbClr val="4B4B4B"/>
                </a:solidFill>
                <a:effectLst/>
                <a:latin typeface="PingFang SC" panose="020B0400000000000000" pitchFamily="34" charset="-122"/>
                <a:ea typeface="PingFang SC" panose="020B0400000000000000" pitchFamily="34" charset="-122"/>
              </a:rPr>
              <a:t>4</a:t>
            </a:r>
            <a:r>
              <a:rPr lang="zh-CN" altLang="en-US" b="0" i="0" u="none" strike="noStrike" dirty="0">
                <a:solidFill>
                  <a:srgbClr val="4B4B4B"/>
                </a:solidFill>
                <a:effectLst/>
                <a:latin typeface="PingFang SC" panose="020B0400000000000000" pitchFamily="34" charset="-122"/>
                <a:ea typeface="PingFang SC" panose="020B0400000000000000" pitchFamily="34" charset="-122"/>
              </a:rPr>
              <a:t>）每年可以举办两届运动会，分别称为春季运动会和秋季运动会</a:t>
            </a:r>
            <a:endParaRPr lang="en-US" altLang="zh-CN" b="0" i="0" u="none" strike="noStrike" dirty="0">
              <a:solidFill>
                <a:srgbClr val="4B4B4B"/>
              </a:solidFill>
              <a:effectLst/>
              <a:latin typeface="PingFang SC" panose="020B0400000000000000" pitchFamily="34" charset="-122"/>
              <a:ea typeface="PingFang SC" panose="020B0400000000000000" pitchFamily="34" charset="-122"/>
            </a:endParaRPr>
          </a:p>
          <a:p>
            <a:pPr algn="l"/>
            <a:endParaRPr lang="en-US" altLang="zh-CN" b="0" i="0" u="none" strike="noStrike" dirty="0">
              <a:solidFill>
                <a:srgbClr val="4B4B4B"/>
              </a:solidFill>
              <a:effectLst/>
              <a:latin typeface="PingFang SC" panose="020B0400000000000000" pitchFamily="34" charset="-122"/>
              <a:ea typeface="PingFang SC" panose="020B0400000000000000" pitchFamily="34" charset="-122"/>
            </a:endParaRPr>
          </a:p>
          <a:p>
            <a:pPr algn="l"/>
            <a:r>
              <a:rPr lang="en-US" altLang="zh-CN" b="0" i="0" u="none" strike="noStrike" dirty="0">
                <a:solidFill>
                  <a:srgbClr val="4B4B4B"/>
                </a:solidFill>
                <a:effectLst/>
                <a:latin typeface="PingFang SC" panose="020B0400000000000000" pitchFamily="34" charset="-122"/>
                <a:ea typeface="PingFang SC" panose="020B0400000000000000" pitchFamily="34" charset="-122"/>
              </a:rPr>
              <a:t>https://</a:t>
            </a:r>
            <a:r>
              <a:rPr lang="en-US" altLang="zh-CN" b="0" i="0" u="none" strike="noStrike" dirty="0" err="1">
                <a:solidFill>
                  <a:srgbClr val="4B4B4B"/>
                </a:solidFill>
                <a:effectLst/>
                <a:latin typeface="PingFang SC" panose="020B0400000000000000" pitchFamily="34" charset="-122"/>
                <a:ea typeface="PingFang SC" panose="020B0400000000000000" pitchFamily="34" charset="-122"/>
              </a:rPr>
              <a:t>www.cnblogs.com</a:t>
            </a:r>
            <a:r>
              <a:rPr lang="en-US" altLang="zh-CN" b="0" i="0" u="none" strike="noStrike" dirty="0">
                <a:solidFill>
                  <a:srgbClr val="4B4B4B"/>
                </a:solidFill>
                <a:effectLst/>
                <a:latin typeface="PingFang SC" panose="020B0400000000000000" pitchFamily="34" charset="-122"/>
                <a:ea typeface="PingFang SC" panose="020B0400000000000000" pitchFamily="34" charset="-122"/>
              </a:rPr>
              <a:t>/</a:t>
            </a:r>
            <a:r>
              <a:rPr lang="en-US" altLang="zh-CN" b="0" i="0" u="none" strike="noStrike" dirty="0" err="1">
                <a:solidFill>
                  <a:srgbClr val="4B4B4B"/>
                </a:solidFill>
                <a:effectLst/>
                <a:latin typeface="PingFang SC" panose="020B0400000000000000" pitchFamily="34" charset="-122"/>
                <a:ea typeface="PingFang SC" panose="020B0400000000000000" pitchFamily="34" charset="-122"/>
              </a:rPr>
              <a:t>Kimsohyun</a:t>
            </a:r>
            <a:r>
              <a:rPr lang="en-US" altLang="zh-CN" b="0" i="0" u="none" strike="noStrike" dirty="0">
                <a:solidFill>
                  <a:srgbClr val="4B4B4B"/>
                </a:solidFill>
                <a:effectLst/>
                <a:latin typeface="PingFang SC" panose="020B0400000000000000" pitchFamily="34" charset="-122"/>
                <a:ea typeface="PingFang SC" panose="020B0400000000000000" pitchFamily="34" charset="-122"/>
              </a:rPr>
              <a:t>/p/12582494.html</a:t>
            </a:r>
            <a:endParaRPr lang="zh-CN" altLang="en-US" b="0" i="0" u="none" strike="noStrike" dirty="0">
              <a:solidFill>
                <a:srgbClr val="4B4B4B"/>
              </a:solidFill>
              <a:effectLst/>
              <a:latin typeface="PingFang SC" panose="020B0400000000000000" pitchFamily="34" charset="-122"/>
              <a:ea typeface="PingFang SC" panose="020B0400000000000000" pitchFamily="34" charset="-122"/>
            </a:endParaRPr>
          </a:p>
          <a:p>
            <a:endParaRPr kumimoji="1" lang="zh-CN" altLang="en-US" dirty="0"/>
          </a:p>
        </p:txBody>
      </p:sp>
      <p:sp>
        <p:nvSpPr>
          <p:cNvPr id="4" name="灯片编号占位符 3"/>
          <p:cNvSpPr>
            <a:spLocks noGrp="1"/>
          </p:cNvSpPr>
          <p:nvPr>
            <p:ph type="sldNum" sz="quarter" idx="5"/>
          </p:nvPr>
        </p:nvSpPr>
        <p:spPr/>
        <p:txBody>
          <a:bodyPr/>
          <a:lstStyle/>
          <a:p>
            <a:fld id="{55C7F930-4312-4247-948D-5CE601FE03D3}" type="slidenum">
              <a:rPr lang="en-US" altLang="zh-CN" smtClean="0"/>
              <a:pPr/>
              <a:t>76</a:t>
            </a:fld>
            <a:endParaRPr lang="en-US" altLang="zh-CN"/>
          </a:p>
        </p:txBody>
      </p:sp>
    </p:spTree>
    <p:extLst>
      <p:ext uri="{BB962C8B-B14F-4D97-AF65-F5344CB8AC3E}">
        <p14:creationId xmlns:p14="http://schemas.microsoft.com/office/powerpoint/2010/main" val="24160722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grpSp>
        <p:nvGrpSpPr>
          <p:cNvPr id="64514" name="Group 2"/>
          <p:cNvGrpSpPr>
            <a:grpSpLocks/>
          </p:cNvGrpSpPr>
          <p:nvPr/>
        </p:nvGrpSpPr>
        <p:grpSpPr bwMode="auto">
          <a:xfrm>
            <a:off x="-1035050" y="1552575"/>
            <a:ext cx="10179050" cy="5305425"/>
            <a:chOff x="-652" y="978"/>
            <a:chExt cx="6412" cy="3342"/>
          </a:xfrm>
        </p:grpSpPr>
        <p:sp>
          <p:nvSpPr>
            <p:cNvPr id="64515" name="Freeform 3"/>
            <p:cNvSpPr>
              <a:spLocks/>
            </p:cNvSpPr>
            <p:nvPr/>
          </p:nvSpPr>
          <p:spPr bwMode="auto">
            <a:xfrm>
              <a:off x="2061" y="1707"/>
              <a:ext cx="3699" cy="2613"/>
            </a:xfrm>
            <a:custGeom>
              <a:avLst/>
              <a:gdLst>
                <a:gd name="T0" fmla="*/ 1523 w 3699"/>
                <a:gd name="T1" fmla="*/ 2611 h 2613"/>
                <a:gd name="T2" fmla="*/ 3698 w 3699"/>
                <a:gd name="T3" fmla="*/ 2612 h 2613"/>
                <a:gd name="T4" fmla="*/ 3698 w 3699"/>
                <a:gd name="T5" fmla="*/ 2228 h 2613"/>
                <a:gd name="T6" fmla="*/ 0 w 3699"/>
                <a:gd name="T7" fmla="*/ 0 h 2613"/>
                <a:gd name="T8" fmla="*/ 160 w 3699"/>
                <a:gd name="T9" fmla="*/ 118 h 2613"/>
                <a:gd name="T10" fmla="*/ 292 w 3699"/>
                <a:gd name="T11" fmla="*/ 219 h 2613"/>
                <a:gd name="T12" fmla="*/ 441 w 3699"/>
                <a:gd name="T13" fmla="*/ 347 h 2613"/>
                <a:gd name="T14" fmla="*/ 585 w 3699"/>
                <a:gd name="T15" fmla="*/ 482 h 2613"/>
                <a:gd name="T16" fmla="*/ 796 w 3699"/>
                <a:gd name="T17" fmla="*/ 711 h 2613"/>
                <a:gd name="T18" fmla="*/ 983 w 3699"/>
                <a:gd name="T19" fmla="*/ 955 h 2613"/>
                <a:gd name="T20" fmla="*/ 1119 w 3699"/>
                <a:gd name="T21" fmla="*/ 1168 h 2613"/>
                <a:gd name="T22" fmla="*/ 1238 w 3699"/>
                <a:gd name="T23" fmla="*/ 1388 h 2613"/>
                <a:gd name="T24" fmla="*/ 1331 w 3699"/>
                <a:gd name="T25" fmla="*/ 1608 h 2613"/>
                <a:gd name="T26" fmla="*/ 1400 w 3699"/>
                <a:gd name="T27" fmla="*/ 1809 h 2613"/>
                <a:gd name="T28" fmla="*/ 1447 w 3699"/>
                <a:gd name="T29" fmla="*/ 1979 h 2613"/>
                <a:gd name="T30" fmla="*/ 1490 w 3699"/>
                <a:gd name="T31" fmla="*/ 2190 h 2613"/>
                <a:gd name="T32" fmla="*/ 1511 w 3699"/>
                <a:gd name="T33" fmla="*/ 2374 h 2613"/>
                <a:gd name="T34" fmla="*/ 1523 w 3699"/>
                <a:gd name="T35" fmla="*/ 2611 h 2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699" h="2613">
                  <a:moveTo>
                    <a:pt x="1523" y="2611"/>
                  </a:moveTo>
                  <a:lnTo>
                    <a:pt x="3698" y="2612"/>
                  </a:lnTo>
                  <a:lnTo>
                    <a:pt x="3698" y="2228"/>
                  </a:lnTo>
                  <a:lnTo>
                    <a:pt x="0" y="0"/>
                  </a:lnTo>
                  <a:lnTo>
                    <a:pt x="160" y="118"/>
                  </a:lnTo>
                  <a:lnTo>
                    <a:pt x="292" y="219"/>
                  </a:lnTo>
                  <a:lnTo>
                    <a:pt x="441" y="347"/>
                  </a:lnTo>
                  <a:lnTo>
                    <a:pt x="585" y="482"/>
                  </a:lnTo>
                  <a:lnTo>
                    <a:pt x="796" y="711"/>
                  </a:lnTo>
                  <a:lnTo>
                    <a:pt x="983" y="955"/>
                  </a:lnTo>
                  <a:lnTo>
                    <a:pt x="1119" y="1168"/>
                  </a:lnTo>
                  <a:lnTo>
                    <a:pt x="1238" y="1388"/>
                  </a:lnTo>
                  <a:lnTo>
                    <a:pt x="1331" y="1608"/>
                  </a:lnTo>
                  <a:lnTo>
                    <a:pt x="1400" y="1809"/>
                  </a:lnTo>
                  <a:lnTo>
                    <a:pt x="1447" y="1979"/>
                  </a:lnTo>
                  <a:lnTo>
                    <a:pt x="1490" y="2190"/>
                  </a:lnTo>
                  <a:lnTo>
                    <a:pt x="1511" y="2374"/>
                  </a:lnTo>
                  <a:lnTo>
                    <a:pt x="1523" y="2611"/>
                  </a:lnTo>
                </a:path>
              </a:pathLst>
            </a:custGeom>
            <a:gradFill rotWithShape="0">
              <a:gsLst>
                <a:gs pos="0">
                  <a:schemeClr val="accent2">
                    <a:gamma/>
                    <a:shade val="46275"/>
                    <a:invGamma/>
                  </a:schemeClr>
                </a:gs>
                <a:gs pos="100000">
                  <a:schemeClr val="accent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16" name="Arc 4"/>
            <p:cNvSpPr>
              <a:spLocks/>
            </p:cNvSpPr>
            <p:nvPr/>
          </p:nvSpPr>
          <p:spPr bwMode="auto">
            <a:xfrm>
              <a:off x="-652" y="978"/>
              <a:ext cx="4237" cy="3342"/>
            </a:xfrm>
            <a:custGeom>
              <a:avLst/>
              <a:gdLst>
                <a:gd name="G0" fmla="+- 0 0 0"/>
                <a:gd name="G1" fmla="+- 21231 0 0"/>
                <a:gd name="G2" fmla="+- 21600 0 0"/>
                <a:gd name="T0" fmla="*/ 3977 w 21600"/>
                <a:gd name="T1" fmla="*/ 0 h 21231"/>
                <a:gd name="T2" fmla="*/ 21600 w 21600"/>
                <a:gd name="T3" fmla="*/ 21231 h 21231"/>
                <a:gd name="T4" fmla="*/ 0 w 21600"/>
                <a:gd name="T5" fmla="*/ 21231 h 21231"/>
              </a:gdLst>
              <a:ahLst/>
              <a:cxnLst>
                <a:cxn ang="0">
                  <a:pos x="T0" y="T1"/>
                </a:cxn>
                <a:cxn ang="0">
                  <a:pos x="T2" y="T3"/>
                </a:cxn>
                <a:cxn ang="0">
                  <a:pos x="T4" y="T5"/>
                </a:cxn>
              </a:cxnLst>
              <a:rect l="0" t="0" r="r" b="b"/>
              <a:pathLst>
                <a:path w="21600" h="21231" fill="none" extrusionOk="0">
                  <a:moveTo>
                    <a:pt x="3976" y="0"/>
                  </a:moveTo>
                  <a:cubicBezTo>
                    <a:pt x="14194" y="1914"/>
                    <a:pt x="21600" y="10835"/>
                    <a:pt x="21600" y="21231"/>
                  </a:cubicBezTo>
                </a:path>
                <a:path w="21600" h="21231" stroke="0" extrusionOk="0">
                  <a:moveTo>
                    <a:pt x="3976" y="0"/>
                  </a:moveTo>
                  <a:cubicBezTo>
                    <a:pt x="14194" y="1914"/>
                    <a:pt x="21600" y="10835"/>
                    <a:pt x="21600" y="21231"/>
                  </a:cubicBezTo>
                  <a:lnTo>
                    <a:pt x="0" y="21231"/>
                  </a:lnTo>
                  <a:close/>
                </a:path>
              </a:pathLst>
            </a:custGeom>
            <a:noFill/>
            <a:ln w="1270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4517" name="Rectangle 5"/>
          <p:cNvSpPr>
            <a:spLocks noGrp="1" noChangeArrowheads="1"/>
          </p:cNvSpPr>
          <p:nvPr>
            <p:ph type="ctrTitle" sz="quarter"/>
          </p:nvPr>
        </p:nvSpPr>
        <p:spPr>
          <a:xfrm>
            <a:off x="1293813" y="762000"/>
            <a:ext cx="7772400" cy="1143000"/>
          </a:xfrm>
        </p:spPr>
        <p:txBody>
          <a:bodyPr anchor="b"/>
          <a:lstStyle>
            <a:lvl1pPr>
              <a:defRPr/>
            </a:lvl1pPr>
          </a:lstStyle>
          <a:p>
            <a:pPr lvl="0"/>
            <a:r>
              <a:rPr lang="zh-CN" altLang="en-US" noProof="0"/>
              <a:t>单击此处编辑母版标题样式</a:t>
            </a:r>
          </a:p>
        </p:txBody>
      </p:sp>
      <p:sp>
        <p:nvSpPr>
          <p:cNvPr id="64518" name="Rectangle 6"/>
          <p:cNvSpPr>
            <a:spLocks noGrp="1" noChangeArrowheads="1"/>
          </p:cNvSpPr>
          <p:nvPr>
            <p:ph type="subTitle" sz="quarter" idx="1"/>
          </p:nvPr>
        </p:nvSpPr>
        <p:spPr>
          <a:xfrm>
            <a:off x="685800" y="3429000"/>
            <a:ext cx="6400800" cy="1752600"/>
          </a:xfrm>
        </p:spPr>
        <p:txBody>
          <a:bodyPr lIns="92075" tIns="46038" rIns="92075" bIns="46038" anchor="ctr"/>
          <a:lstStyle>
            <a:lvl1pPr marL="0" indent="0" algn="ctr">
              <a:buFont typeface="Wingdings" pitchFamily="2" charset="2"/>
              <a:buNone/>
              <a:defRPr/>
            </a:lvl1pPr>
          </a:lstStyle>
          <a:p>
            <a:pPr lvl="0"/>
            <a:r>
              <a:rPr lang="zh-CN" altLang="en-US" noProof="0"/>
              <a:t>单击此处编辑母版副标题样式</a:t>
            </a:r>
          </a:p>
        </p:txBody>
      </p:sp>
      <p:sp>
        <p:nvSpPr>
          <p:cNvPr id="64519" name="Rectangle 7"/>
          <p:cNvSpPr>
            <a:spLocks noGrp="1" noChangeArrowheads="1"/>
          </p:cNvSpPr>
          <p:nvPr>
            <p:ph type="dt" sz="quarter" idx="2"/>
          </p:nvPr>
        </p:nvSpPr>
        <p:spPr/>
        <p:txBody>
          <a:bodyPr/>
          <a:lstStyle>
            <a:lvl1pPr>
              <a:defRPr/>
            </a:lvl1pPr>
          </a:lstStyle>
          <a:p>
            <a:fld id="{BDF0D0E1-E5B6-4628-82A2-6707849AC7E1}" type="datetime11">
              <a:rPr lang="zh-CN" altLang="en-US"/>
              <a:pPr/>
              <a:t>10:20:22</a:t>
            </a:fld>
            <a:endParaRPr lang="en-US" altLang="zh-CN"/>
          </a:p>
        </p:txBody>
      </p:sp>
      <p:sp>
        <p:nvSpPr>
          <p:cNvPr id="64520" name="Rectangle 8"/>
          <p:cNvSpPr>
            <a:spLocks noGrp="1" noChangeArrowheads="1"/>
          </p:cNvSpPr>
          <p:nvPr>
            <p:ph type="ftr" sz="quarter" idx="3"/>
          </p:nvPr>
        </p:nvSpPr>
        <p:spPr/>
        <p:txBody>
          <a:bodyPr/>
          <a:lstStyle>
            <a:lvl1pPr>
              <a:defRPr/>
            </a:lvl1pPr>
          </a:lstStyle>
          <a:p>
            <a:endParaRPr lang="en-US" altLang="zh-CN"/>
          </a:p>
        </p:txBody>
      </p:sp>
      <p:sp>
        <p:nvSpPr>
          <p:cNvPr id="64521" name="Rectangle 9"/>
          <p:cNvSpPr>
            <a:spLocks noGrp="1" noChangeArrowheads="1"/>
          </p:cNvSpPr>
          <p:nvPr>
            <p:ph type="sldNum" sz="quarter" idx="4"/>
          </p:nvPr>
        </p:nvSpPr>
        <p:spPr bwMode="auto">
          <a:xfrm>
            <a:off x="6553200" y="6248400"/>
            <a:ext cx="19050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lvl1pPr algn="r" eaLnBrk="1" hangingPunct="1">
              <a:lnSpc>
                <a:spcPct val="100000"/>
              </a:lnSpc>
              <a:defRPr kumimoji="0" sz="1400">
                <a:latin typeface="+mn-lt"/>
              </a:defRPr>
            </a:lvl1pPr>
          </a:lstStyle>
          <a:p>
            <a:fld id="{1C97B71F-C022-4C25-98EB-5F4ED98FD78E}" type="slidenum">
              <a:rPr lang="en-US" altLang="zh-CN"/>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C2F5ACA2-ABF3-43AC-8635-E4674AFC9070}" type="datetime11">
              <a:rPr lang="zh-CN" altLang="en-US"/>
              <a:pPr/>
              <a:t>10:06:55</a:t>
            </a:fld>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Tree>
    <p:extLst>
      <p:ext uri="{BB962C8B-B14F-4D97-AF65-F5344CB8AC3E}">
        <p14:creationId xmlns:p14="http://schemas.microsoft.com/office/powerpoint/2010/main" val="40856122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fld id="{20BE5B1B-9BA6-4EC4-A9E6-F78641135B42}" type="datetime11">
              <a:rPr lang="zh-CN" altLang="en-US"/>
              <a:pPr/>
              <a:t>10:20:22</a:t>
            </a:fld>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Tree>
    <p:extLst>
      <p:ext uri="{BB962C8B-B14F-4D97-AF65-F5344CB8AC3E}">
        <p14:creationId xmlns:p14="http://schemas.microsoft.com/office/powerpoint/2010/main" val="855384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fld id="{21ACD4B7-CE52-48F1-9BE0-5B68321BC0E0}" type="datetime11">
              <a:rPr lang="zh-CN" altLang="en-US"/>
              <a:pPr/>
              <a:t>10:20:22</a:t>
            </a:fld>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Tree>
    <p:extLst>
      <p:ext uri="{BB962C8B-B14F-4D97-AF65-F5344CB8AC3E}">
        <p14:creationId xmlns:p14="http://schemas.microsoft.com/office/powerpoint/2010/main" val="32111515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fld id="{CF68E3EC-5507-453A-9A89-EEB28168F67C}" type="datetime11">
              <a:rPr lang="zh-CN" altLang="en-US"/>
              <a:pPr/>
              <a:t>10:20:22</a:t>
            </a:fld>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Tree>
    <p:extLst>
      <p:ext uri="{BB962C8B-B14F-4D97-AF65-F5344CB8AC3E}">
        <p14:creationId xmlns:p14="http://schemas.microsoft.com/office/powerpoint/2010/main" val="42063931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fld id="{A494B694-6EA4-4F9B-9A90-092FA7C9FBF0}" type="datetime11">
              <a:rPr lang="zh-CN" altLang="en-US"/>
              <a:pPr/>
              <a:t>10:20:22</a:t>
            </a:fld>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Tree>
    <p:extLst>
      <p:ext uri="{BB962C8B-B14F-4D97-AF65-F5344CB8AC3E}">
        <p14:creationId xmlns:p14="http://schemas.microsoft.com/office/powerpoint/2010/main" val="21298573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FFB57241-FAF6-4869-8F3D-CC81C213A474}" type="datetime11">
              <a:rPr lang="zh-CN" altLang="en-US"/>
              <a:pPr/>
              <a:t>10:06:54</a:t>
            </a:fld>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Tree>
    <p:extLst>
      <p:ext uri="{BB962C8B-B14F-4D97-AF65-F5344CB8AC3E}">
        <p14:creationId xmlns:p14="http://schemas.microsoft.com/office/powerpoint/2010/main" val="16574559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52BD64B0-907D-4DA0-8170-52B53845FC11}" type="datetime11">
              <a:rPr lang="zh-CN" altLang="en-US"/>
              <a:pPr/>
              <a:t>10:20:22</a:t>
            </a:fld>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Tree>
    <p:extLst>
      <p:ext uri="{BB962C8B-B14F-4D97-AF65-F5344CB8AC3E}">
        <p14:creationId xmlns:p14="http://schemas.microsoft.com/office/powerpoint/2010/main" val="1414442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7AE6B241-97D4-4410-9277-4422E40F0FB8}" type="datetime11">
              <a:rPr lang="zh-CN" altLang="en-US"/>
              <a:pPr/>
              <a:t>10:20:22</a:t>
            </a:fld>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Tree>
    <p:extLst>
      <p:ext uri="{BB962C8B-B14F-4D97-AF65-F5344CB8AC3E}">
        <p14:creationId xmlns:p14="http://schemas.microsoft.com/office/powerpoint/2010/main" val="3687965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756DC4D9-ADCF-42B4-9B39-DE89A1EF26AE}" type="datetime11">
              <a:rPr lang="zh-CN" altLang="en-US"/>
              <a:pPr/>
              <a:t>10:20:22</a:t>
            </a:fld>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Tree>
    <p:extLst>
      <p:ext uri="{BB962C8B-B14F-4D97-AF65-F5344CB8AC3E}">
        <p14:creationId xmlns:p14="http://schemas.microsoft.com/office/powerpoint/2010/main" val="989114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3C68D49E-371D-4A71-8F56-B17019CCBE36}" type="datetime11">
              <a:rPr lang="zh-CN" altLang="en-US"/>
              <a:pPr/>
              <a:t>10:20:22</a:t>
            </a:fld>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Tree>
    <p:extLst>
      <p:ext uri="{BB962C8B-B14F-4D97-AF65-F5344CB8AC3E}">
        <p14:creationId xmlns:p14="http://schemas.microsoft.com/office/powerpoint/2010/main" val="25966836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标题幻灯片">
    <p:spTree>
      <p:nvGrpSpPr>
        <p:cNvPr id="1" name=""/>
        <p:cNvGrpSpPr/>
        <p:nvPr/>
      </p:nvGrpSpPr>
      <p:grpSpPr>
        <a:xfrm>
          <a:off x="0" y="0"/>
          <a:ext cx="0" cy="0"/>
          <a:chOff x="0" y="0"/>
          <a:chExt cx="0" cy="0"/>
        </a:xfrm>
      </p:grpSpPr>
      <p:grpSp>
        <p:nvGrpSpPr>
          <p:cNvPr id="13" name="Group 2"/>
          <p:cNvGrpSpPr/>
          <p:nvPr/>
        </p:nvGrpSpPr>
        <p:grpSpPr>
          <a:xfrm>
            <a:off x="203075" y="1552574"/>
            <a:ext cx="8939338" cy="5305426"/>
            <a:chOff x="0" y="0"/>
            <a:chExt cx="8939336" cy="5305425"/>
          </a:xfrm>
        </p:grpSpPr>
        <p:sp>
          <p:nvSpPr>
            <p:cNvPr id="11" name="Freeform 3"/>
            <p:cNvSpPr/>
            <p:nvPr/>
          </p:nvSpPr>
          <p:spPr>
            <a:xfrm>
              <a:off x="3068761" y="1157287"/>
              <a:ext cx="5870576" cy="4146551"/>
            </a:xfrm>
            <a:custGeom>
              <a:avLst/>
              <a:gdLst/>
              <a:ahLst/>
              <a:cxnLst>
                <a:cxn ang="0">
                  <a:pos x="wd2" y="hd2"/>
                </a:cxn>
                <a:cxn ang="5400000">
                  <a:pos x="wd2" y="hd2"/>
                </a:cxn>
                <a:cxn ang="10800000">
                  <a:pos x="wd2" y="hd2"/>
                </a:cxn>
                <a:cxn ang="16200000">
                  <a:pos x="wd2" y="hd2"/>
                </a:cxn>
              </a:cxnLst>
              <a:rect l="0" t="0" r="r" b="b"/>
              <a:pathLst>
                <a:path w="21600" h="21600" extrusionOk="0">
                  <a:moveTo>
                    <a:pt x="8896" y="21592"/>
                  </a:moveTo>
                  <a:lnTo>
                    <a:pt x="21600" y="21600"/>
                  </a:lnTo>
                  <a:lnTo>
                    <a:pt x="21600" y="18425"/>
                  </a:lnTo>
                  <a:lnTo>
                    <a:pt x="0" y="0"/>
                  </a:lnTo>
                  <a:lnTo>
                    <a:pt x="935" y="976"/>
                  </a:lnTo>
                  <a:lnTo>
                    <a:pt x="1706" y="1811"/>
                  </a:lnTo>
                  <a:lnTo>
                    <a:pt x="2576" y="2870"/>
                  </a:lnTo>
                  <a:lnTo>
                    <a:pt x="3417" y="3986"/>
                  </a:lnTo>
                  <a:lnTo>
                    <a:pt x="4649" y="5880"/>
                  </a:lnTo>
                  <a:lnTo>
                    <a:pt x="5742" y="7897"/>
                  </a:lnTo>
                  <a:lnTo>
                    <a:pt x="6536" y="9659"/>
                  </a:lnTo>
                  <a:lnTo>
                    <a:pt x="7231" y="11478"/>
                  </a:lnTo>
                  <a:lnTo>
                    <a:pt x="7774" y="13297"/>
                  </a:lnTo>
                  <a:lnTo>
                    <a:pt x="8177" y="14960"/>
                  </a:lnTo>
                  <a:lnTo>
                    <a:pt x="8452" y="16365"/>
                  </a:lnTo>
                  <a:lnTo>
                    <a:pt x="8703" y="18110"/>
                  </a:lnTo>
                  <a:lnTo>
                    <a:pt x="8826" y="19632"/>
                  </a:lnTo>
                  <a:lnTo>
                    <a:pt x="8896" y="21592"/>
                  </a:lnTo>
                </a:path>
              </a:pathLst>
            </a:custGeom>
            <a:gradFill flip="none" rotWithShape="1">
              <a:gsLst>
                <a:gs pos="0">
                  <a:srgbClr val="182F76"/>
                </a:gs>
                <a:gs pos="100000">
                  <a:schemeClr val="accent2"/>
                </a:gs>
              </a:gsLst>
              <a:lin ang="0" scaled="0"/>
            </a:gradFill>
            <a:ln w="12700" cap="flat">
              <a:noFill/>
              <a:miter lim="400000"/>
            </a:ln>
            <a:effectLst/>
          </p:spPr>
          <p:txBody>
            <a:bodyPr wrap="square" lIns="45719" tIns="45719" rIns="45719" bIns="45719" numCol="1" anchor="t">
              <a:noAutofit/>
            </a:bodyPr>
            <a:lstStyle/>
            <a:p>
              <a:pPr>
                <a:defRPr>
                  <a:latin typeface="SimSun"/>
                  <a:ea typeface="SimSun"/>
                  <a:cs typeface="SimSun"/>
                  <a:sym typeface="SimSun"/>
                </a:defRPr>
              </a:pPr>
              <a:endParaRPr/>
            </a:p>
          </p:txBody>
        </p:sp>
        <p:sp>
          <p:nvSpPr>
            <p:cNvPr id="12" name="Arc 4"/>
            <p:cNvSpPr/>
            <p:nvPr/>
          </p:nvSpPr>
          <p:spPr>
            <a:xfrm>
              <a:off x="0" y="0"/>
              <a:ext cx="5488112" cy="53054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2523" y="1947"/>
                    <a:pt x="21600" y="11023"/>
                    <a:pt x="21600" y="21600"/>
                  </a:cubicBezTo>
                </a:path>
              </a:pathLst>
            </a:custGeom>
            <a:noFill/>
            <a:ln w="12700" cap="rnd">
              <a:solidFill>
                <a:schemeClr val="accent2"/>
              </a:solidFill>
              <a:prstDash val="solid"/>
              <a:round/>
            </a:ln>
            <a:effectLst/>
          </p:spPr>
          <p:txBody>
            <a:bodyPr wrap="square" lIns="45719" tIns="45719" rIns="45719" bIns="45719" numCol="1" anchor="ctr">
              <a:noAutofit/>
            </a:bodyPr>
            <a:lstStyle/>
            <a:p>
              <a:pPr>
                <a:defRPr>
                  <a:latin typeface="SimSun"/>
                  <a:ea typeface="SimSun"/>
                  <a:cs typeface="SimSun"/>
                  <a:sym typeface="SimSun"/>
                </a:defRPr>
              </a:pPr>
              <a:endParaRPr/>
            </a:p>
          </p:txBody>
        </p:sp>
      </p:grpSp>
      <p:sp>
        <p:nvSpPr>
          <p:cNvPr id="14" name="标题文本"/>
          <p:cNvSpPr txBox="1">
            <a:spLocks noGrp="1"/>
          </p:cNvSpPr>
          <p:nvPr>
            <p:ph type="title"/>
          </p:nvPr>
        </p:nvSpPr>
        <p:spPr>
          <a:xfrm>
            <a:off x="1293812" y="762000"/>
            <a:ext cx="7772401" cy="1143000"/>
          </a:xfrm>
          <a:prstGeom prst="rect">
            <a:avLst/>
          </a:prstGeom>
        </p:spPr>
        <p:txBody>
          <a:bodyPr anchor="b"/>
          <a:lstStyle/>
          <a:p>
            <a:r>
              <a:t>标题文本</a:t>
            </a:r>
          </a:p>
        </p:txBody>
      </p:sp>
      <p:sp>
        <p:nvSpPr>
          <p:cNvPr id="15" name="正文级别 1…"/>
          <p:cNvSpPr txBox="1">
            <a:spLocks noGrp="1"/>
          </p:cNvSpPr>
          <p:nvPr>
            <p:ph type="body" sz="quarter" idx="1"/>
          </p:nvPr>
        </p:nvSpPr>
        <p:spPr>
          <a:xfrm>
            <a:off x="685800" y="3429000"/>
            <a:ext cx="6400800" cy="1752600"/>
          </a:xfrm>
          <a:prstGeom prst="rect">
            <a:avLst/>
          </a:prstGeom>
        </p:spPr>
        <p:txBody>
          <a:bodyPr lIns="46037" tIns="46037" rIns="46037" bIns="46037" anchor="ctr">
            <a:normAutofit/>
          </a:bodyPr>
          <a:lstStyle>
            <a:lvl1pPr marL="0" indent="0" algn="ctr">
              <a:buClrTx/>
              <a:buSzTx/>
              <a:buNone/>
            </a:lvl1pPr>
            <a:lvl2pPr algn="ctr">
              <a:buClrTx/>
            </a:lvl2pPr>
            <a:lvl3pPr algn="ctr">
              <a:buClrTx/>
            </a:lvl3pPr>
            <a:lvl4pPr algn="ctr">
              <a:buClrTx/>
            </a:lvl4pPr>
            <a:lvl5pPr algn="ctr">
              <a:buClrTx/>
            </a:lvl5pPr>
          </a:lstStyle>
          <a:p>
            <a:r>
              <a:t>正文级别 1</a:t>
            </a:r>
          </a:p>
          <a:p>
            <a:pPr lvl="1"/>
            <a:r>
              <a:t>正文级别 2</a:t>
            </a:r>
          </a:p>
          <a:p>
            <a:pPr lvl="2"/>
            <a:r>
              <a:t>正文级别 3</a:t>
            </a:r>
          </a:p>
          <a:p>
            <a:pPr lvl="3"/>
            <a:r>
              <a:t>正文级别 4</a:t>
            </a:r>
          </a:p>
          <a:p>
            <a:pPr lvl="4"/>
            <a:r>
              <a:t>正文级别 5</a:t>
            </a:r>
          </a:p>
        </p:txBody>
      </p:sp>
      <p:sp>
        <p:nvSpPr>
          <p:cNvPr id="16" name="幻灯片编号"/>
          <p:cNvSpPr txBox="1">
            <a:spLocks noGrp="1"/>
          </p:cNvSpPr>
          <p:nvPr>
            <p:ph type="sldNum" sz="quarter" idx="2"/>
          </p:nvPr>
        </p:nvSpPr>
        <p:spPr>
          <a:xfrm>
            <a:off x="8175624" y="6333138"/>
            <a:ext cx="282577" cy="287724"/>
          </a:xfrm>
          <a:prstGeom prst="rect">
            <a:avLst/>
          </a:prstGeom>
        </p:spPr>
        <p:txBody>
          <a:bodyPr lIns="46037" tIns="46037" rIns="46037" bIns="46037"/>
          <a:lstStyle>
            <a:lvl1pPr>
              <a:lnSpc>
                <a:spcPct val="100000"/>
              </a:lnSpc>
              <a:defRPr sz="1400">
                <a:solidFill>
                  <a:srgbClr val="FFFFFF"/>
                </a:solidFill>
                <a:latin typeface="+mn-lt"/>
                <a:ea typeface="+mn-ea"/>
                <a:cs typeface="+mn-cs"/>
                <a:sym typeface="Times New Roman"/>
              </a:defRPr>
            </a:lvl1pPr>
          </a:lstStyle>
          <a:p>
            <a:fld id="{86CB4B4D-7CA3-9044-876B-883B54F8677D}" type="slidenum">
              <a:t>‹#›</a:t>
            </a:fld>
            <a:endParaRPr/>
          </a:p>
        </p:txBody>
      </p:sp>
    </p:spTree>
    <p:extLst>
      <p:ext uri="{BB962C8B-B14F-4D97-AF65-F5344CB8AC3E}">
        <p14:creationId xmlns:p14="http://schemas.microsoft.com/office/powerpoint/2010/main" val="2042977901"/>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标题和内容">
    <p:spTree>
      <p:nvGrpSpPr>
        <p:cNvPr id="1" name=""/>
        <p:cNvGrpSpPr/>
        <p:nvPr/>
      </p:nvGrpSpPr>
      <p:grpSpPr>
        <a:xfrm>
          <a:off x="0" y="0"/>
          <a:ext cx="0" cy="0"/>
          <a:chOff x="0" y="0"/>
          <a:chExt cx="0" cy="0"/>
        </a:xfrm>
      </p:grpSpPr>
      <p:sp>
        <p:nvSpPr>
          <p:cNvPr id="23" name="标题文本"/>
          <p:cNvSpPr txBox="1">
            <a:spLocks noGrp="1"/>
          </p:cNvSpPr>
          <p:nvPr>
            <p:ph type="title"/>
          </p:nvPr>
        </p:nvSpPr>
        <p:spPr>
          <a:prstGeom prst="rect">
            <a:avLst/>
          </a:prstGeom>
        </p:spPr>
        <p:txBody>
          <a:bodyPr/>
          <a:lstStyle/>
          <a:p>
            <a:r>
              <a:t>标题文本</a:t>
            </a:r>
          </a:p>
        </p:txBody>
      </p:sp>
      <p:sp>
        <p:nvSpPr>
          <p:cNvPr id="24" name="正文级别 1…"/>
          <p:cNvSpPr txBox="1">
            <a:spLocks noGrp="1"/>
          </p:cNvSpPr>
          <p:nvPr>
            <p:ph type="body" idx="1"/>
          </p:nvPr>
        </p:nvSpPr>
        <p:spPr>
          <a:xfrm>
            <a:off x="685800" y="1981200"/>
            <a:ext cx="7772400" cy="4114800"/>
          </a:xfrm>
          <a:prstGeom prst="rect">
            <a:avLst/>
          </a:prstGeom>
        </p:spPr>
        <p:txBody>
          <a:bodyPr>
            <a:normAutofit/>
          </a:bodyPr>
          <a:lstStyle/>
          <a:p>
            <a:r>
              <a:t>正文级别 1</a:t>
            </a:r>
          </a:p>
          <a:p>
            <a:pPr lvl="1"/>
            <a:r>
              <a:t>正文级别 2</a:t>
            </a:r>
          </a:p>
          <a:p>
            <a:pPr lvl="2"/>
            <a:r>
              <a:t>正文级别 3</a:t>
            </a:r>
          </a:p>
          <a:p>
            <a:pPr lvl="3"/>
            <a:r>
              <a:t>正文级别 4</a:t>
            </a:r>
          </a:p>
          <a:p>
            <a:pPr lvl="4"/>
            <a:r>
              <a:t>正文级别 5</a:t>
            </a:r>
          </a:p>
        </p:txBody>
      </p:sp>
      <p:sp>
        <p:nvSpPr>
          <p:cNvPr id="25"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69405096"/>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节标题">
    <p:spTree>
      <p:nvGrpSpPr>
        <p:cNvPr id="1" name=""/>
        <p:cNvGrpSpPr/>
        <p:nvPr/>
      </p:nvGrpSpPr>
      <p:grpSpPr>
        <a:xfrm>
          <a:off x="0" y="0"/>
          <a:ext cx="0" cy="0"/>
          <a:chOff x="0" y="0"/>
          <a:chExt cx="0" cy="0"/>
        </a:xfrm>
      </p:grpSpPr>
      <p:sp>
        <p:nvSpPr>
          <p:cNvPr id="32" name="标题文本"/>
          <p:cNvSpPr txBox="1">
            <a:spLocks noGrp="1"/>
          </p:cNvSpPr>
          <p:nvPr>
            <p:ph type="title"/>
          </p:nvPr>
        </p:nvSpPr>
        <p:spPr>
          <a:xfrm>
            <a:off x="722312" y="4406900"/>
            <a:ext cx="7772401" cy="1362075"/>
          </a:xfrm>
          <a:prstGeom prst="rect">
            <a:avLst/>
          </a:prstGeom>
        </p:spPr>
        <p:txBody>
          <a:bodyPr anchor="t"/>
          <a:lstStyle>
            <a:lvl1pPr algn="l">
              <a:defRPr sz="4000" b="1" cap="all"/>
            </a:lvl1pPr>
          </a:lstStyle>
          <a:p>
            <a:r>
              <a:t>标题文本</a:t>
            </a:r>
          </a:p>
        </p:txBody>
      </p:sp>
      <p:sp>
        <p:nvSpPr>
          <p:cNvPr id="33" name="正文级别 1…"/>
          <p:cNvSpPr txBox="1">
            <a:spLocks noGrp="1"/>
          </p:cNvSpPr>
          <p:nvPr>
            <p:ph type="body" sz="quarter" idx="1"/>
          </p:nvPr>
        </p:nvSpPr>
        <p:spPr>
          <a:xfrm>
            <a:off x="722312" y="2906713"/>
            <a:ext cx="7772401" cy="1500188"/>
          </a:xfrm>
          <a:prstGeom prst="rect">
            <a:avLst/>
          </a:prstGeom>
        </p:spPr>
        <p:txBody>
          <a:bodyPr anchor="b">
            <a:normAutofit/>
          </a:bodyPr>
          <a:lstStyle>
            <a:lvl1pPr marL="0" indent="0">
              <a:spcBef>
                <a:spcPts val="400"/>
              </a:spcBef>
              <a:buClrTx/>
              <a:buSzTx/>
              <a:buNone/>
              <a:defRPr sz="2000"/>
            </a:lvl1pPr>
            <a:lvl2pPr marL="0" indent="457200">
              <a:spcBef>
                <a:spcPts val="400"/>
              </a:spcBef>
              <a:buClrTx/>
              <a:buSzTx/>
              <a:buNone/>
              <a:defRPr sz="2000"/>
            </a:lvl2pPr>
            <a:lvl3pPr marL="0" indent="914400">
              <a:spcBef>
                <a:spcPts val="400"/>
              </a:spcBef>
              <a:buClrTx/>
              <a:buSzTx/>
              <a:buNone/>
              <a:defRPr sz="2000"/>
            </a:lvl3pPr>
            <a:lvl4pPr marL="0" indent="1371600">
              <a:spcBef>
                <a:spcPts val="400"/>
              </a:spcBef>
              <a:buClrTx/>
              <a:buSzTx/>
              <a:buNone/>
              <a:defRPr sz="2000"/>
            </a:lvl4pPr>
            <a:lvl5pPr marL="0" indent="1828800">
              <a:spcBef>
                <a:spcPts val="400"/>
              </a:spcBef>
              <a:buClrTx/>
              <a:buSzTx/>
              <a:buNone/>
              <a:defRPr sz="2000"/>
            </a:lvl5pPr>
          </a:lstStyle>
          <a:p>
            <a:r>
              <a:t>正文级别 1</a:t>
            </a:r>
          </a:p>
          <a:p>
            <a:pPr lvl="1"/>
            <a:r>
              <a:t>正文级别 2</a:t>
            </a:r>
          </a:p>
          <a:p>
            <a:pPr lvl="2"/>
            <a:r>
              <a:t>正文级别 3</a:t>
            </a:r>
          </a:p>
          <a:p>
            <a:pPr lvl="3"/>
            <a:r>
              <a:t>正文级别 4</a:t>
            </a:r>
          </a:p>
          <a:p>
            <a:pPr lvl="4"/>
            <a:r>
              <a:t>正文级别 5</a:t>
            </a:r>
          </a:p>
        </p:txBody>
      </p:sp>
      <p:sp>
        <p:nvSpPr>
          <p:cNvPr id="34"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868479310"/>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两栏内容">
    <p:spTree>
      <p:nvGrpSpPr>
        <p:cNvPr id="1" name=""/>
        <p:cNvGrpSpPr/>
        <p:nvPr/>
      </p:nvGrpSpPr>
      <p:grpSpPr>
        <a:xfrm>
          <a:off x="0" y="0"/>
          <a:ext cx="0" cy="0"/>
          <a:chOff x="0" y="0"/>
          <a:chExt cx="0" cy="0"/>
        </a:xfrm>
      </p:grpSpPr>
      <p:sp>
        <p:nvSpPr>
          <p:cNvPr id="41" name="标题文本"/>
          <p:cNvSpPr txBox="1">
            <a:spLocks noGrp="1"/>
          </p:cNvSpPr>
          <p:nvPr>
            <p:ph type="title"/>
          </p:nvPr>
        </p:nvSpPr>
        <p:spPr>
          <a:prstGeom prst="rect">
            <a:avLst/>
          </a:prstGeom>
        </p:spPr>
        <p:txBody>
          <a:bodyPr/>
          <a:lstStyle/>
          <a:p>
            <a:r>
              <a:t>标题文本</a:t>
            </a:r>
          </a:p>
        </p:txBody>
      </p:sp>
      <p:sp>
        <p:nvSpPr>
          <p:cNvPr id="42" name="正文级别 1…"/>
          <p:cNvSpPr txBox="1">
            <a:spLocks noGrp="1"/>
          </p:cNvSpPr>
          <p:nvPr>
            <p:ph type="body" sz="half" idx="1"/>
          </p:nvPr>
        </p:nvSpPr>
        <p:spPr>
          <a:xfrm>
            <a:off x="685800" y="1981200"/>
            <a:ext cx="3810000" cy="4114800"/>
          </a:xfrm>
          <a:prstGeom prst="rect">
            <a:avLst/>
          </a:prstGeom>
        </p:spPr>
        <p:txBody>
          <a:bodyPr>
            <a:normAutofit/>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r>
              <a:t>正文级别 1</a:t>
            </a:r>
          </a:p>
          <a:p>
            <a:pPr lvl="1"/>
            <a:r>
              <a:t>正文级别 2</a:t>
            </a:r>
          </a:p>
          <a:p>
            <a:pPr lvl="2"/>
            <a:r>
              <a:t>正文级别 3</a:t>
            </a:r>
          </a:p>
          <a:p>
            <a:pPr lvl="3"/>
            <a:r>
              <a:t>正文级别 4</a:t>
            </a:r>
          </a:p>
          <a:p>
            <a:pPr lvl="4"/>
            <a:r>
              <a:t>正文级别 5</a:t>
            </a:r>
          </a:p>
        </p:txBody>
      </p:sp>
      <p:sp>
        <p:nvSpPr>
          <p:cNvPr id="43"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979247454"/>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比较">
    <p:spTree>
      <p:nvGrpSpPr>
        <p:cNvPr id="1" name=""/>
        <p:cNvGrpSpPr/>
        <p:nvPr/>
      </p:nvGrpSpPr>
      <p:grpSpPr>
        <a:xfrm>
          <a:off x="0" y="0"/>
          <a:ext cx="0" cy="0"/>
          <a:chOff x="0" y="0"/>
          <a:chExt cx="0" cy="0"/>
        </a:xfrm>
      </p:grpSpPr>
      <p:sp>
        <p:nvSpPr>
          <p:cNvPr id="50" name="标题文本"/>
          <p:cNvSpPr txBox="1">
            <a:spLocks noGrp="1"/>
          </p:cNvSpPr>
          <p:nvPr>
            <p:ph type="title"/>
          </p:nvPr>
        </p:nvSpPr>
        <p:spPr>
          <a:xfrm>
            <a:off x="457200" y="274638"/>
            <a:ext cx="8229600" cy="1143001"/>
          </a:xfrm>
          <a:prstGeom prst="rect">
            <a:avLst/>
          </a:prstGeom>
        </p:spPr>
        <p:txBody>
          <a:bodyPr/>
          <a:lstStyle/>
          <a:p>
            <a:r>
              <a:t>标题文本</a:t>
            </a:r>
          </a:p>
        </p:txBody>
      </p:sp>
      <p:sp>
        <p:nvSpPr>
          <p:cNvPr id="51" name="正文级别 1…"/>
          <p:cNvSpPr txBox="1">
            <a:spLocks noGrp="1"/>
          </p:cNvSpPr>
          <p:nvPr>
            <p:ph type="body" sz="quarter" idx="1"/>
          </p:nvPr>
        </p:nvSpPr>
        <p:spPr>
          <a:xfrm>
            <a:off x="457200" y="1535112"/>
            <a:ext cx="4040188" cy="639763"/>
          </a:xfrm>
          <a:prstGeom prst="rect">
            <a:avLst/>
          </a:prstGeom>
        </p:spPr>
        <p:txBody>
          <a:bodyPr anchor="b">
            <a:normAutofit/>
          </a:bodyPr>
          <a:lstStyle>
            <a:lvl1pPr marL="0" indent="0">
              <a:spcBef>
                <a:spcPts val="500"/>
              </a:spcBef>
              <a:buClrTx/>
              <a:buSzTx/>
              <a:buNone/>
              <a:defRPr sz="2400" b="1"/>
            </a:lvl1pPr>
            <a:lvl2pPr marL="0" indent="457200">
              <a:spcBef>
                <a:spcPts val="500"/>
              </a:spcBef>
              <a:buClrTx/>
              <a:buSzTx/>
              <a:buNone/>
              <a:defRPr sz="2400" b="1"/>
            </a:lvl2pPr>
            <a:lvl3pPr marL="0" indent="914400">
              <a:spcBef>
                <a:spcPts val="500"/>
              </a:spcBef>
              <a:buClrTx/>
              <a:buSzTx/>
              <a:buNone/>
              <a:defRPr sz="2400" b="1"/>
            </a:lvl3pPr>
            <a:lvl4pPr marL="0" indent="1371600">
              <a:spcBef>
                <a:spcPts val="500"/>
              </a:spcBef>
              <a:buClrTx/>
              <a:buSzTx/>
              <a:buNone/>
              <a:defRPr sz="2400" b="1"/>
            </a:lvl4pPr>
            <a:lvl5pPr marL="0" indent="1828800">
              <a:spcBef>
                <a:spcPts val="500"/>
              </a:spcBef>
              <a:buClrTx/>
              <a:buSzTx/>
              <a:buNone/>
              <a:defRPr sz="2400" b="1"/>
            </a:lvl5pPr>
          </a:lstStyle>
          <a:p>
            <a:r>
              <a:t>正文级别 1</a:t>
            </a:r>
          </a:p>
          <a:p>
            <a:pPr lvl="1"/>
            <a:r>
              <a:t>正文级别 2</a:t>
            </a:r>
          </a:p>
          <a:p>
            <a:pPr lvl="2"/>
            <a:r>
              <a:t>正文级别 3</a:t>
            </a:r>
          </a:p>
          <a:p>
            <a:pPr lvl="3"/>
            <a:r>
              <a:t>正文级别 4</a:t>
            </a:r>
          </a:p>
          <a:p>
            <a:pPr lvl="4"/>
            <a:r>
              <a:t>正文级别 5</a:t>
            </a:r>
          </a:p>
        </p:txBody>
      </p:sp>
      <p:sp>
        <p:nvSpPr>
          <p:cNvPr id="52" name="文本占位符 4"/>
          <p:cNvSpPr>
            <a:spLocks noGrp="1"/>
          </p:cNvSpPr>
          <p:nvPr>
            <p:ph type="body" sz="quarter" idx="21"/>
          </p:nvPr>
        </p:nvSpPr>
        <p:spPr>
          <a:xfrm>
            <a:off x="4645025" y="1535112"/>
            <a:ext cx="4041775" cy="639763"/>
          </a:xfrm>
          <a:prstGeom prst="rect">
            <a:avLst/>
          </a:prstGeom>
        </p:spPr>
        <p:txBody>
          <a:bodyPr anchor="b">
            <a:normAutofit/>
          </a:bodyPr>
          <a:lstStyle/>
          <a:p>
            <a:pPr marL="0" indent="0">
              <a:spcBef>
                <a:spcPts val="500"/>
              </a:spcBef>
              <a:buClrTx/>
              <a:buSzTx/>
              <a:buNone/>
              <a:defRPr sz="2400" b="1"/>
            </a:pPr>
            <a:endParaRPr/>
          </a:p>
        </p:txBody>
      </p:sp>
      <p:sp>
        <p:nvSpPr>
          <p:cNvPr id="53"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090674622"/>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仅标题">
    <p:spTree>
      <p:nvGrpSpPr>
        <p:cNvPr id="1" name=""/>
        <p:cNvGrpSpPr/>
        <p:nvPr/>
      </p:nvGrpSpPr>
      <p:grpSpPr>
        <a:xfrm>
          <a:off x="0" y="0"/>
          <a:ext cx="0" cy="0"/>
          <a:chOff x="0" y="0"/>
          <a:chExt cx="0" cy="0"/>
        </a:xfrm>
      </p:grpSpPr>
      <p:sp>
        <p:nvSpPr>
          <p:cNvPr id="60" name="标题文本"/>
          <p:cNvSpPr txBox="1">
            <a:spLocks noGrp="1"/>
          </p:cNvSpPr>
          <p:nvPr>
            <p:ph type="title"/>
          </p:nvPr>
        </p:nvSpPr>
        <p:spPr>
          <a:prstGeom prst="rect">
            <a:avLst/>
          </a:prstGeom>
        </p:spPr>
        <p:txBody>
          <a:bodyPr/>
          <a:lstStyle/>
          <a:p>
            <a:r>
              <a:t>标题文本</a:t>
            </a:r>
          </a:p>
        </p:txBody>
      </p:sp>
      <p:sp>
        <p:nvSpPr>
          <p:cNvPr id="61"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353423683"/>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
        <p:nvSpPr>
          <p:cNvPr id="68"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919356929"/>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内容与标题">
    <p:spTree>
      <p:nvGrpSpPr>
        <p:cNvPr id="1" name=""/>
        <p:cNvGrpSpPr/>
        <p:nvPr/>
      </p:nvGrpSpPr>
      <p:grpSpPr>
        <a:xfrm>
          <a:off x="0" y="0"/>
          <a:ext cx="0" cy="0"/>
          <a:chOff x="0" y="0"/>
          <a:chExt cx="0" cy="0"/>
        </a:xfrm>
      </p:grpSpPr>
      <p:sp>
        <p:nvSpPr>
          <p:cNvPr id="75" name="标题文本"/>
          <p:cNvSpPr txBox="1">
            <a:spLocks noGrp="1"/>
          </p:cNvSpPr>
          <p:nvPr>
            <p:ph type="title"/>
          </p:nvPr>
        </p:nvSpPr>
        <p:spPr>
          <a:xfrm>
            <a:off x="457200" y="273050"/>
            <a:ext cx="3008314" cy="1162050"/>
          </a:xfrm>
          <a:prstGeom prst="rect">
            <a:avLst/>
          </a:prstGeom>
        </p:spPr>
        <p:txBody>
          <a:bodyPr anchor="b"/>
          <a:lstStyle>
            <a:lvl1pPr algn="l">
              <a:defRPr sz="2000" b="1"/>
            </a:lvl1pPr>
          </a:lstStyle>
          <a:p>
            <a:r>
              <a:t>标题文本</a:t>
            </a:r>
          </a:p>
        </p:txBody>
      </p:sp>
      <p:sp>
        <p:nvSpPr>
          <p:cNvPr id="76" name="正文级别 1…"/>
          <p:cNvSpPr txBox="1">
            <a:spLocks noGrp="1"/>
          </p:cNvSpPr>
          <p:nvPr>
            <p:ph type="body" idx="1"/>
          </p:nvPr>
        </p:nvSpPr>
        <p:spPr>
          <a:xfrm>
            <a:off x="3575050" y="273050"/>
            <a:ext cx="5111750" cy="5853113"/>
          </a:xfrm>
          <a:prstGeom prst="rect">
            <a:avLst/>
          </a:prstGeom>
        </p:spPr>
        <p:txBody>
          <a:bodyPr>
            <a:normAutofit/>
          </a:bodyPr>
          <a:lstStyle/>
          <a:p>
            <a:r>
              <a:t>正文级别 1</a:t>
            </a:r>
          </a:p>
          <a:p>
            <a:pPr lvl="1"/>
            <a:r>
              <a:t>正文级别 2</a:t>
            </a:r>
          </a:p>
          <a:p>
            <a:pPr lvl="2"/>
            <a:r>
              <a:t>正文级别 3</a:t>
            </a:r>
          </a:p>
          <a:p>
            <a:pPr lvl="3"/>
            <a:r>
              <a:t>正文级别 4</a:t>
            </a:r>
          </a:p>
          <a:p>
            <a:pPr lvl="4"/>
            <a:r>
              <a:t>正文级别 5</a:t>
            </a:r>
          </a:p>
        </p:txBody>
      </p:sp>
      <p:sp>
        <p:nvSpPr>
          <p:cNvPr id="77" name="文本占位符 3"/>
          <p:cNvSpPr>
            <a:spLocks noGrp="1"/>
          </p:cNvSpPr>
          <p:nvPr>
            <p:ph type="body" sz="half" idx="21"/>
          </p:nvPr>
        </p:nvSpPr>
        <p:spPr>
          <a:xfrm>
            <a:off x="457199" y="1435100"/>
            <a:ext cx="3008315" cy="4691063"/>
          </a:xfrm>
          <a:prstGeom prst="rect">
            <a:avLst/>
          </a:prstGeom>
        </p:spPr>
        <p:txBody>
          <a:bodyPr>
            <a:normAutofit/>
          </a:bodyPr>
          <a:lstStyle/>
          <a:p>
            <a:pPr marL="0" indent="0">
              <a:spcBef>
                <a:spcPts val="300"/>
              </a:spcBef>
              <a:buClrTx/>
              <a:buSzTx/>
              <a:buNone/>
              <a:defRPr sz="1400"/>
            </a:pPr>
            <a:endParaRPr/>
          </a:p>
        </p:txBody>
      </p:sp>
      <p:sp>
        <p:nvSpPr>
          <p:cNvPr id="78"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560289972"/>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图片与标题">
    <p:spTree>
      <p:nvGrpSpPr>
        <p:cNvPr id="1" name=""/>
        <p:cNvGrpSpPr/>
        <p:nvPr/>
      </p:nvGrpSpPr>
      <p:grpSpPr>
        <a:xfrm>
          <a:off x="0" y="0"/>
          <a:ext cx="0" cy="0"/>
          <a:chOff x="0" y="0"/>
          <a:chExt cx="0" cy="0"/>
        </a:xfrm>
      </p:grpSpPr>
      <p:sp>
        <p:nvSpPr>
          <p:cNvPr id="85" name="标题文本"/>
          <p:cNvSpPr txBox="1">
            <a:spLocks noGrp="1"/>
          </p:cNvSpPr>
          <p:nvPr>
            <p:ph type="title"/>
          </p:nvPr>
        </p:nvSpPr>
        <p:spPr>
          <a:xfrm>
            <a:off x="1792288" y="4800600"/>
            <a:ext cx="5486401" cy="566738"/>
          </a:xfrm>
          <a:prstGeom prst="rect">
            <a:avLst/>
          </a:prstGeom>
        </p:spPr>
        <p:txBody>
          <a:bodyPr anchor="b"/>
          <a:lstStyle>
            <a:lvl1pPr algn="l">
              <a:defRPr sz="2000" b="1"/>
            </a:lvl1pPr>
          </a:lstStyle>
          <a:p>
            <a:r>
              <a:t>标题文本</a:t>
            </a:r>
          </a:p>
        </p:txBody>
      </p:sp>
      <p:sp>
        <p:nvSpPr>
          <p:cNvPr id="86" name="图片占位符 2"/>
          <p:cNvSpPr>
            <a:spLocks noGrp="1"/>
          </p:cNvSpPr>
          <p:nvPr>
            <p:ph type="pic" sz="half" idx="21"/>
          </p:nvPr>
        </p:nvSpPr>
        <p:spPr>
          <a:xfrm>
            <a:off x="1792288" y="612775"/>
            <a:ext cx="5486401" cy="4114800"/>
          </a:xfrm>
          <a:prstGeom prst="rect">
            <a:avLst/>
          </a:prstGeom>
        </p:spPr>
        <p:txBody>
          <a:bodyPr lIns="91439" rIns="91439"/>
          <a:lstStyle/>
          <a:p>
            <a:endParaRPr/>
          </a:p>
        </p:txBody>
      </p:sp>
      <p:sp>
        <p:nvSpPr>
          <p:cNvPr id="87" name="正文级别 1…"/>
          <p:cNvSpPr txBox="1">
            <a:spLocks noGrp="1"/>
          </p:cNvSpPr>
          <p:nvPr>
            <p:ph type="body" sz="quarter" idx="1"/>
          </p:nvPr>
        </p:nvSpPr>
        <p:spPr>
          <a:xfrm>
            <a:off x="1792288" y="5367337"/>
            <a:ext cx="5486401" cy="804863"/>
          </a:xfrm>
          <a:prstGeom prst="rect">
            <a:avLst/>
          </a:prstGeom>
        </p:spPr>
        <p:txBody>
          <a:bodyPr>
            <a:normAutofit/>
          </a:bodyPr>
          <a:lstStyle>
            <a:lvl1pPr marL="0" indent="0">
              <a:spcBef>
                <a:spcPts val="300"/>
              </a:spcBef>
              <a:buClrTx/>
              <a:buSzTx/>
              <a:buNone/>
              <a:defRPr sz="1400"/>
            </a:lvl1pPr>
            <a:lvl2pPr marL="0" indent="457200">
              <a:spcBef>
                <a:spcPts val="300"/>
              </a:spcBef>
              <a:buClrTx/>
              <a:buSzTx/>
              <a:buNone/>
              <a:defRPr sz="1400"/>
            </a:lvl2pPr>
            <a:lvl3pPr marL="0" indent="914400">
              <a:spcBef>
                <a:spcPts val="300"/>
              </a:spcBef>
              <a:buClrTx/>
              <a:buSzTx/>
              <a:buNone/>
              <a:defRPr sz="1400"/>
            </a:lvl3pPr>
            <a:lvl4pPr marL="0" indent="1371600">
              <a:spcBef>
                <a:spcPts val="300"/>
              </a:spcBef>
              <a:buClrTx/>
              <a:buSzTx/>
              <a:buNone/>
              <a:defRPr sz="1400"/>
            </a:lvl4pPr>
            <a:lvl5pPr marL="0" indent="1828800">
              <a:spcBef>
                <a:spcPts val="300"/>
              </a:spcBef>
              <a:buClrTx/>
              <a:buSzTx/>
              <a:buNone/>
              <a:defRPr sz="1400"/>
            </a:lvl5pPr>
          </a:lstStyle>
          <a:p>
            <a:r>
              <a:t>正文级别 1</a:t>
            </a:r>
          </a:p>
          <a:p>
            <a:pPr lvl="1"/>
            <a:r>
              <a:t>正文级别 2</a:t>
            </a:r>
          </a:p>
          <a:p>
            <a:pPr lvl="2"/>
            <a:r>
              <a:t>正文级别 3</a:t>
            </a:r>
          </a:p>
          <a:p>
            <a:pPr lvl="3"/>
            <a:r>
              <a:t>正文级别 4</a:t>
            </a:r>
          </a:p>
          <a:p>
            <a:pPr lvl="4"/>
            <a:r>
              <a:t>正文级别 5</a:t>
            </a:r>
          </a:p>
        </p:txBody>
      </p:sp>
      <p:sp>
        <p:nvSpPr>
          <p:cNvPr id="88"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2933531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内容">
    <p:spTree>
      <p:nvGrpSpPr>
        <p:cNvPr id="1" name=""/>
        <p:cNvGrpSpPr/>
        <p:nvPr/>
      </p:nvGrpSpPr>
      <p:grpSpPr>
        <a:xfrm>
          <a:off x="0" y="0"/>
          <a:ext cx="0" cy="0"/>
          <a:chOff x="0" y="0"/>
          <a:chExt cx="0" cy="0"/>
        </a:xfrm>
      </p:grpSpPr>
      <p:sp>
        <p:nvSpPr>
          <p:cNvPr id="95" name="正文级别 1…"/>
          <p:cNvSpPr txBox="1">
            <a:spLocks noGrp="1"/>
          </p:cNvSpPr>
          <p:nvPr>
            <p:ph type="body" idx="1"/>
          </p:nvPr>
        </p:nvSpPr>
        <p:spPr>
          <a:xfrm>
            <a:off x="685800" y="609600"/>
            <a:ext cx="7772400" cy="5486400"/>
          </a:xfrm>
          <a:prstGeom prst="rect">
            <a:avLst/>
          </a:prstGeom>
        </p:spPr>
        <p:txBody>
          <a:bodyPr>
            <a:normAutofit/>
          </a:bodyPr>
          <a:lstStyle/>
          <a:p>
            <a:r>
              <a:t>正文级别 1</a:t>
            </a:r>
          </a:p>
          <a:p>
            <a:pPr lvl="1"/>
            <a:r>
              <a:t>正文级别 2</a:t>
            </a:r>
          </a:p>
          <a:p>
            <a:pPr lvl="2"/>
            <a:r>
              <a:t>正文级别 3</a:t>
            </a:r>
          </a:p>
          <a:p>
            <a:pPr lvl="3"/>
            <a:r>
              <a:t>正文级别 4</a:t>
            </a:r>
          </a:p>
          <a:p>
            <a:pPr lvl="4"/>
            <a:r>
              <a:t>正文级别 5</a:t>
            </a:r>
          </a:p>
        </p:txBody>
      </p:sp>
      <p:sp>
        <p:nvSpPr>
          <p:cNvPr id="96"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91708534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3493" name="Rectangle 5"/>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zh-CN" altLang="en-US"/>
              <a:t>单击此处编辑母版标题样式</a:t>
            </a:r>
          </a:p>
        </p:txBody>
      </p:sp>
      <p:sp>
        <p:nvSpPr>
          <p:cNvPr id="63494" name="Rectangle 6"/>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lvl1pPr algn="l" eaLnBrk="1" hangingPunct="1">
              <a:lnSpc>
                <a:spcPct val="100000"/>
              </a:lnSpc>
              <a:defRPr kumimoji="0" sz="1400">
                <a:latin typeface="+mn-lt"/>
              </a:defRPr>
            </a:lvl1pPr>
          </a:lstStyle>
          <a:p>
            <a:fld id="{4422A6D4-C181-4C02-B7DC-2C95B55C5481}" type="datetime11">
              <a:rPr lang="zh-CN" altLang="en-US"/>
              <a:pPr/>
              <a:t>10:06:54</a:t>
            </a:fld>
            <a:endParaRPr lang="en-US" altLang="zh-CN"/>
          </a:p>
        </p:txBody>
      </p:sp>
      <p:sp>
        <p:nvSpPr>
          <p:cNvPr id="63495" name="Rectangle 7"/>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lvl1pPr algn="ctr" eaLnBrk="1" hangingPunct="1">
              <a:lnSpc>
                <a:spcPct val="100000"/>
              </a:lnSpc>
              <a:defRPr kumimoji="0" sz="1400">
                <a:latin typeface="+mn-lt"/>
              </a:defRPr>
            </a:lvl1pPr>
          </a:lstStyle>
          <a:p>
            <a:endParaRPr lang="en-US" altLang="zh-CN"/>
          </a:p>
        </p:txBody>
      </p:sp>
      <p:sp>
        <p:nvSpPr>
          <p:cNvPr id="63497" name="Rectangle 9"/>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dk2" tx1="lt1" bg2="dk1"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3493">
                                            <p:txEl>
                                              <p:pRg st="0" end="0"/>
                                            </p:txEl>
                                          </p:spTgt>
                                        </p:tgtEl>
                                        <p:attrNameLst>
                                          <p:attrName>style.visibility</p:attrName>
                                        </p:attrNameLst>
                                      </p:cBhvr>
                                      <p:to>
                                        <p:strVal val="visible"/>
                                      </p:to>
                                    </p:set>
                                    <p:anim calcmode="lin" valueType="num">
                                      <p:cBhvr additive="base">
                                        <p:cTn id="7" dur="500" fill="hold"/>
                                        <p:tgtEl>
                                          <p:spTgt spid="6349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349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3494"/>
                                        </p:tgtEl>
                                        <p:attrNameLst>
                                          <p:attrName>style.visibility</p:attrName>
                                        </p:attrNameLst>
                                      </p:cBhvr>
                                      <p:to>
                                        <p:strVal val="visible"/>
                                      </p:to>
                                    </p:set>
                                    <p:anim calcmode="lin" valueType="num">
                                      <p:cBhvr additive="base">
                                        <p:cTn id="13" dur="500" fill="hold"/>
                                        <p:tgtEl>
                                          <p:spTgt spid="63494"/>
                                        </p:tgtEl>
                                        <p:attrNameLst>
                                          <p:attrName>ppt_x</p:attrName>
                                        </p:attrNameLst>
                                      </p:cBhvr>
                                      <p:tavLst>
                                        <p:tav tm="0">
                                          <p:val>
                                            <p:strVal val="0-#ppt_w/2"/>
                                          </p:val>
                                        </p:tav>
                                        <p:tav tm="100000">
                                          <p:val>
                                            <p:strVal val="#ppt_x"/>
                                          </p:val>
                                        </p:tav>
                                      </p:tavLst>
                                    </p:anim>
                                    <p:anim calcmode="lin" valueType="num">
                                      <p:cBhvr additive="base">
                                        <p:cTn id="14" dur="500" fill="hold"/>
                                        <p:tgtEl>
                                          <p:spTgt spid="6349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3495"/>
                                        </p:tgtEl>
                                        <p:attrNameLst>
                                          <p:attrName>style.visibility</p:attrName>
                                        </p:attrNameLst>
                                      </p:cBhvr>
                                      <p:to>
                                        <p:strVal val="visible"/>
                                      </p:to>
                                    </p:set>
                                    <p:anim calcmode="lin" valueType="num">
                                      <p:cBhvr additive="base">
                                        <p:cTn id="19" dur="500" fill="hold"/>
                                        <p:tgtEl>
                                          <p:spTgt spid="63495"/>
                                        </p:tgtEl>
                                        <p:attrNameLst>
                                          <p:attrName>ppt_x</p:attrName>
                                        </p:attrNameLst>
                                      </p:cBhvr>
                                      <p:tavLst>
                                        <p:tav tm="0">
                                          <p:val>
                                            <p:strVal val="0-#ppt_w/2"/>
                                          </p:val>
                                        </p:tav>
                                        <p:tav tm="100000">
                                          <p:val>
                                            <p:strVal val="#ppt_x"/>
                                          </p:val>
                                        </p:tav>
                                      </p:tavLst>
                                    </p:anim>
                                    <p:anim calcmode="lin" valueType="num">
                                      <p:cBhvr additive="base">
                                        <p:cTn id="20" dur="500" fill="hold"/>
                                        <p:tgtEl>
                                          <p:spTgt spid="63495"/>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3497">
                                            <p:txEl>
                                              <p:pRg st="0" end="0"/>
                                            </p:txEl>
                                          </p:spTgt>
                                        </p:tgtEl>
                                        <p:attrNameLst>
                                          <p:attrName>style.visibility</p:attrName>
                                        </p:attrNameLst>
                                      </p:cBhvr>
                                      <p:to>
                                        <p:strVal val="visible"/>
                                      </p:to>
                                    </p:set>
                                    <p:anim calcmode="lin" valueType="num">
                                      <p:cBhvr additive="base">
                                        <p:cTn id="25" dur="500" fill="hold"/>
                                        <p:tgtEl>
                                          <p:spTgt spid="63497">
                                            <p:txEl>
                                              <p:pRg st="0" end="0"/>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3497">
                                            <p:txEl>
                                              <p:pRg st="0" end="0"/>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63497">
                                            <p:txEl>
                                              <p:pRg st="1" end="1"/>
                                            </p:txEl>
                                          </p:spTgt>
                                        </p:tgtEl>
                                        <p:attrNameLst>
                                          <p:attrName>style.visibility</p:attrName>
                                        </p:attrNameLst>
                                      </p:cBhvr>
                                      <p:to>
                                        <p:strVal val="visible"/>
                                      </p:to>
                                    </p:set>
                                    <p:anim calcmode="lin" valueType="num">
                                      <p:cBhvr additive="base">
                                        <p:cTn id="29" dur="500" fill="hold"/>
                                        <p:tgtEl>
                                          <p:spTgt spid="63497">
                                            <p:txEl>
                                              <p:pRg st="1" end="1"/>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63497">
                                            <p:txEl>
                                              <p:pRg st="1" end="1"/>
                                            </p:txEl>
                                          </p:spTgt>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63497">
                                            <p:txEl>
                                              <p:pRg st="2" end="2"/>
                                            </p:txEl>
                                          </p:spTgt>
                                        </p:tgtEl>
                                        <p:attrNameLst>
                                          <p:attrName>style.visibility</p:attrName>
                                        </p:attrNameLst>
                                      </p:cBhvr>
                                      <p:to>
                                        <p:strVal val="visible"/>
                                      </p:to>
                                    </p:set>
                                    <p:anim calcmode="lin" valueType="num">
                                      <p:cBhvr additive="base">
                                        <p:cTn id="33" dur="500" fill="hold"/>
                                        <p:tgtEl>
                                          <p:spTgt spid="63497">
                                            <p:txEl>
                                              <p:pRg st="2" end="2"/>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63497">
                                            <p:txEl>
                                              <p:pRg st="2" end="2"/>
                                            </p:txEl>
                                          </p:spTgt>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63497">
                                            <p:txEl>
                                              <p:pRg st="3" end="3"/>
                                            </p:txEl>
                                          </p:spTgt>
                                        </p:tgtEl>
                                        <p:attrNameLst>
                                          <p:attrName>style.visibility</p:attrName>
                                        </p:attrNameLst>
                                      </p:cBhvr>
                                      <p:to>
                                        <p:strVal val="visible"/>
                                      </p:to>
                                    </p:set>
                                    <p:anim calcmode="lin" valueType="num">
                                      <p:cBhvr additive="base">
                                        <p:cTn id="37" dur="500" fill="hold"/>
                                        <p:tgtEl>
                                          <p:spTgt spid="63497">
                                            <p:txEl>
                                              <p:pRg st="3" end="3"/>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63497">
                                            <p:txEl>
                                              <p:pRg st="3" end="3"/>
                                            </p:txEl>
                                          </p:spTgt>
                                        </p:tgtEl>
                                        <p:attrNameLst>
                                          <p:attrName>ppt_y</p:attrName>
                                        </p:attrNameLst>
                                      </p:cBhvr>
                                      <p:tavLst>
                                        <p:tav tm="0">
                                          <p:val>
                                            <p:strVal val="#ppt_y"/>
                                          </p:val>
                                        </p:tav>
                                        <p:tav tm="100000">
                                          <p:val>
                                            <p:strVal val="#ppt_y"/>
                                          </p:val>
                                        </p:tav>
                                      </p:tavLst>
                                    </p:anim>
                                  </p:childTnLst>
                                </p:cTn>
                              </p:par>
                              <p:par>
                                <p:cTn id="39" presetID="2" presetClass="entr" presetSubtype="8" fill="hold" grpId="0" nodeType="withEffect">
                                  <p:stCondLst>
                                    <p:cond delay="0"/>
                                  </p:stCondLst>
                                  <p:childTnLst>
                                    <p:set>
                                      <p:cBhvr>
                                        <p:cTn id="40" dur="1" fill="hold">
                                          <p:stCondLst>
                                            <p:cond delay="0"/>
                                          </p:stCondLst>
                                        </p:cTn>
                                        <p:tgtEl>
                                          <p:spTgt spid="63497">
                                            <p:txEl>
                                              <p:pRg st="4" end="4"/>
                                            </p:txEl>
                                          </p:spTgt>
                                        </p:tgtEl>
                                        <p:attrNameLst>
                                          <p:attrName>style.visibility</p:attrName>
                                        </p:attrNameLst>
                                      </p:cBhvr>
                                      <p:to>
                                        <p:strVal val="visible"/>
                                      </p:to>
                                    </p:set>
                                    <p:anim calcmode="lin" valueType="num">
                                      <p:cBhvr additive="base">
                                        <p:cTn id="41" dur="500" fill="hold"/>
                                        <p:tgtEl>
                                          <p:spTgt spid="63497">
                                            <p:txEl>
                                              <p:pRg st="4" end="4"/>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6349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3" grpId="0" build="p" autoUpdateAnimBg="0"/>
      <p:bldP spid="63494" grpId="0" autoUpdateAnimBg="0"/>
      <p:bldP spid="63495" grpId="0" autoUpdateAnimBg="0"/>
      <p:bldP spid="63497" grpId="0" build="p" autoUpdateAnimBg="0">
        <p:tmplLst>
          <p:tmpl lvl="1">
            <p:tnLst>
              <p:par>
                <p:cTn presetID="2" presetClass="entr" presetSubtype="8" fill="hold" nodeType="clickEffect">
                  <p:stCondLst>
                    <p:cond delay="0"/>
                  </p:stCondLst>
                  <p:childTnLst>
                    <p:set>
                      <p:cBhvr>
                        <p:cTn dur="1" fill="hold">
                          <p:stCondLst>
                            <p:cond delay="0"/>
                          </p:stCondLst>
                        </p:cTn>
                        <p:tgtEl>
                          <p:spTgt spid="63497"/>
                        </p:tgtEl>
                        <p:attrNameLst>
                          <p:attrName>style.visibility</p:attrName>
                        </p:attrNameLst>
                      </p:cBhvr>
                      <p:to>
                        <p:strVal val="visible"/>
                      </p:to>
                    </p:set>
                    <p:anim calcmode="lin" valueType="num">
                      <p:cBhvr additive="base">
                        <p:cTn dur="500" fill="hold"/>
                        <p:tgtEl>
                          <p:spTgt spid="63497"/>
                        </p:tgtEl>
                        <p:attrNameLst>
                          <p:attrName>ppt_x</p:attrName>
                        </p:attrNameLst>
                      </p:cBhvr>
                      <p:tavLst>
                        <p:tav tm="0">
                          <p:val>
                            <p:strVal val="0-#ppt_w/2"/>
                          </p:val>
                        </p:tav>
                        <p:tav tm="100000">
                          <p:val>
                            <p:strVal val="#ppt_x"/>
                          </p:val>
                        </p:tav>
                      </p:tavLst>
                    </p:anim>
                    <p:anim calcmode="lin" valueType="num">
                      <p:cBhvr additive="base">
                        <p:cTn dur="500" fill="hold"/>
                        <p:tgtEl>
                          <p:spTgt spid="63497"/>
                        </p:tgtEl>
                        <p:attrNameLst>
                          <p:attrName>ppt_y</p:attrName>
                        </p:attrNameLst>
                      </p:cBhvr>
                      <p:tavLst>
                        <p:tav tm="0">
                          <p:val>
                            <p:strVal val="#ppt_y"/>
                          </p:val>
                        </p:tav>
                        <p:tav tm="100000">
                          <p:val>
                            <p:strVal val="#ppt_y"/>
                          </p:val>
                        </p:tav>
                      </p:tavLst>
                    </p:anim>
                  </p:childTnLst>
                </p:cTn>
              </p:par>
            </p:tnLst>
          </p:tmpl>
          <p:tmpl lvl="2">
            <p:tnLst>
              <p:par>
                <p:cTn presetID="2" presetClass="entr" presetSubtype="8" fill="hold" nodeType="withEffect">
                  <p:stCondLst>
                    <p:cond delay="0"/>
                  </p:stCondLst>
                  <p:childTnLst>
                    <p:set>
                      <p:cBhvr>
                        <p:cTn dur="1" fill="hold">
                          <p:stCondLst>
                            <p:cond delay="0"/>
                          </p:stCondLst>
                        </p:cTn>
                        <p:tgtEl>
                          <p:spTgt spid="63497"/>
                        </p:tgtEl>
                        <p:attrNameLst>
                          <p:attrName>style.visibility</p:attrName>
                        </p:attrNameLst>
                      </p:cBhvr>
                      <p:to>
                        <p:strVal val="visible"/>
                      </p:to>
                    </p:set>
                    <p:anim calcmode="lin" valueType="num">
                      <p:cBhvr additive="base">
                        <p:cTn dur="500" fill="hold"/>
                        <p:tgtEl>
                          <p:spTgt spid="63497"/>
                        </p:tgtEl>
                        <p:attrNameLst>
                          <p:attrName>ppt_x</p:attrName>
                        </p:attrNameLst>
                      </p:cBhvr>
                      <p:tavLst>
                        <p:tav tm="0">
                          <p:val>
                            <p:strVal val="0-#ppt_w/2"/>
                          </p:val>
                        </p:tav>
                        <p:tav tm="100000">
                          <p:val>
                            <p:strVal val="#ppt_x"/>
                          </p:val>
                        </p:tav>
                      </p:tavLst>
                    </p:anim>
                    <p:anim calcmode="lin" valueType="num">
                      <p:cBhvr additive="base">
                        <p:cTn dur="500" fill="hold"/>
                        <p:tgtEl>
                          <p:spTgt spid="63497"/>
                        </p:tgtEl>
                        <p:attrNameLst>
                          <p:attrName>ppt_y</p:attrName>
                        </p:attrNameLst>
                      </p:cBhvr>
                      <p:tavLst>
                        <p:tav tm="0">
                          <p:val>
                            <p:strVal val="#ppt_y"/>
                          </p:val>
                        </p:tav>
                        <p:tav tm="100000">
                          <p:val>
                            <p:strVal val="#ppt_y"/>
                          </p:val>
                        </p:tav>
                      </p:tavLst>
                    </p:anim>
                  </p:childTnLst>
                </p:cTn>
              </p:par>
            </p:tnLst>
          </p:tmpl>
          <p:tmpl lvl="3">
            <p:tnLst>
              <p:par>
                <p:cTn presetID="2" presetClass="entr" presetSubtype="8" fill="hold" nodeType="withEffect">
                  <p:stCondLst>
                    <p:cond delay="0"/>
                  </p:stCondLst>
                  <p:childTnLst>
                    <p:set>
                      <p:cBhvr>
                        <p:cTn dur="1" fill="hold">
                          <p:stCondLst>
                            <p:cond delay="0"/>
                          </p:stCondLst>
                        </p:cTn>
                        <p:tgtEl>
                          <p:spTgt spid="63497"/>
                        </p:tgtEl>
                        <p:attrNameLst>
                          <p:attrName>style.visibility</p:attrName>
                        </p:attrNameLst>
                      </p:cBhvr>
                      <p:to>
                        <p:strVal val="visible"/>
                      </p:to>
                    </p:set>
                    <p:anim calcmode="lin" valueType="num">
                      <p:cBhvr additive="base">
                        <p:cTn dur="500" fill="hold"/>
                        <p:tgtEl>
                          <p:spTgt spid="63497"/>
                        </p:tgtEl>
                        <p:attrNameLst>
                          <p:attrName>ppt_x</p:attrName>
                        </p:attrNameLst>
                      </p:cBhvr>
                      <p:tavLst>
                        <p:tav tm="0">
                          <p:val>
                            <p:strVal val="0-#ppt_w/2"/>
                          </p:val>
                        </p:tav>
                        <p:tav tm="100000">
                          <p:val>
                            <p:strVal val="#ppt_x"/>
                          </p:val>
                        </p:tav>
                      </p:tavLst>
                    </p:anim>
                    <p:anim calcmode="lin" valueType="num">
                      <p:cBhvr additive="base">
                        <p:cTn dur="500" fill="hold"/>
                        <p:tgtEl>
                          <p:spTgt spid="63497"/>
                        </p:tgtEl>
                        <p:attrNameLst>
                          <p:attrName>ppt_y</p:attrName>
                        </p:attrNameLst>
                      </p:cBhvr>
                      <p:tavLst>
                        <p:tav tm="0">
                          <p:val>
                            <p:strVal val="#ppt_y"/>
                          </p:val>
                        </p:tav>
                        <p:tav tm="100000">
                          <p:val>
                            <p:strVal val="#ppt_y"/>
                          </p:val>
                        </p:tav>
                      </p:tavLst>
                    </p:anim>
                  </p:childTnLst>
                </p:cTn>
              </p:par>
            </p:tnLst>
          </p:tmpl>
          <p:tmpl lvl="4">
            <p:tnLst>
              <p:par>
                <p:cTn presetID="2" presetClass="entr" presetSubtype="8" fill="hold" nodeType="withEffect">
                  <p:stCondLst>
                    <p:cond delay="0"/>
                  </p:stCondLst>
                  <p:childTnLst>
                    <p:set>
                      <p:cBhvr>
                        <p:cTn dur="1" fill="hold">
                          <p:stCondLst>
                            <p:cond delay="0"/>
                          </p:stCondLst>
                        </p:cTn>
                        <p:tgtEl>
                          <p:spTgt spid="63497"/>
                        </p:tgtEl>
                        <p:attrNameLst>
                          <p:attrName>style.visibility</p:attrName>
                        </p:attrNameLst>
                      </p:cBhvr>
                      <p:to>
                        <p:strVal val="visible"/>
                      </p:to>
                    </p:set>
                    <p:anim calcmode="lin" valueType="num">
                      <p:cBhvr additive="base">
                        <p:cTn dur="500" fill="hold"/>
                        <p:tgtEl>
                          <p:spTgt spid="63497"/>
                        </p:tgtEl>
                        <p:attrNameLst>
                          <p:attrName>ppt_x</p:attrName>
                        </p:attrNameLst>
                      </p:cBhvr>
                      <p:tavLst>
                        <p:tav tm="0">
                          <p:val>
                            <p:strVal val="0-#ppt_w/2"/>
                          </p:val>
                        </p:tav>
                        <p:tav tm="100000">
                          <p:val>
                            <p:strVal val="#ppt_x"/>
                          </p:val>
                        </p:tav>
                      </p:tavLst>
                    </p:anim>
                    <p:anim calcmode="lin" valueType="num">
                      <p:cBhvr additive="base">
                        <p:cTn dur="500" fill="hold"/>
                        <p:tgtEl>
                          <p:spTgt spid="63497"/>
                        </p:tgtEl>
                        <p:attrNameLst>
                          <p:attrName>ppt_y</p:attrName>
                        </p:attrNameLst>
                      </p:cBhvr>
                      <p:tavLst>
                        <p:tav tm="0">
                          <p:val>
                            <p:strVal val="#ppt_y"/>
                          </p:val>
                        </p:tav>
                        <p:tav tm="100000">
                          <p:val>
                            <p:strVal val="#ppt_y"/>
                          </p:val>
                        </p:tav>
                      </p:tavLst>
                    </p:anim>
                  </p:childTnLst>
                </p:cTn>
              </p:par>
            </p:tnLst>
          </p:tmpl>
          <p:tmpl lvl="5">
            <p:tnLst>
              <p:par>
                <p:cTn presetID="2" presetClass="entr" presetSubtype="8" fill="hold" nodeType="withEffect">
                  <p:stCondLst>
                    <p:cond delay="0"/>
                  </p:stCondLst>
                  <p:childTnLst>
                    <p:set>
                      <p:cBhvr>
                        <p:cTn dur="1" fill="hold">
                          <p:stCondLst>
                            <p:cond delay="0"/>
                          </p:stCondLst>
                        </p:cTn>
                        <p:tgtEl>
                          <p:spTgt spid="63497"/>
                        </p:tgtEl>
                        <p:attrNameLst>
                          <p:attrName>style.visibility</p:attrName>
                        </p:attrNameLst>
                      </p:cBhvr>
                      <p:to>
                        <p:strVal val="visible"/>
                      </p:to>
                    </p:set>
                    <p:anim calcmode="lin" valueType="num">
                      <p:cBhvr additive="base">
                        <p:cTn dur="500" fill="hold"/>
                        <p:tgtEl>
                          <p:spTgt spid="63497"/>
                        </p:tgtEl>
                        <p:attrNameLst>
                          <p:attrName>ppt_x</p:attrName>
                        </p:attrNameLst>
                      </p:cBhvr>
                      <p:tavLst>
                        <p:tav tm="0">
                          <p:val>
                            <p:strVal val="0-#ppt_w/2"/>
                          </p:val>
                        </p:tav>
                        <p:tav tm="100000">
                          <p:val>
                            <p:strVal val="#ppt_x"/>
                          </p:val>
                        </p:tav>
                      </p:tavLst>
                    </p:anim>
                    <p:anim calcmode="lin" valueType="num">
                      <p:cBhvr additive="base">
                        <p:cTn dur="500" fill="hold"/>
                        <p:tgtEl>
                          <p:spTgt spid="63497"/>
                        </p:tgtEl>
                        <p:attrNameLst>
                          <p:attrName>ppt_y</p:attrName>
                        </p:attrNameLst>
                      </p:cBhvr>
                      <p:tavLst>
                        <p:tav tm="0">
                          <p:val>
                            <p:strVal val="#ppt_y"/>
                          </p:val>
                        </p:tav>
                        <p:tav tm="100000">
                          <p:val>
                            <p:strVal val="#ppt_y"/>
                          </p:val>
                        </p:tav>
                      </p:tavLst>
                    </p:anim>
                  </p:childTnLst>
                </p:cTn>
              </p:par>
            </p:tnLst>
          </p:tmpl>
        </p:tmplLst>
      </p:bldP>
    </p:bldLst>
  </p:timing>
  <p:txStyles>
    <p:titleStyle>
      <a:lvl1pPr algn="ctr" rtl="0" fontAlgn="base">
        <a:spcBef>
          <a:spcPct val="0"/>
        </a:spcBef>
        <a:spcAft>
          <a:spcPct val="0"/>
        </a:spcAft>
        <a:defRPr kumimoji="1" sz="4400">
          <a:solidFill>
            <a:schemeClr val="tx2"/>
          </a:solidFill>
          <a:effectLst>
            <a:outerShdw blurRad="38100" dist="38100" dir="2700000" algn="tl">
              <a:srgbClr val="C0C0C0"/>
            </a:outerShdw>
          </a:effectLst>
          <a:latin typeface="+mj-lt"/>
          <a:ea typeface="+mj-ea"/>
          <a:cs typeface="+mj-cs"/>
        </a:defRPr>
      </a:lvl1pPr>
      <a:lvl2pPr algn="ctr" rtl="0" fontAlgn="base">
        <a:spcBef>
          <a:spcPct val="0"/>
        </a:spcBef>
        <a:spcAft>
          <a:spcPct val="0"/>
        </a:spcAft>
        <a:defRPr kumimoji="1" sz="4400">
          <a:solidFill>
            <a:schemeClr val="tx2"/>
          </a:solidFill>
          <a:effectLst>
            <a:outerShdw blurRad="38100" dist="38100" dir="2700000" algn="tl">
              <a:srgbClr val="C0C0C0"/>
            </a:outerShdw>
          </a:effectLst>
          <a:latin typeface="Arial" charset="0"/>
          <a:ea typeface="宋体" pitchFamily="2" charset="-122"/>
        </a:defRPr>
      </a:lvl2pPr>
      <a:lvl3pPr algn="ctr" rtl="0" fontAlgn="base">
        <a:spcBef>
          <a:spcPct val="0"/>
        </a:spcBef>
        <a:spcAft>
          <a:spcPct val="0"/>
        </a:spcAft>
        <a:defRPr kumimoji="1" sz="4400">
          <a:solidFill>
            <a:schemeClr val="tx2"/>
          </a:solidFill>
          <a:effectLst>
            <a:outerShdw blurRad="38100" dist="38100" dir="2700000" algn="tl">
              <a:srgbClr val="C0C0C0"/>
            </a:outerShdw>
          </a:effectLst>
          <a:latin typeface="Arial" charset="0"/>
          <a:ea typeface="宋体" pitchFamily="2" charset="-122"/>
        </a:defRPr>
      </a:lvl3pPr>
      <a:lvl4pPr algn="ctr" rtl="0" fontAlgn="base">
        <a:spcBef>
          <a:spcPct val="0"/>
        </a:spcBef>
        <a:spcAft>
          <a:spcPct val="0"/>
        </a:spcAft>
        <a:defRPr kumimoji="1" sz="4400">
          <a:solidFill>
            <a:schemeClr val="tx2"/>
          </a:solidFill>
          <a:effectLst>
            <a:outerShdw blurRad="38100" dist="38100" dir="2700000" algn="tl">
              <a:srgbClr val="C0C0C0"/>
            </a:outerShdw>
          </a:effectLst>
          <a:latin typeface="Arial" charset="0"/>
          <a:ea typeface="宋体" pitchFamily="2" charset="-122"/>
        </a:defRPr>
      </a:lvl4pPr>
      <a:lvl5pPr algn="ctr" rtl="0" fontAlgn="base">
        <a:spcBef>
          <a:spcPct val="0"/>
        </a:spcBef>
        <a:spcAft>
          <a:spcPct val="0"/>
        </a:spcAft>
        <a:defRPr kumimoji="1" sz="4400">
          <a:solidFill>
            <a:schemeClr val="tx2"/>
          </a:solidFill>
          <a:effectLst>
            <a:outerShdw blurRad="38100" dist="38100" dir="2700000" algn="tl">
              <a:srgbClr val="C0C0C0"/>
            </a:outerShdw>
          </a:effectLst>
          <a:latin typeface="Arial" charset="0"/>
          <a:ea typeface="宋体" pitchFamily="2" charset="-122"/>
        </a:defRPr>
      </a:lvl5pPr>
      <a:lvl6pPr marL="457200" algn="ctr" rtl="0" fontAlgn="base">
        <a:spcBef>
          <a:spcPct val="0"/>
        </a:spcBef>
        <a:spcAft>
          <a:spcPct val="0"/>
        </a:spcAft>
        <a:defRPr kumimoji="1" sz="4400">
          <a:solidFill>
            <a:schemeClr val="tx2"/>
          </a:solidFill>
          <a:effectLst>
            <a:outerShdw blurRad="38100" dist="38100" dir="2700000" algn="tl">
              <a:srgbClr val="C0C0C0"/>
            </a:outerShdw>
          </a:effectLst>
          <a:latin typeface="Arial" charset="0"/>
          <a:ea typeface="宋体" pitchFamily="2" charset="-122"/>
        </a:defRPr>
      </a:lvl6pPr>
      <a:lvl7pPr marL="914400" algn="ctr" rtl="0" fontAlgn="base">
        <a:spcBef>
          <a:spcPct val="0"/>
        </a:spcBef>
        <a:spcAft>
          <a:spcPct val="0"/>
        </a:spcAft>
        <a:defRPr kumimoji="1" sz="4400">
          <a:solidFill>
            <a:schemeClr val="tx2"/>
          </a:solidFill>
          <a:effectLst>
            <a:outerShdw blurRad="38100" dist="38100" dir="2700000" algn="tl">
              <a:srgbClr val="C0C0C0"/>
            </a:outerShdw>
          </a:effectLst>
          <a:latin typeface="Arial" charset="0"/>
          <a:ea typeface="宋体" pitchFamily="2" charset="-122"/>
        </a:defRPr>
      </a:lvl7pPr>
      <a:lvl8pPr marL="1371600" algn="ctr" rtl="0" fontAlgn="base">
        <a:spcBef>
          <a:spcPct val="0"/>
        </a:spcBef>
        <a:spcAft>
          <a:spcPct val="0"/>
        </a:spcAft>
        <a:defRPr kumimoji="1" sz="4400">
          <a:solidFill>
            <a:schemeClr val="tx2"/>
          </a:solidFill>
          <a:effectLst>
            <a:outerShdw blurRad="38100" dist="38100" dir="2700000" algn="tl">
              <a:srgbClr val="C0C0C0"/>
            </a:outerShdw>
          </a:effectLst>
          <a:latin typeface="Arial" charset="0"/>
          <a:ea typeface="宋体" pitchFamily="2" charset="-122"/>
        </a:defRPr>
      </a:lvl8pPr>
      <a:lvl9pPr marL="1828800" algn="ctr" rtl="0" fontAlgn="base">
        <a:spcBef>
          <a:spcPct val="0"/>
        </a:spcBef>
        <a:spcAft>
          <a:spcPct val="0"/>
        </a:spcAft>
        <a:defRPr kumimoji="1" sz="4400">
          <a:solidFill>
            <a:schemeClr val="tx2"/>
          </a:solidFill>
          <a:effectLst>
            <a:outerShdw blurRad="38100" dist="38100" dir="2700000" algn="tl">
              <a:srgbClr val="C0C0C0"/>
            </a:outerShdw>
          </a:effectLst>
          <a:latin typeface="Arial" charset="0"/>
          <a:ea typeface="宋体" pitchFamily="2" charset="-122"/>
        </a:defRPr>
      </a:lvl9pPr>
    </p:titleStyle>
    <p:bodyStyle>
      <a:lvl1pPr marL="342900" indent="-342900" algn="l" rtl="0" fontAlgn="base">
        <a:spcBef>
          <a:spcPct val="20000"/>
        </a:spcBef>
        <a:spcAft>
          <a:spcPct val="0"/>
        </a:spcAft>
        <a:buClr>
          <a:schemeClr val="accent2"/>
        </a:buClr>
        <a:buSzPct val="80000"/>
        <a:buFont typeface="Wingdings" pitchFamily="2" charset="2"/>
        <a:buChar char="l"/>
        <a:defRPr kumimoji="1" sz="3200">
          <a:solidFill>
            <a:schemeClr val="tx1"/>
          </a:solidFill>
          <a:latin typeface="+mn-lt"/>
          <a:ea typeface="+mn-ea"/>
          <a:cs typeface="+mn-cs"/>
        </a:defRPr>
      </a:lvl1pPr>
      <a:lvl2pPr marL="742950" indent="-285750" algn="l" rtl="0" fontAlgn="base">
        <a:spcBef>
          <a:spcPct val="20000"/>
        </a:spcBef>
        <a:spcAft>
          <a:spcPct val="0"/>
        </a:spcAft>
        <a:buClr>
          <a:schemeClr val="tx1"/>
        </a:buClr>
        <a:buSzPct val="90000"/>
        <a:buChar char="–"/>
        <a:defRPr kumimoji="1" sz="2800">
          <a:solidFill>
            <a:schemeClr val="tx1"/>
          </a:solidFill>
          <a:latin typeface="+mn-lt"/>
          <a:ea typeface="+mn-ea"/>
        </a:defRPr>
      </a:lvl2pPr>
      <a:lvl3pPr marL="1143000" indent="-228600" algn="l" rtl="0" fontAlgn="base">
        <a:spcBef>
          <a:spcPct val="20000"/>
        </a:spcBef>
        <a:spcAft>
          <a:spcPct val="0"/>
        </a:spcAft>
        <a:buClr>
          <a:schemeClr val="accent1"/>
        </a:buClr>
        <a:buSzPct val="60000"/>
        <a:buFont typeface="Wingdings" pitchFamily="2" charset="2"/>
        <a:buChar char="l"/>
        <a:defRPr kumimoji="1" sz="2400">
          <a:solidFill>
            <a:schemeClr val="tx1"/>
          </a:solidFill>
          <a:latin typeface="+mn-lt"/>
          <a:ea typeface="+mn-ea"/>
        </a:defRPr>
      </a:lvl3pPr>
      <a:lvl4pPr marL="1600200" indent="-228600" algn="l" rtl="0" fontAlgn="base">
        <a:spcBef>
          <a:spcPct val="20000"/>
        </a:spcBef>
        <a:spcAft>
          <a:spcPct val="0"/>
        </a:spcAft>
        <a:buClr>
          <a:schemeClr val="tx1"/>
        </a:buClr>
        <a:buChar char="–"/>
        <a:defRPr kumimoji="1" sz="2000">
          <a:solidFill>
            <a:schemeClr val="tx1"/>
          </a:solidFill>
          <a:latin typeface="+mn-lt"/>
          <a:ea typeface="+mn-ea"/>
        </a:defRPr>
      </a:lvl4pPr>
      <a:lvl5pPr marL="2057400" indent="-228600" algn="l" rtl="0" fontAlgn="base">
        <a:spcBef>
          <a:spcPct val="20000"/>
        </a:spcBef>
        <a:spcAft>
          <a:spcPct val="0"/>
        </a:spcAft>
        <a:buClr>
          <a:schemeClr val="accent1"/>
        </a:buClr>
        <a:buChar char="•"/>
        <a:defRPr kumimoji="1" sz="2000">
          <a:solidFill>
            <a:schemeClr val="tx1"/>
          </a:solidFill>
          <a:latin typeface="+mn-lt"/>
          <a:ea typeface="+mn-ea"/>
        </a:defRPr>
      </a:lvl5pPr>
      <a:lvl6pPr marL="2514600" indent="-228600" algn="l" rtl="0" fontAlgn="base">
        <a:spcBef>
          <a:spcPct val="20000"/>
        </a:spcBef>
        <a:spcAft>
          <a:spcPct val="0"/>
        </a:spcAft>
        <a:buClr>
          <a:schemeClr val="accent1"/>
        </a:buClr>
        <a:buChar char="•"/>
        <a:defRPr kumimoji="1" sz="2000">
          <a:solidFill>
            <a:schemeClr val="tx1"/>
          </a:solidFill>
          <a:latin typeface="+mn-lt"/>
          <a:ea typeface="+mn-ea"/>
        </a:defRPr>
      </a:lvl6pPr>
      <a:lvl7pPr marL="2971800" indent="-228600" algn="l" rtl="0" fontAlgn="base">
        <a:spcBef>
          <a:spcPct val="20000"/>
        </a:spcBef>
        <a:spcAft>
          <a:spcPct val="0"/>
        </a:spcAft>
        <a:buClr>
          <a:schemeClr val="accent1"/>
        </a:buClr>
        <a:buChar char="•"/>
        <a:defRPr kumimoji="1" sz="2000">
          <a:solidFill>
            <a:schemeClr val="tx1"/>
          </a:solidFill>
          <a:latin typeface="+mn-lt"/>
          <a:ea typeface="+mn-ea"/>
        </a:defRPr>
      </a:lvl7pPr>
      <a:lvl8pPr marL="3429000" indent="-228600" algn="l" rtl="0" fontAlgn="base">
        <a:spcBef>
          <a:spcPct val="20000"/>
        </a:spcBef>
        <a:spcAft>
          <a:spcPct val="0"/>
        </a:spcAft>
        <a:buClr>
          <a:schemeClr val="accent1"/>
        </a:buClr>
        <a:buChar char="•"/>
        <a:defRPr kumimoji="1" sz="2000">
          <a:solidFill>
            <a:schemeClr val="tx1"/>
          </a:solidFill>
          <a:latin typeface="+mn-lt"/>
          <a:ea typeface="+mn-ea"/>
        </a:defRPr>
      </a:lvl8pPr>
      <a:lvl9pPr marL="3886200" indent="-228600" algn="l" rtl="0" fontAlgn="base">
        <a:spcBef>
          <a:spcPct val="20000"/>
        </a:spcBef>
        <a:spcAft>
          <a:spcPct val="0"/>
        </a:spcAft>
        <a:buClr>
          <a:schemeClr val="accent1"/>
        </a:buClr>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文本"/>
          <p:cNvSpPr txBox="1">
            <a:spLocks noGrp="1"/>
          </p:cNvSpPr>
          <p:nvPr>
            <p:ph type="title"/>
          </p:nvPr>
        </p:nvSpPr>
        <p:spPr>
          <a:xfrm>
            <a:off x="685800" y="609600"/>
            <a:ext cx="7772400"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6037" tIns="46037" rIns="46037" bIns="46037" anchor="ctr">
            <a:normAutofit/>
          </a:bodyPr>
          <a:lstStyle/>
          <a:p>
            <a:r>
              <a:t>标题文本</a:t>
            </a:r>
          </a:p>
        </p:txBody>
      </p:sp>
      <p:sp>
        <p:nvSpPr>
          <p:cNvPr id="3" name="正文级别 1…"/>
          <p:cNvSpPr txBox="1">
            <a:spLocks noGrp="1"/>
          </p:cNvSpPr>
          <p:nvPr>
            <p:ph type="body" idx="1"/>
          </p:nvPr>
        </p:nvSpPr>
        <p:spPr>
          <a:xfrm>
            <a:off x="457200" y="1600200"/>
            <a:ext cx="8229600" cy="45259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p>
            <a:r>
              <a:t>正文级别 1</a:t>
            </a:r>
          </a:p>
          <a:p>
            <a:pPr lvl="1"/>
            <a:r>
              <a:t>正文级别 2</a:t>
            </a:r>
          </a:p>
          <a:p>
            <a:pPr lvl="2"/>
            <a:r>
              <a:t>正文级别 3</a:t>
            </a:r>
          </a:p>
          <a:p>
            <a:pPr lvl="3"/>
            <a:r>
              <a:t>正文级别 4</a:t>
            </a:r>
          </a:p>
          <a:p>
            <a:pPr lvl="4"/>
            <a:r>
              <a:t>正文级别 5</a:t>
            </a:r>
          </a:p>
        </p:txBody>
      </p:sp>
      <p:sp>
        <p:nvSpPr>
          <p:cNvPr id="4" name="幻灯片编号"/>
          <p:cNvSpPr txBox="1">
            <a:spLocks noGrp="1"/>
          </p:cNvSpPr>
          <p:nvPr>
            <p:ph type="sldNum" sz="quarter" idx="2"/>
          </p:nvPr>
        </p:nvSpPr>
        <p:spPr>
          <a:xfrm>
            <a:off x="4419600" y="6172200"/>
            <a:ext cx="2133600" cy="368301"/>
          </a:xfrm>
          <a:prstGeom prst="rect">
            <a:avLst/>
          </a:prstGeom>
          <a:ln w="12700">
            <a:miter lim="400000"/>
          </a:ln>
        </p:spPr>
        <p:txBody>
          <a:bodyPr wrap="none" lIns="45719" rIns="45719" anchor="ctr">
            <a:spAutoFit/>
          </a:bodyPr>
          <a:lstStyle>
            <a:lvl1pPr algn="r">
              <a:defRPr sz="1200">
                <a:latin typeface="SimSun"/>
                <a:ea typeface="SimSun"/>
                <a:cs typeface="SimSun"/>
                <a:sym typeface="SimSun"/>
              </a:defRPr>
            </a:lvl1pPr>
          </a:lstStyle>
          <a:p>
            <a:fld id="{86CB4B4D-7CA3-9044-876B-883B54F8677D}" type="slidenum">
              <a:t>‹#›</a:t>
            </a:fld>
            <a:endParaRPr/>
          </a:p>
        </p:txBody>
      </p:sp>
    </p:spTree>
    <p:extLst>
      <p:ext uri="{BB962C8B-B14F-4D97-AF65-F5344CB8AC3E}">
        <p14:creationId xmlns:p14="http://schemas.microsoft.com/office/powerpoint/2010/main" val="282815540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effectLst>
            <a:outerShdw blurRad="38100" dist="38100" dir="2700000" rotWithShape="0">
              <a:srgbClr val="C0C0C0"/>
            </a:outerShdw>
          </a:effectLst>
          <a:uFillTx/>
          <a:latin typeface="Arial"/>
          <a:ea typeface="Arial"/>
          <a:cs typeface="Arial"/>
          <a:sym typeface="Arial"/>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effectLst>
            <a:outerShdw blurRad="38100" dist="38100" dir="2700000" rotWithShape="0">
              <a:srgbClr val="C0C0C0"/>
            </a:outerShdw>
          </a:effectLst>
          <a:uFillTx/>
          <a:latin typeface="Arial"/>
          <a:ea typeface="Arial"/>
          <a:cs typeface="Arial"/>
          <a:sym typeface="Arial"/>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effectLst>
            <a:outerShdw blurRad="38100" dist="38100" dir="2700000" rotWithShape="0">
              <a:srgbClr val="C0C0C0"/>
            </a:outerShdw>
          </a:effectLst>
          <a:uFillTx/>
          <a:latin typeface="Arial"/>
          <a:ea typeface="Arial"/>
          <a:cs typeface="Arial"/>
          <a:sym typeface="Arial"/>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effectLst>
            <a:outerShdw blurRad="38100" dist="38100" dir="2700000" rotWithShape="0">
              <a:srgbClr val="C0C0C0"/>
            </a:outerShdw>
          </a:effectLst>
          <a:uFillTx/>
          <a:latin typeface="Arial"/>
          <a:ea typeface="Arial"/>
          <a:cs typeface="Arial"/>
          <a:sym typeface="Arial"/>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effectLst>
            <a:outerShdw blurRad="38100" dist="38100" dir="2700000" rotWithShape="0">
              <a:srgbClr val="C0C0C0"/>
            </a:outerShdw>
          </a:effectLst>
          <a:uFillTx/>
          <a:latin typeface="Arial"/>
          <a:ea typeface="Arial"/>
          <a:cs typeface="Arial"/>
          <a:sym typeface="Arial"/>
        </a:defRPr>
      </a:lvl5pPr>
      <a:lvl6pPr marL="0" marR="0" indent="45720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effectLst>
            <a:outerShdw blurRad="38100" dist="38100" dir="2700000" rotWithShape="0">
              <a:srgbClr val="C0C0C0"/>
            </a:outerShdw>
          </a:effectLst>
          <a:uFillTx/>
          <a:latin typeface="Arial"/>
          <a:ea typeface="Arial"/>
          <a:cs typeface="Arial"/>
          <a:sym typeface="Arial"/>
        </a:defRPr>
      </a:lvl6pPr>
      <a:lvl7pPr marL="0" marR="0" indent="91440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effectLst>
            <a:outerShdw blurRad="38100" dist="38100" dir="2700000" rotWithShape="0">
              <a:srgbClr val="C0C0C0"/>
            </a:outerShdw>
          </a:effectLst>
          <a:uFillTx/>
          <a:latin typeface="Arial"/>
          <a:ea typeface="Arial"/>
          <a:cs typeface="Arial"/>
          <a:sym typeface="Arial"/>
        </a:defRPr>
      </a:lvl7pPr>
      <a:lvl8pPr marL="0" marR="0" indent="137160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effectLst>
            <a:outerShdw blurRad="38100" dist="38100" dir="2700000" rotWithShape="0">
              <a:srgbClr val="C0C0C0"/>
            </a:outerShdw>
          </a:effectLst>
          <a:uFillTx/>
          <a:latin typeface="Arial"/>
          <a:ea typeface="Arial"/>
          <a:cs typeface="Arial"/>
          <a:sym typeface="Arial"/>
        </a:defRPr>
      </a:lvl8pPr>
      <a:lvl9pPr marL="0" marR="0" indent="182880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effectLst>
            <a:outerShdw blurRad="38100" dist="38100" dir="2700000" rotWithShape="0">
              <a:srgbClr val="C0C0C0"/>
            </a:outerShdw>
          </a:effectLst>
          <a:uFillTx/>
          <a:latin typeface="Arial"/>
          <a:ea typeface="Arial"/>
          <a:cs typeface="Arial"/>
          <a:sym typeface="Arial"/>
        </a:defRPr>
      </a:lvl9pPr>
    </p:titleStyle>
    <p:bodyStyle>
      <a:lvl1pPr marL="342900" marR="0" indent="-342900" algn="l" defTabSz="914400" rtl="0" latinLnBrk="0">
        <a:lnSpc>
          <a:spcPct val="100000"/>
        </a:lnSpc>
        <a:spcBef>
          <a:spcPts val="700"/>
        </a:spcBef>
        <a:spcAft>
          <a:spcPts val="0"/>
        </a:spcAft>
        <a:buClr>
          <a:schemeClr val="accent2"/>
        </a:buClr>
        <a:buSzPct val="80000"/>
        <a:buFontTx/>
        <a:buChar char="●"/>
        <a:tabLst/>
        <a:defRPr sz="3200" b="0" i="0" u="none" strike="noStrike" cap="none" spc="0" baseline="0">
          <a:solidFill>
            <a:srgbClr val="000000"/>
          </a:solidFill>
          <a:uFillTx/>
          <a:latin typeface="+mn-lt"/>
          <a:ea typeface="+mn-ea"/>
          <a:cs typeface="+mn-cs"/>
          <a:sym typeface="Times New Roman"/>
        </a:defRPr>
      </a:lvl1pPr>
      <a:lvl2pPr marL="783771" marR="0" indent="-326571" algn="l" defTabSz="914400" rtl="0" latinLnBrk="0">
        <a:lnSpc>
          <a:spcPct val="100000"/>
        </a:lnSpc>
        <a:spcBef>
          <a:spcPts val="700"/>
        </a:spcBef>
        <a:spcAft>
          <a:spcPts val="0"/>
        </a:spcAft>
        <a:buClr>
          <a:schemeClr val="accent2"/>
        </a:buClr>
        <a:buSzPct val="90000"/>
        <a:buFontTx/>
        <a:buChar char="–"/>
        <a:tabLst/>
        <a:defRPr sz="3200" b="0" i="0" u="none" strike="noStrike" cap="none" spc="0" baseline="0">
          <a:solidFill>
            <a:srgbClr val="000000"/>
          </a:solidFill>
          <a:uFillTx/>
          <a:latin typeface="+mn-lt"/>
          <a:ea typeface="+mn-ea"/>
          <a:cs typeface="+mn-cs"/>
          <a:sym typeface="Times New Roman"/>
        </a:defRPr>
      </a:lvl2pPr>
      <a:lvl3pPr marL="1219200" marR="0" indent="-304800" algn="l" defTabSz="914400" rtl="0" latinLnBrk="0">
        <a:lnSpc>
          <a:spcPct val="100000"/>
        </a:lnSpc>
        <a:spcBef>
          <a:spcPts val="700"/>
        </a:spcBef>
        <a:spcAft>
          <a:spcPts val="0"/>
        </a:spcAft>
        <a:buClr>
          <a:schemeClr val="accent2"/>
        </a:buClr>
        <a:buSzPct val="60000"/>
        <a:buFontTx/>
        <a:buChar char="●"/>
        <a:tabLst/>
        <a:defRPr sz="3200" b="0" i="0" u="none" strike="noStrike" cap="none" spc="0" baseline="0">
          <a:solidFill>
            <a:srgbClr val="000000"/>
          </a:solidFill>
          <a:uFillTx/>
          <a:latin typeface="+mn-lt"/>
          <a:ea typeface="+mn-ea"/>
          <a:cs typeface="+mn-cs"/>
          <a:sym typeface="Times New Roman"/>
        </a:defRPr>
      </a:lvl3pPr>
      <a:lvl4pPr marL="1737360" marR="0" indent="-365760" algn="l" defTabSz="914400" rtl="0" latinLnBrk="0">
        <a:lnSpc>
          <a:spcPct val="100000"/>
        </a:lnSpc>
        <a:spcBef>
          <a:spcPts val="700"/>
        </a:spcBef>
        <a:spcAft>
          <a:spcPts val="0"/>
        </a:spcAft>
        <a:buClr>
          <a:schemeClr val="accent2"/>
        </a:buClr>
        <a:buSzPct val="100000"/>
        <a:buFontTx/>
        <a:buChar char="–"/>
        <a:tabLst/>
        <a:defRPr sz="3200" b="0" i="0" u="none" strike="noStrike" cap="none" spc="0" baseline="0">
          <a:solidFill>
            <a:srgbClr val="000000"/>
          </a:solidFill>
          <a:uFillTx/>
          <a:latin typeface="+mn-lt"/>
          <a:ea typeface="+mn-ea"/>
          <a:cs typeface="+mn-cs"/>
          <a:sym typeface="Times New Roman"/>
        </a:defRPr>
      </a:lvl4pPr>
      <a:lvl5pPr marL="2194560" marR="0" indent="-365760" algn="l" defTabSz="914400" rtl="0" latinLnBrk="0">
        <a:lnSpc>
          <a:spcPct val="100000"/>
        </a:lnSpc>
        <a:spcBef>
          <a:spcPts val="700"/>
        </a:spcBef>
        <a:spcAft>
          <a:spcPts val="0"/>
        </a:spcAft>
        <a:buClr>
          <a:schemeClr val="accent2"/>
        </a:buClr>
        <a:buSzPct val="100000"/>
        <a:buFontTx/>
        <a:buChar char="•"/>
        <a:tabLst/>
        <a:defRPr sz="3200" b="0" i="0" u="none" strike="noStrike" cap="none" spc="0" baseline="0">
          <a:solidFill>
            <a:srgbClr val="000000"/>
          </a:solidFill>
          <a:uFillTx/>
          <a:latin typeface="+mn-lt"/>
          <a:ea typeface="+mn-ea"/>
          <a:cs typeface="+mn-cs"/>
          <a:sym typeface="Times New Roman"/>
        </a:defRPr>
      </a:lvl5pPr>
      <a:lvl6pPr marL="2651760" marR="0" indent="-365760" algn="l" defTabSz="914400" rtl="0" latinLnBrk="0">
        <a:lnSpc>
          <a:spcPct val="100000"/>
        </a:lnSpc>
        <a:spcBef>
          <a:spcPts val="700"/>
        </a:spcBef>
        <a:spcAft>
          <a:spcPts val="0"/>
        </a:spcAft>
        <a:buClr>
          <a:schemeClr val="accent2"/>
        </a:buClr>
        <a:buSzPct val="100000"/>
        <a:buFontTx/>
        <a:buChar char="•"/>
        <a:tabLst/>
        <a:defRPr sz="3200" b="0" i="0" u="none" strike="noStrike" cap="none" spc="0" baseline="0">
          <a:solidFill>
            <a:srgbClr val="000000"/>
          </a:solidFill>
          <a:uFillTx/>
          <a:latin typeface="+mn-lt"/>
          <a:ea typeface="+mn-ea"/>
          <a:cs typeface="+mn-cs"/>
          <a:sym typeface="Times New Roman"/>
        </a:defRPr>
      </a:lvl6pPr>
      <a:lvl7pPr marL="3108960" marR="0" indent="-365760" algn="l" defTabSz="914400" rtl="0" latinLnBrk="0">
        <a:lnSpc>
          <a:spcPct val="100000"/>
        </a:lnSpc>
        <a:spcBef>
          <a:spcPts val="700"/>
        </a:spcBef>
        <a:spcAft>
          <a:spcPts val="0"/>
        </a:spcAft>
        <a:buClr>
          <a:schemeClr val="accent2"/>
        </a:buClr>
        <a:buSzPct val="100000"/>
        <a:buFontTx/>
        <a:buChar char="•"/>
        <a:tabLst/>
        <a:defRPr sz="3200" b="0" i="0" u="none" strike="noStrike" cap="none" spc="0" baseline="0">
          <a:solidFill>
            <a:srgbClr val="000000"/>
          </a:solidFill>
          <a:uFillTx/>
          <a:latin typeface="+mn-lt"/>
          <a:ea typeface="+mn-ea"/>
          <a:cs typeface="+mn-cs"/>
          <a:sym typeface="Times New Roman"/>
        </a:defRPr>
      </a:lvl7pPr>
      <a:lvl8pPr marL="3566159" marR="0" indent="-365759" algn="l" defTabSz="914400" rtl="0" latinLnBrk="0">
        <a:lnSpc>
          <a:spcPct val="100000"/>
        </a:lnSpc>
        <a:spcBef>
          <a:spcPts val="700"/>
        </a:spcBef>
        <a:spcAft>
          <a:spcPts val="0"/>
        </a:spcAft>
        <a:buClr>
          <a:schemeClr val="accent2"/>
        </a:buClr>
        <a:buSzPct val="100000"/>
        <a:buFontTx/>
        <a:buChar char="•"/>
        <a:tabLst/>
        <a:defRPr sz="3200" b="0" i="0" u="none" strike="noStrike" cap="none" spc="0" baseline="0">
          <a:solidFill>
            <a:srgbClr val="000000"/>
          </a:solidFill>
          <a:uFillTx/>
          <a:latin typeface="+mn-lt"/>
          <a:ea typeface="+mn-ea"/>
          <a:cs typeface="+mn-cs"/>
          <a:sym typeface="Times New Roman"/>
        </a:defRPr>
      </a:lvl8pPr>
      <a:lvl9pPr marL="4023359" marR="0" indent="-365759" algn="l" defTabSz="914400" rtl="0" latinLnBrk="0">
        <a:lnSpc>
          <a:spcPct val="100000"/>
        </a:lnSpc>
        <a:spcBef>
          <a:spcPts val="700"/>
        </a:spcBef>
        <a:spcAft>
          <a:spcPts val="0"/>
        </a:spcAft>
        <a:buClr>
          <a:schemeClr val="accent2"/>
        </a:buClr>
        <a:buSzPct val="100000"/>
        <a:buFontTx/>
        <a:buChar char="•"/>
        <a:tabLst/>
        <a:defRPr sz="3200" b="0" i="0" u="none" strike="noStrike" cap="none" spc="0" baseline="0">
          <a:solidFill>
            <a:srgbClr val="000000"/>
          </a:solidFill>
          <a:uFillTx/>
          <a:latin typeface="+mn-lt"/>
          <a:ea typeface="+mn-ea"/>
          <a:cs typeface="+mn-cs"/>
          <a:sym typeface="Times New Roman"/>
        </a:defRPr>
      </a:lvl9pPr>
    </p:bodyStyle>
    <p:otherStyle>
      <a:lvl1pPr marL="0" marR="0" indent="0" algn="r" defTabSz="914400" rtl="0" latinLnBrk="0">
        <a:lnSpc>
          <a:spcPct val="18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SimSun"/>
        </a:defRPr>
      </a:lvl1pPr>
      <a:lvl2pPr marL="0" marR="0" indent="457200" algn="r" defTabSz="914400" rtl="0" latinLnBrk="0">
        <a:lnSpc>
          <a:spcPct val="18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SimSun"/>
        </a:defRPr>
      </a:lvl2pPr>
      <a:lvl3pPr marL="0" marR="0" indent="914400" algn="r" defTabSz="914400" rtl="0" latinLnBrk="0">
        <a:lnSpc>
          <a:spcPct val="18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SimSun"/>
        </a:defRPr>
      </a:lvl3pPr>
      <a:lvl4pPr marL="0" marR="0" indent="1371600" algn="r" defTabSz="914400" rtl="0" latinLnBrk="0">
        <a:lnSpc>
          <a:spcPct val="18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SimSun"/>
        </a:defRPr>
      </a:lvl4pPr>
      <a:lvl5pPr marL="0" marR="0" indent="1828800" algn="r" defTabSz="914400" rtl="0" latinLnBrk="0">
        <a:lnSpc>
          <a:spcPct val="18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SimSun"/>
        </a:defRPr>
      </a:lvl5pPr>
      <a:lvl6pPr marL="0" marR="0" indent="2286000" algn="r" defTabSz="914400" rtl="0" latinLnBrk="0">
        <a:lnSpc>
          <a:spcPct val="18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SimSun"/>
        </a:defRPr>
      </a:lvl6pPr>
      <a:lvl7pPr marL="0" marR="0" indent="2743200" algn="r" defTabSz="914400" rtl="0" latinLnBrk="0">
        <a:lnSpc>
          <a:spcPct val="18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SimSun"/>
        </a:defRPr>
      </a:lvl7pPr>
      <a:lvl8pPr marL="0" marR="0" indent="3200400" algn="r" defTabSz="914400" rtl="0" latinLnBrk="0">
        <a:lnSpc>
          <a:spcPct val="18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SimSun"/>
        </a:defRPr>
      </a:lvl8pPr>
      <a:lvl9pPr marL="0" marR="0" indent="3657600" algn="r" defTabSz="914400" rtl="0" latinLnBrk="0">
        <a:lnSpc>
          <a:spcPct val="18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SimSun"/>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5.xml"/><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slide" Target="slide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1.png"/><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 Target="slide36.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 Target="slide41.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slide" Target="slide53.xml"/><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8.xml"/><Relationship Id="rId6" Type="http://schemas.openxmlformats.org/officeDocument/2006/relationships/slide" Target="slide54.xml"/><Relationship Id="rId5" Type="http://schemas.openxmlformats.org/officeDocument/2006/relationships/slide" Target="slide51.xml"/><Relationship Id="rId10" Type="http://schemas.openxmlformats.org/officeDocument/2006/relationships/image" Target="../media/image1.jpg"/><Relationship Id="rId4" Type="http://schemas.openxmlformats.org/officeDocument/2006/relationships/slide" Target="slide10.xml"/><Relationship Id="rId9" Type="http://schemas.openxmlformats.org/officeDocument/2006/relationships/slide" Target="slide30.xml"/></Relationships>
</file>

<file path=ppt/slides/_rels/slide52.xml.rels><?xml version="1.0" encoding="UTF-8" standalone="yes"?>
<Relationships xmlns="http://schemas.openxmlformats.org/package/2006/relationships"><Relationship Id="rId3" Type="http://schemas.openxmlformats.org/officeDocument/2006/relationships/slide" Target="slide51.xml"/><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slide" Target="slide51.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slide" Target="slide51.xml"/><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2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3" Type="http://schemas.openxmlformats.org/officeDocument/2006/relationships/slide" Target="slide70.xml"/><Relationship Id="rId2" Type="http://schemas.openxmlformats.org/officeDocument/2006/relationships/slide" Target="slide69.xml"/><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3" Type="http://schemas.openxmlformats.org/officeDocument/2006/relationships/slide" Target="slide68.xml"/><Relationship Id="rId2" Type="http://schemas.openxmlformats.org/officeDocument/2006/relationships/image" Target="../media/image27.png"/><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eg"/><Relationship Id="rId1" Type="http://schemas.openxmlformats.org/officeDocument/2006/relationships/slideLayout" Target="../slideLayouts/slideLayout1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 Target="slide47.xml"/><Relationship Id="rId1" Type="http://schemas.openxmlformats.org/officeDocument/2006/relationships/slideLayout" Target="../slideLayouts/slideLayout7.xml"/><Relationship Id="rId5" Type="http://schemas.openxmlformats.org/officeDocument/2006/relationships/image" Target="../media/image1.jpg"/><Relationship Id="rId4" Type="http://schemas.openxmlformats.org/officeDocument/2006/relationships/image" Target="../media/image23.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019" name="Rectangle 11"/>
          <p:cNvSpPr>
            <a:spLocks noChangeArrowheads="1"/>
          </p:cNvSpPr>
          <p:nvPr/>
        </p:nvSpPr>
        <p:spPr bwMode="auto">
          <a:xfrm>
            <a:off x="1403350" y="2349500"/>
            <a:ext cx="6625034" cy="10098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indent="609600"/>
            <a:r>
              <a:rPr lang="zh-CN" altLang="en-US" sz="4000" b="1" dirty="0">
                <a:solidFill>
                  <a:srgbClr val="660033"/>
                </a:solidFill>
              </a:rPr>
              <a:t>第二章</a:t>
            </a:r>
            <a:r>
              <a:rPr lang="en-US" altLang="zh-CN" sz="4000" b="1" dirty="0">
                <a:solidFill>
                  <a:srgbClr val="660033"/>
                </a:solidFill>
              </a:rPr>
              <a:t> </a:t>
            </a:r>
            <a:r>
              <a:rPr lang="zh-CN" altLang="en-US" sz="4000" b="1" dirty="0">
                <a:solidFill>
                  <a:srgbClr val="660033"/>
                </a:solidFill>
              </a:rPr>
              <a:t>数据库系统结构</a:t>
            </a:r>
          </a:p>
        </p:txBody>
      </p:sp>
      <p:grpSp>
        <p:nvGrpSpPr>
          <p:cNvPr id="683020" name="Group 12"/>
          <p:cNvGrpSpPr>
            <a:grpSpLocks/>
          </p:cNvGrpSpPr>
          <p:nvPr/>
        </p:nvGrpSpPr>
        <p:grpSpPr bwMode="auto">
          <a:xfrm>
            <a:off x="395288" y="404813"/>
            <a:ext cx="8382000" cy="1371600"/>
            <a:chOff x="0" y="288"/>
            <a:chExt cx="5760" cy="864"/>
          </a:xfrm>
        </p:grpSpPr>
        <p:sp>
          <p:nvSpPr>
            <p:cNvPr id="683021" name="Rectangle 13"/>
            <p:cNvSpPr>
              <a:spLocks noChangeArrowheads="1"/>
            </p:cNvSpPr>
            <p:nvPr/>
          </p:nvSpPr>
          <p:spPr bwMode="ltGray">
            <a:xfrm>
              <a:off x="196" y="377"/>
              <a:ext cx="428" cy="389"/>
            </a:xfrm>
            <a:prstGeom prst="rect">
              <a:avLst/>
            </a:prstGeom>
            <a:gradFill rotWithShape="0">
              <a:gsLst>
                <a:gs pos="0">
                  <a:schemeClr val="bg1"/>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683022" name="Rectangle 14"/>
            <p:cNvSpPr>
              <a:spLocks noChangeArrowheads="1"/>
            </p:cNvSpPr>
            <p:nvPr/>
          </p:nvSpPr>
          <p:spPr bwMode="ltGray">
            <a:xfrm>
              <a:off x="279" y="723"/>
              <a:ext cx="285" cy="39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683023" name="Rectangle 15"/>
            <p:cNvSpPr>
              <a:spLocks noChangeArrowheads="1"/>
            </p:cNvSpPr>
            <p:nvPr/>
          </p:nvSpPr>
          <p:spPr bwMode="ltGray">
            <a:xfrm>
              <a:off x="529" y="723"/>
              <a:ext cx="248" cy="39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683024" name="Rectangle 16"/>
            <p:cNvSpPr>
              <a:spLocks noChangeArrowheads="1"/>
            </p:cNvSpPr>
            <p:nvPr/>
          </p:nvSpPr>
          <p:spPr bwMode="ltGray">
            <a:xfrm>
              <a:off x="0" y="576"/>
              <a:ext cx="432" cy="384"/>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683025" name="Rectangle 17"/>
            <p:cNvSpPr>
              <a:spLocks noChangeArrowheads="1"/>
            </p:cNvSpPr>
            <p:nvPr/>
          </p:nvSpPr>
          <p:spPr bwMode="gray">
            <a:xfrm>
              <a:off x="428" y="288"/>
              <a:ext cx="22" cy="864"/>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683026" name="Rectangle 18"/>
            <p:cNvSpPr>
              <a:spLocks noChangeArrowheads="1"/>
            </p:cNvSpPr>
            <p:nvPr/>
          </p:nvSpPr>
          <p:spPr bwMode="gray">
            <a:xfrm>
              <a:off x="213" y="937"/>
              <a:ext cx="5547" cy="26"/>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grpSp>
      <p:sp>
        <p:nvSpPr>
          <p:cNvPr id="683027" name="Rectangle 19"/>
          <p:cNvSpPr>
            <a:spLocks noChangeArrowheads="1"/>
          </p:cNvSpPr>
          <p:nvPr/>
        </p:nvSpPr>
        <p:spPr bwMode="auto">
          <a:xfrm>
            <a:off x="1331913" y="4292600"/>
            <a:ext cx="640080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pPr marL="342900" indent="-342900" algn="ctr">
              <a:lnSpc>
                <a:spcPct val="100000"/>
              </a:lnSpc>
              <a:spcBef>
                <a:spcPct val="20000"/>
              </a:spcBef>
              <a:buClr>
                <a:schemeClr val="accent2"/>
              </a:buClr>
              <a:buSzPct val="80000"/>
              <a:buFont typeface="Wingdings" pitchFamily="2" charset="2"/>
              <a:buNone/>
            </a:pPr>
            <a:endParaRPr lang="zh-CN" altLang="en-US" sz="2800" b="1" dirty="0">
              <a:solidFill>
                <a:schemeClr val="bg2"/>
              </a:solidFill>
            </a:endParaRPr>
          </a:p>
          <a:p>
            <a:pPr marL="342900" indent="-342900" algn="ctr">
              <a:lnSpc>
                <a:spcPct val="100000"/>
              </a:lnSpc>
              <a:spcBef>
                <a:spcPct val="20000"/>
              </a:spcBef>
              <a:buClr>
                <a:schemeClr val="accent2"/>
              </a:buClr>
              <a:buSzPct val="80000"/>
              <a:buFont typeface="Wingdings" pitchFamily="2" charset="2"/>
              <a:buNone/>
            </a:pPr>
            <a:fld id="{3D7E11C2-7AF0-4142-AFB0-0E2926EC2F1D}" type="datetime2">
              <a:rPr lang="zh-CN" altLang="en-US" sz="2800" b="1">
                <a:solidFill>
                  <a:schemeClr val="bg2"/>
                </a:solidFill>
              </a:rPr>
              <a:pPr marL="342900" indent="-342900" algn="ctr">
                <a:lnSpc>
                  <a:spcPct val="100000"/>
                </a:lnSpc>
                <a:spcBef>
                  <a:spcPct val="20000"/>
                </a:spcBef>
                <a:buClr>
                  <a:schemeClr val="accent2"/>
                </a:buClr>
                <a:buSzPct val="80000"/>
                <a:buFont typeface="Wingdings" pitchFamily="2" charset="2"/>
                <a:buNone/>
              </a:pPr>
              <a:t>2026年3月16日 Monday</a:t>
            </a:fld>
            <a:endParaRPr lang="zh-CN" altLang="en-US" sz="2800" b="1" dirty="0">
              <a:solidFill>
                <a:schemeClr val="bg2"/>
              </a:solidFill>
            </a:endParaRPr>
          </a:p>
        </p:txBody>
      </p:sp>
      <p:sp>
        <p:nvSpPr>
          <p:cNvPr id="683028" name="Rectangle 20"/>
          <p:cNvSpPr>
            <a:spLocks noChangeArrowheads="1"/>
          </p:cNvSpPr>
          <p:nvPr/>
        </p:nvSpPr>
        <p:spPr bwMode="auto">
          <a:xfrm>
            <a:off x="2411413" y="620713"/>
            <a:ext cx="5400675"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indent="609600">
              <a:lnSpc>
                <a:spcPct val="100000"/>
              </a:lnSpc>
              <a:spcBef>
                <a:spcPct val="0"/>
              </a:spcBef>
            </a:pPr>
            <a:r>
              <a:rPr lang="zh-CN" altLang="en-US" sz="4000" b="1">
                <a:solidFill>
                  <a:srgbClr val="000099"/>
                </a:solidFill>
                <a:effectLst>
                  <a:outerShdw blurRad="38100" dist="38100" dir="2700000" algn="tl">
                    <a:srgbClr val="C0C0C0"/>
                  </a:outerShdw>
                </a:effectLst>
              </a:rPr>
              <a:t>数据库原理（</a:t>
            </a:r>
            <a:r>
              <a:rPr lang="en-US" altLang="zh-CN" sz="4000" b="1">
                <a:solidFill>
                  <a:srgbClr val="000099"/>
                </a:solidFill>
                <a:effectLst>
                  <a:outerShdw blurRad="38100" dist="38100" dir="2700000" algn="tl">
                    <a:srgbClr val="C0C0C0"/>
                  </a:outerShdw>
                </a:effectLst>
              </a:rPr>
              <a:t>1</a:t>
            </a:r>
            <a:r>
              <a:rPr lang="zh-CN" altLang="en-US" sz="4000" b="1">
                <a:solidFill>
                  <a:srgbClr val="000099"/>
                </a:solidFill>
                <a:effectLst>
                  <a:outerShdw blurRad="38100" dist="38100" dir="2700000" algn="tl">
                    <a:srgbClr val="C0C0C0"/>
                  </a:outerShdw>
                </a:effectLst>
              </a:rPr>
              <a:t>）</a:t>
            </a:r>
            <a:endParaRPr lang="zh-CN" altLang="en-US" sz="4000" b="1" i="1">
              <a:solidFill>
                <a:schemeClr val="bg2"/>
              </a:solidFill>
              <a:effectLst>
                <a:outerShdw blurRad="38100" dist="38100" dir="2700000" algn="tl">
                  <a:srgbClr val="C0C0C0"/>
                </a:outerShdw>
              </a:effectLst>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70" name="Rectangle 2"/>
          <p:cNvSpPr>
            <a:spLocks noChangeArrowheads="1"/>
          </p:cNvSpPr>
          <p:nvPr/>
        </p:nvSpPr>
        <p:spPr bwMode="auto">
          <a:xfrm>
            <a:off x="0" y="404813"/>
            <a:ext cx="914400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indent="609600" algn="ctr" eaLnBrk="1" hangingPunct="1">
              <a:lnSpc>
                <a:spcPct val="100000"/>
              </a:lnSpc>
            </a:pPr>
            <a:r>
              <a:rPr lang="zh-CN" altLang="en-US" sz="3600" b="1" dirty="0">
                <a:solidFill>
                  <a:schemeClr val="bg2"/>
                </a:solidFill>
                <a:effectLst>
                  <a:outerShdw blurRad="38100" dist="38100" dir="2700000" algn="tl">
                    <a:srgbClr val="C0C0C0"/>
                  </a:outerShdw>
                </a:effectLst>
                <a:latin typeface="Times New Roman" pitchFamily="18" charset="0"/>
              </a:rPr>
              <a:t>第二章  数据库系统结构</a:t>
            </a:r>
            <a:endParaRPr lang="zh-CN" altLang="en-US" sz="3600" b="1" dirty="0">
              <a:solidFill>
                <a:schemeClr val="bg2"/>
              </a:solidFill>
              <a:effectLst>
                <a:outerShdw blurRad="38100" dist="38100" dir="2700000" algn="tl">
                  <a:srgbClr val="C0C0C0"/>
                </a:outerShdw>
              </a:effectLst>
            </a:endParaRPr>
          </a:p>
        </p:txBody>
      </p:sp>
      <p:sp>
        <p:nvSpPr>
          <p:cNvPr id="570371" name="Rectangle 3"/>
          <p:cNvSpPr>
            <a:spLocks noChangeArrowheads="1"/>
          </p:cNvSpPr>
          <p:nvPr/>
        </p:nvSpPr>
        <p:spPr bwMode="auto">
          <a:xfrm>
            <a:off x="609600" y="3049588"/>
            <a:ext cx="9144000" cy="860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endParaRPr lang="zh-CN" altLang="zh-CN">
              <a:solidFill>
                <a:schemeClr val="bg2"/>
              </a:solidFill>
              <a:latin typeface="Times New Roman" pitchFamily="18" charset="0"/>
            </a:endParaRPr>
          </a:p>
        </p:txBody>
      </p:sp>
      <p:grpSp>
        <p:nvGrpSpPr>
          <p:cNvPr id="570373" name="Group 5"/>
          <p:cNvGrpSpPr>
            <a:grpSpLocks/>
          </p:cNvGrpSpPr>
          <p:nvPr/>
        </p:nvGrpSpPr>
        <p:grpSpPr bwMode="auto">
          <a:xfrm>
            <a:off x="152400" y="304800"/>
            <a:ext cx="8991600" cy="1143000"/>
            <a:chOff x="0" y="288"/>
            <a:chExt cx="5760" cy="864"/>
          </a:xfrm>
        </p:grpSpPr>
        <p:sp>
          <p:nvSpPr>
            <p:cNvPr id="570374" name="Rectangle 6"/>
            <p:cNvSpPr>
              <a:spLocks noChangeArrowheads="1"/>
            </p:cNvSpPr>
            <p:nvPr/>
          </p:nvSpPr>
          <p:spPr bwMode="ltGray">
            <a:xfrm>
              <a:off x="196" y="377"/>
              <a:ext cx="428" cy="389"/>
            </a:xfrm>
            <a:prstGeom prst="rect">
              <a:avLst/>
            </a:prstGeom>
            <a:gradFill rotWithShape="0">
              <a:gsLst>
                <a:gs pos="0">
                  <a:schemeClr val="bg1"/>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pPr>
              <a:endParaRPr lang="zh-CN" altLang="zh-CN" sz="2400">
                <a:solidFill>
                  <a:schemeClr val="bg2"/>
                </a:solidFill>
                <a:latin typeface="Tahoma" pitchFamily="34" charset="0"/>
              </a:endParaRPr>
            </a:p>
          </p:txBody>
        </p:sp>
        <p:sp>
          <p:nvSpPr>
            <p:cNvPr id="570375" name="Rectangle 7"/>
            <p:cNvSpPr>
              <a:spLocks noChangeArrowheads="1"/>
            </p:cNvSpPr>
            <p:nvPr/>
          </p:nvSpPr>
          <p:spPr bwMode="ltGray">
            <a:xfrm>
              <a:off x="279" y="723"/>
              <a:ext cx="285" cy="39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pPr>
              <a:endParaRPr lang="zh-CN" altLang="zh-CN" sz="2400">
                <a:solidFill>
                  <a:schemeClr val="bg2"/>
                </a:solidFill>
                <a:latin typeface="Tahoma" pitchFamily="34" charset="0"/>
              </a:endParaRPr>
            </a:p>
          </p:txBody>
        </p:sp>
        <p:sp>
          <p:nvSpPr>
            <p:cNvPr id="570376" name="Rectangle 8"/>
            <p:cNvSpPr>
              <a:spLocks noChangeArrowheads="1"/>
            </p:cNvSpPr>
            <p:nvPr/>
          </p:nvSpPr>
          <p:spPr bwMode="ltGray">
            <a:xfrm>
              <a:off x="529" y="723"/>
              <a:ext cx="248" cy="39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pPr>
              <a:endParaRPr lang="zh-CN" altLang="zh-CN" sz="2400">
                <a:solidFill>
                  <a:schemeClr val="bg2"/>
                </a:solidFill>
                <a:latin typeface="Tahoma" pitchFamily="34" charset="0"/>
              </a:endParaRPr>
            </a:p>
          </p:txBody>
        </p:sp>
        <p:sp>
          <p:nvSpPr>
            <p:cNvPr id="570377" name="Rectangle 9"/>
            <p:cNvSpPr>
              <a:spLocks noChangeArrowheads="1"/>
            </p:cNvSpPr>
            <p:nvPr/>
          </p:nvSpPr>
          <p:spPr bwMode="ltGray">
            <a:xfrm>
              <a:off x="0" y="576"/>
              <a:ext cx="432" cy="384"/>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pPr>
              <a:endParaRPr lang="zh-CN" altLang="zh-CN" sz="2400">
                <a:solidFill>
                  <a:schemeClr val="bg2"/>
                </a:solidFill>
                <a:latin typeface="Tahoma" pitchFamily="34" charset="0"/>
              </a:endParaRPr>
            </a:p>
          </p:txBody>
        </p:sp>
        <p:sp>
          <p:nvSpPr>
            <p:cNvPr id="570378" name="Rectangle 10"/>
            <p:cNvSpPr>
              <a:spLocks noChangeArrowheads="1"/>
            </p:cNvSpPr>
            <p:nvPr/>
          </p:nvSpPr>
          <p:spPr bwMode="gray">
            <a:xfrm>
              <a:off x="428" y="288"/>
              <a:ext cx="22" cy="864"/>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pPr>
              <a:endParaRPr lang="zh-CN" altLang="zh-CN" sz="2400">
                <a:solidFill>
                  <a:schemeClr val="bg2"/>
                </a:solidFill>
                <a:latin typeface="Tahoma" pitchFamily="34" charset="0"/>
              </a:endParaRPr>
            </a:p>
          </p:txBody>
        </p:sp>
        <p:sp>
          <p:nvSpPr>
            <p:cNvPr id="570379" name="Rectangle 11"/>
            <p:cNvSpPr>
              <a:spLocks noChangeArrowheads="1"/>
            </p:cNvSpPr>
            <p:nvPr/>
          </p:nvSpPr>
          <p:spPr bwMode="gray">
            <a:xfrm>
              <a:off x="213" y="937"/>
              <a:ext cx="5547" cy="26"/>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pPr>
              <a:endParaRPr lang="zh-CN" altLang="zh-CN" sz="2400">
                <a:solidFill>
                  <a:schemeClr val="bg2"/>
                </a:solidFill>
                <a:latin typeface="Tahoma" pitchFamily="34" charset="0"/>
              </a:endParaRPr>
            </a:p>
          </p:txBody>
        </p:sp>
      </p:grpSp>
      <p:sp>
        <p:nvSpPr>
          <p:cNvPr id="570380" name="Rectangle 12"/>
          <p:cNvSpPr>
            <a:spLocks noChangeArrowheads="1"/>
          </p:cNvSpPr>
          <p:nvPr/>
        </p:nvSpPr>
        <p:spPr bwMode="auto">
          <a:xfrm>
            <a:off x="-272814" y="1240632"/>
            <a:ext cx="6480175" cy="5829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indent="609600">
              <a:lnSpc>
                <a:spcPct val="170000"/>
              </a:lnSpc>
            </a:pPr>
            <a:r>
              <a:rPr lang="en-US" altLang="zh-CN" b="1" dirty="0">
                <a:solidFill>
                  <a:srgbClr val="000099"/>
                </a:solidFill>
              </a:rPr>
              <a:t> </a:t>
            </a:r>
            <a:r>
              <a:rPr lang="zh-CN" altLang="en-US" b="1" dirty="0">
                <a:solidFill>
                  <a:srgbClr val="000099"/>
                </a:solidFill>
              </a:rPr>
              <a:t>教学内容：</a:t>
            </a:r>
            <a:r>
              <a:rPr lang="zh-CN" altLang="en-US" dirty="0">
                <a:solidFill>
                  <a:srgbClr val="000099"/>
                </a:solidFill>
              </a:rPr>
              <a:t> </a:t>
            </a:r>
          </a:p>
          <a:p>
            <a:pPr indent="609600">
              <a:lnSpc>
                <a:spcPct val="170000"/>
              </a:lnSpc>
            </a:pPr>
            <a:r>
              <a:rPr lang="zh-CN" altLang="en-US" b="1" dirty="0">
                <a:solidFill>
                  <a:srgbClr val="000099"/>
                </a:solidFill>
                <a:sym typeface="Symbol" pitchFamily="18" charset="2"/>
              </a:rPr>
              <a:t> </a:t>
            </a:r>
            <a:r>
              <a:rPr lang="zh-CN" altLang="en-US" b="1" dirty="0">
                <a:solidFill>
                  <a:srgbClr val="000099"/>
                </a:solidFill>
              </a:rPr>
              <a:t>数据描述：</a:t>
            </a:r>
          </a:p>
          <a:p>
            <a:pPr indent="609600">
              <a:lnSpc>
                <a:spcPct val="170000"/>
              </a:lnSpc>
            </a:pPr>
            <a:endParaRPr lang="zh-CN" altLang="en-US" dirty="0">
              <a:solidFill>
                <a:srgbClr val="000099"/>
              </a:solidFill>
            </a:endParaRPr>
          </a:p>
          <a:p>
            <a:pPr indent="609600">
              <a:lnSpc>
                <a:spcPct val="170000"/>
              </a:lnSpc>
            </a:pPr>
            <a:r>
              <a:rPr lang="zh-CN" altLang="en-US" b="1" dirty="0">
                <a:solidFill>
                  <a:srgbClr val="000099"/>
                </a:solidFill>
                <a:sym typeface="Symbol" pitchFamily="18" charset="2"/>
              </a:rPr>
              <a:t> </a:t>
            </a:r>
            <a:r>
              <a:rPr lang="zh-CN" altLang="en-US" b="1" dirty="0">
                <a:solidFill>
                  <a:srgbClr val="000099"/>
                </a:solidFill>
              </a:rPr>
              <a:t>数据模型</a:t>
            </a:r>
            <a:r>
              <a:rPr lang="en-US" altLang="zh-CN" b="1" dirty="0">
                <a:solidFill>
                  <a:srgbClr val="000099"/>
                </a:solidFill>
              </a:rPr>
              <a:t>:</a:t>
            </a:r>
            <a:r>
              <a:rPr lang="en-US" altLang="zh-CN" dirty="0">
                <a:solidFill>
                  <a:srgbClr val="000099"/>
                </a:solidFill>
              </a:rPr>
              <a:t>  </a:t>
            </a:r>
          </a:p>
          <a:p>
            <a:pPr indent="609600">
              <a:lnSpc>
                <a:spcPct val="170000"/>
              </a:lnSpc>
            </a:pPr>
            <a:endParaRPr lang="en-US" altLang="zh-CN" dirty="0">
              <a:solidFill>
                <a:srgbClr val="000099"/>
              </a:solidFill>
            </a:endParaRPr>
          </a:p>
          <a:p>
            <a:pPr indent="609600">
              <a:lnSpc>
                <a:spcPct val="170000"/>
              </a:lnSpc>
            </a:pPr>
            <a:endParaRPr lang="en-US" altLang="zh-CN" sz="2000" b="1" dirty="0">
              <a:solidFill>
                <a:srgbClr val="000099"/>
              </a:solidFill>
            </a:endParaRPr>
          </a:p>
          <a:p>
            <a:pPr indent="609600">
              <a:lnSpc>
                <a:spcPct val="170000"/>
              </a:lnSpc>
            </a:pPr>
            <a:r>
              <a:rPr lang="en-US" altLang="zh-CN" b="1" dirty="0">
                <a:solidFill>
                  <a:srgbClr val="000099"/>
                </a:solidFill>
                <a:sym typeface="Symbol" pitchFamily="18" charset="2"/>
              </a:rPr>
              <a:t></a:t>
            </a:r>
            <a:r>
              <a:rPr lang="zh-CN" altLang="en-US" b="1" dirty="0">
                <a:solidFill>
                  <a:srgbClr val="000099"/>
                </a:solidFill>
                <a:sym typeface="Symbol" pitchFamily="18" charset="2"/>
              </a:rPr>
              <a:t>数据库的体系结构</a:t>
            </a:r>
            <a:endParaRPr lang="en-US" altLang="zh-CN" b="1" dirty="0">
              <a:solidFill>
                <a:srgbClr val="000099"/>
              </a:solidFill>
              <a:sym typeface="Symbol" pitchFamily="18" charset="2"/>
            </a:endParaRPr>
          </a:p>
          <a:p>
            <a:pPr indent="609600">
              <a:lnSpc>
                <a:spcPct val="170000"/>
              </a:lnSpc>
            </a:pPr>
            <a:r>
              <a:rPr lang="en-US" altLang="zh-CN" b="1" dirty="0">
                <a:solidFill>
                  <a:srgbClr val="000099"/>
                </a:solidFill>
                <a:sym typeface="Symbol" pitchFamily="18" charset="2"/>
              </a:rPr>
              <a:t></a:t>
            </a:r>
            <a:r>
              <a:rPr lang="zh-CN" altLang="en-US" b="1" dirty="0">
                <a:solidFill>
                  <a:srgbClr val="000099"/>
                </a:solidFill>
              </a:rPr>
              <a:t>数据库管理系统（</a:t>
            </a:r>
            <a:r>
              <a:rPr lang="en-US" altLang="zh-CN" b="1" dirty="0">
                <a:solidFill>
                  <a:srgbClr val="000099"/>
                </a:solidFill>
              </a:rPr>
              <a:t>DBMS</a:t>
            </a:r>
            <a:r>
              <a:rPr lang="zh-CN" altLang="en-US" b="1" dirty="0">
                <a:solidFill>
                  <a:srgbClr val="000099"/>
                </a:solidFill>
              </a:rPr>
              <a:t>）</a:t>
            </a:r>
          </a:p>
        </p:txBody>
      </p:sp>
      <p:sp>
        <p:nvSpPr>
          <p:cNvPr id="570381" name="Rectangle 13"/>
          <p:cNvSpPr>
            <a:spLocks noChangeArrowheads="1"/>
          </p:cNvSpPr>
          <p:nvPr/>
        </p:nvSpPr>
        <p:spPr bwMode="auto">
          <a:xfrm>
            <a:off x="1907704" y="1850890"/>
            <a:ext cx="6858000" cy="1406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indent="609600" algn="l"/>
            <a:r>
              <a:rPr lang="zh-CN" altLang="en-US" sz="2400" b="1" dirty="0">
                <a:solidFill>
                  <a:schemeClr val="bg2"/>
                </a:solidFill>
              </a:rPr>
              <a:t>各阶段中数据描述的术语，概念设计中实体 </a:t>
            </a:r>
          </a:p>
          <a:p>
            <a:pPr indent="609600" algn="l"/>
            <a:r>
              <a:rPr lang="zh-CN" altLang="en-US" sz="2400" b="1" dirty="0">
                <a:solidFill>
                  <a:schemeClr val="bg2"/>
                </a:solidFill>
              </a:rPr>
              <a:t>间联系的描述。</a:t>
            </a:r>
          </a:p>
        </p:txBody>
      </p:sp>
      <p:sp>
        <p:nvSpPr>
          <p:cNvPr id="570382" name="Rectangle 14"/>
          <p:cNvSpPr>
            <a:spLocks noChangeArrowheads="1"/>
          </p:cNvSpPr>
          <p:nvPr/>
        </p:nvSpPr>
        <p:spPr bwMode="auto">
          <a:xfrm>
            <a:off x="1171760" y="3155042"/>
            <a:ext cx="8027988" cy="2174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indent="609600"/>
            <a:r>
              <a:rPr lang="en-US" altLang="zh-CN" b="1" dirty="0">
                <a:solidFill>
                  <a:schemeClr val="bg2"/>
                </a:solidFill>
              </a:rPr>
              <a:t>    </a:t>
            </a:r>
            <a:r>
              <a:rPr lang="zh-CN" altLang="en-US" sz="2400" b="1" dirty="0">
                <a:solidFill>
                  <a:schemeClr val="bg2"/>
                </a:solidFill>
              </a:rPr>
              <a:t>数据模型，逻辑模型的形式定义，   </a:t>
            </a:r>
          </a:p>
          <a:p>
            <a:pPr indent="609600"/>
            <a:r>
              <a:rPr lang="zh-CN" altLang="en-US" sz="2400" b="1" dirty="0">
                <a:solidFill>
                  <a:schemeClr val="bg2"/>
                </a:solidFill>
              </a:rPr>
              <a:t>     </a:t>
            </a:r>
            <a:r>
              <a:rPr lang="en-US" altLang="zh-CN" sz="2400" b="1" dirty="0">
                <a:solidFill>
                  <a:schemeClr val="bg2"/>
                </a:solidFill>
              </a:rPr>
              <a:t>ER</a:t>
            </a:r>
            <a:r>
              <a:rPr lang="zh-CN" altLang="en-US" sz="2400" b="1" dirty="0">
                <a:solidFill>
                  <a:schemeClr val="bg2"/>
                </a:solidFill>
              </a:rPr>
              <a:t>模型，层次模型、网状模型、关系模型和</a:t>
            </a:r>
          </a:p>
          <a:p>
            <a:pPr indent="609600"/>
            <a:r>
              <a:rPr lang="zh-CN" altLang="en-US" sz="2400" b="1" dirty="0">
                <a:solidFill>
                  <a:schemeClr val="bg2"/>
                </a:solidFill>
              </a:rPr>
              <a:t>     面向对象模型的数据结构以及联系的实现方式。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70381"/>
                                        </p:tgtEl>
                                        <p:attrNameLst>
                                          <p:attrName>style.visibility</p:attrName>
                                        </p:attrNameLst>
                                      </p:cBhvr>
                                      <p:to>
                                        <p:strVal val="visible"/>
                                      </p:to>
                                    </p:set>
                                    <p:animEffect transition="in" filter="blinds(horizontal)">
                                      <p:cBhvr>
                                        <p:cTn id="7" dur="500"/>
                                        <p:tgtEl>
                                          <p:spTgt spid="57038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70382"/>
                                        </p:tgtEl>
                                        <p:attrNameLst>
                                          <p:attrName>style.visibility</p:attrName>
                                        </p:attrNameLst>
                                      </p:cBhvr>
                                      <p:to>
                                        <p:strVal val="visible"/>
                                      </p:to>
                                    </p:set>
                                    <p:animEffect transition="in" filter="blinds(horizontal)">
                                      <p:cBhvr>
                                        <p:cTn id="12" dur="500"/>
                                        <p:tgtEl>
                                          <p:spTgt spid="5703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0381" grpId="0" autoUpdateAnimBg="0"/>
      <p:bldP spid="570382"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394" name="Rectangle 2"/>
          <p:cNvSpPr>
            <a:spLocks noChangeArrowheads="1"/>
          </p:cNvSpPr>
          <p:nvPr/>
        </p:nvSpPr>
        <p:spPr bwMode="auto">
          <a:xfrm>
            <a:off x="0" y="-1066800"/>
            <a:ext cx="9144000" cy="2940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indent="266700" algn="ctr" eaLnBrk="1" hangingPunct="1">
              <a:lnSpc>
                <a:spcPct val="150000"/>
              </a:lnSpc>
              <a:tabLst>
                <a:tab pos="800100" algn="ctr"/>
              </a:tabLst>
            </a:pPr>
            <a:endParaRPr lang="en-US" altLang="zh-CN" sz="3600" dirty="0"/>
          </a:p>
          <a:p>
            <a:pPr indent="266700">
              <a:lnSpc>
                <a:spcPct val="200000"/>
              </a:lnSpc>
              <a:tabLst>
                <a:tab pos="800100" algn="ctr"/>
              </a:tabLst>
            </a:pPr>
            <a:r>
              <a:rPr lang="en-US" altLang="zh-CN" sz="3600" b="1" dirty="0">
                <a:solidFill>
                  <a:schemeClr val="bg2"/>
                </a:solidFill>
                <a:effectLst>
                  <a:outerShdw blurRad="38100" dist="38100" dir="2700000" algn="tl">
                    <a:srgbClr val="C0C0C0"/>
                  </a:outerShdw>
                </a:effectLst>
              </a:rPr>
              <a:t>        §2.1  </a:t>
            </a:r>
            <a:r>
              <a:rPr lang="zh-CN" altLang="en-US" sz="3600" b="1" dirty="0">
                <a:solidFill>
                  <a:schemeClr val="bg2"/>
                </a:solidFill>
                <a:effectLst>
                  <a:outerShdw blurRad="38100" dist="38100" dir="2700000" algn="tl">
                    <a:srgbClr val="C0C0C0"/>
                  </a:outerShdw>
                </a:effectLst>
              </a:rPr>
              <a:t>数据描述</a:t>
            </a:r>
          </a:p>
          <a:p>
            <a:pPr indent="266700">
              <a:lnSpc>
                <a:spcPct val="200000"/>
              </a:lnSpc>
              <a:tabLst>
                <a:tab pos="800100" algn="ctr"/>
              </a:tabLst>
            </a:pPr>
            <a:r>
              <a:rPr lang="zh-CN" altLang="en-US" sz="3600" dirty="0">
                <a:solidFill>
                  <a:srgbClr val="000099"/>
                </a:solidFill>
              </a:rPr>
              <a:t>  </a:t>
            </a:r>
            <a:r>
              <a:rPr lang="zh-CN" altLang="en-US" b="1" dirty="0">
                <a:solidFill>
                  <a:srgbClr val="000099"/>
                </a:solidFill>
              </a:rPr>
              <a:t>一、信息的三个领域：</a:t>
            </a:r>
            <a:endParaRPr lang="zh-CN" altLang="en-US" sz="3600" b="1" dirty="0">
              <a:solidFill>
                <a:srgbClr val="000099"/>
              </a:solidFill>
            </a:endParaRPr>
          </a:p>
        </p:txBody>
      </p:sp>
      <p:grpSp>
        <p:nvGrpSpPr>
          <p:cNvPr id="571395" name="Group 3"/>
          <p:cNvGrpSpPr>
            <a:grpSpLocks/>
          </p:cNvGrpSpPr>
          <p:nvPr/>
        </p:nvGrpSpPr>
        <p:grpSpPr bwMode="auto">
          <a:xfrm>
            <a:off x="152400" y="152400"/>
            <a:ext cx="8991600" cy="1143000"/>
            <a:chOff x="0" y="288"/>
            <a:chExt cx="5760" cy="864"/>
          </a:xfrm>
        </p:grpSpPr>
        <p:sp>
          <p:nvSpPr>
            <p:cNvPr id="571396" name="Rectangle 4"/>
            <p:cNvSpPr>
              <a:spLocks noChangeArrowheads="1"/>
            </p:cNvSpPr>
            <p:nvPr/>
          </p:nvSpPr>
          <p:spPr bwMode="ltGray">
            <a:xfrm>
              <a:off x="196" y="377"/>
              <a:ext cx="428" cy="389"/>
            </a:xfrm>
            <a:prstGeom prst="rect">
              <a:avLst/>
            </a:prstGeom>
            <a:gradFill rotWithShape="0">
              <a:gsLst>
                <a:gs pos="0">
                  <a:schemeClr val="bg1"/>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pPr>
              <a:endParaRPr lang="zh-CN" altLang="zh-CN" sz="2400">
                <a:latin typeface="Tahoma" pitchFamily="34" charset="0"/>
              </a:endParaRPr>
            </a:p>
          </p:txBody>
        </p:sp>
        <p:sp>
          <p:nvSpPr>
            <p:cNvPr id="571397" name="Rectangle 5"/>
            <p:cNvSpPr>
              <a:spLocks noChangeArrowheads="1"/>
            </p:cNvSpPr>
            <p:nvPr/>
          </p:nvSpPr>
          <p:spPr bwMode="ltGray">
            <a:xfrm>
              <a:off x="279" y="723"/>
              <a:ext cx="285" cy="39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pPr>
              <a:endParaRPr lang="zh-CN" altLang="zh-CN" sz="2400">
                <a:latin typeface="Tahoma" pitchFamily="34" charset="0"/>
              </a:endParaRPr>
            </a:p>
          </p:txBody>
        </p:sp>
        <p:sp>
          <p:nvSpPr>
            <p:cNvPr id="571398" name="Rectangle 6"/>
            <p:cNvSpPr>
              <a:spLocks noChangeArrowheads="1"/>
            </p:cNvSpPr>
            <p:nvPr/>
          </p:nvSpPr>
          <p:spPr bwMode="ltGray">
            <a:xfrm>
              <a:off x="529" y="723"/>
              <a:ext cx="248" cy="39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pPr>
              <a:endParaRPr lang="zh-CN" altLang="zh-CN" sz="2400">
                <a:latin typeface="Tahoma" pitchFamily="34" charset="0"/>
              </a:endParaRPr>
            </a:p>
          </p:txBody>
        </p:sp>
        <p:sp>
          <p:nvSpPr>
            <p:cNvPr id="571399" name="Rectangle 7"/>
            <p:cNvSpPr>
              <a:spLocks noChangeArrowheads="1"/>
            </p:cNvSpPr>
            <p:nvPr/>
          </p:nvSpPr>
          <p:spPr bwMode="ltGray">
            <a:xfrm>
              <a:off x="0" y="576"/>
              <a:ext cx="432" cy="384"/>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pPr>
              <a:endParaRPr lang="zh-CN" altLang="zh-CN" sz="2400">
                <a:latin typeface="Tahoma" pitchFamily="34" charset="0"/>
              </a:endParaRPr>
            </a:p>
          </p:txBody>
        </p:sp>
        <p:sp>
          <p:nvSpPr>
            <p:cNvPr id="571400" name="Rectangle 8"/>
            <p:cNvSpPr>
              <a:spLocks noChangeArrowheads="1"/>
            </p:cNvSpPr>
            <p:nvPr/>
          </p:nvSpPr>
          <p:spPr bwMode="gray">
            <a:xfrm>
              <a:off x="428" y="288"/>
              <a:ext cx="22" cy="864"/>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pPr>
              <a:endParaRPr lang="zh-CN" altLang="zh-CN" sz="2400">
                <a:latin typeface="Tahoma" pitchFamily="34" charset="0"/>
              </a:endParaRPr>
            </a:p>
          </p:txBody>
        </p:sp>
        <p:sp>
          <p:nvSpPr>
            <p:cNvPr id="571401" name="Rectangle 9"/>
            <p:cNvSpPr>
              <a:spLocks noChangeArrowheads="1"/>
            </p:cNvSpPr>
            <p:nvPr/>
          </p:nvSpPr>
          <p:spPr bwMode="gray">
            <a:xfrm>
              <a:off x="213" y="937"/>
              <a:ext cx="5547" cy="26"/>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pPr>
              <a:endParaRPr lang="zh-CN" altLang="zh-CN" sz="2400">
                <a:latin typeface="Tahoma" pitchFamily="34" charset="0"/>
              </a:endParaRPr>
            </a:p>
          </p:txBody>
        </p:sp>
      </p:grpSp>
      <p:sp>
        <p:nvSpPr>
          <p:cNvPr id="571402" name="Rectangle 10"/>
          <p:cNvSpPr>
            <a:spLocks noChangeArrowheads="1"/>
          </p:cNvSpPr>
          <p:nvPr/>
        </p:nvSpPr>
        <p:spPr bwMode="auto">
          <a:xfrm>
            <a:off x="-108520" y="1904346"/>
            <a:ext cx="9144000" cy="16389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indent="609600"/>
            <a:r>
              <a:rPr lang="zh-CN" altLang="en-US" sz="2400" b="1" dirty="0">
                <a:solidFill>
                  <a:schemeClr val="bg2"/>
                </a:solidFill>
              </a:rPr>
              <a:t>从客观世界事物的特征到计算机中的表示经历了三个领域</a:t>
            </a:r>
            <a:r>
              <a:rPr lang="en-US" altLang="zh-CN" sz="2400" b="1" dirty="0">
                <a:solidFill>
                  <a:schemeClr val="bg2"/>
                </a:solidFill>
              </a:rPr>
              <a:t>:</a:t>
            </a:r>
          </a:p>
          <a:p>
            <a:pPr indent="609600">
              <a:lnSpc>
                <a:spcPct val="220000"/>
              </a:lnSpc>
            </a:pPr>
            <a:r>
              <a:rPr lang="en-US" altLang="zh-CN" sz="3200" b="1" dirty="0">
                <a:solidFill>
                  <a:srgbClr val="000099"/>
                </a:solidFill>
              </a:rPr>
              <a:t>              </a:t>
            </a:r>
            <a:endParaRPr lang="zh-CN" altLang="en-US" sz="3200" b="1" dirty="0">
              <a:solidFill>
                <a:srgbClr val="000099"/>
              </a:solidFill>
            </a:endParaRPr>
          </a:p>
        </p:txBody>
      </p:sp>
      <p:sp>
        <p:nvSpPr>
          <p:cNvPr id="2" name="矩形 1">
            <a:extLst>
              <a:ext uri="{FF2B5EF4-FFF2-40B4-BE49-F238E27FC236}">
                <a16:creationId xmlns:a16="http://schemas.microsoft.com/office/drawing/2014/main" id="{32C673BE-6F99-0B45-8614-241EE75651F5}"/>
              </a:ext>
            </a:extLst>
          </p:cNvPr>
          <p:cNvSpPr/>
          <p:nvPr/>
        </p:nvSpPr>
        <p:spPr bwMode="auto">
          <a:xfrm>
            <a:off x="584448" y="3860958"/>
            <a:ext cx="1471264" cy="1015663"/>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R="0" indent="11113" algn="ctr" defTabSz="914400" rtl="0" eaLnBrk="0" fontAlgn="base" latinLnBrk="0" hangingPunct="0">
              <a:lnSpc>
                <a:spcPct val="100000"/>
              </a:lnSpc>
              <a:spcBef>
                <a:spcPct val="0"/>
              </a:spcBef>
              <a:spcAft>
                <a:spcPct val="0"/>
              </a:spcAft>
              <a:buClrTx/>
              <a:buSzTx/>
              <a:buFontTx/>
              <a:buNone/>
            </a:pPr>
            <a:endParaRPr kumimoji="1" lang="en-US" altLang="zh-CN" sz="2000" b="0" i="0" u="none" strike="noStrike" cap="none" normalizeH="0" baseline="0" dirty="0">
              <a:ln>
                <a:noFill/>
              </a:ln>
              <a:solidFill>
                <a:schemeClr val="bg2"/>
              </a:solidFill>
              <a:effectLst/>
              <a:latin typeface="宋体" pitchFamily="2" charset="-122"/>
              <a:ea typeface="宋体" pitchFamily="2" charset="-122"/>
            </a:endParaRPr>
          </a:p>
          <a:p>
            <a:pPr marR="0" indent="11113" algn="ctr" defTabSz="914400" rtl="0" eaLnBrk="0" fontAlgn="base" latinLnBrk="0" hangingPunct="0">
              <a:lnSpc>
                <a:spcPct val="100000"/>
              </a:lnSpc>
              <a:spcBef>
                <a:spcPct val="0"/>
              </a:spcBef>
              <a:spcAft>
                <a:spcPct val="0"/>
              </a:spcAft>
              <a:buClrTx/>
              <a:buSzTx/>
              <a:buFontTx/>
              <a:buNone/>
            </a:pPr>
            <a:endParaRPr lang="en-US" altLang="zh-CN" sz="2000" dirty="0">
              <a:solidFill>
                <a:schemeClr val="bg2"/>
              </a:solidFill>
              <a:latin typeface="宋体" pitchFamily="2" charset="-122"/>
              <a:ea typeface="宋体" pitchFamily="2" charset="-122"/>
            </a:endParaRPr>
          </a:p>
          <a:p>
            <a:pPr marR="0" indent="11113" algn="ctr" defTabSz="914400" rtl="0" eaLnBrk="0" fontAlgn="base" latinLnBrk="0" hangingPunct="0">
              <a:lnSpc>
                <a:spcPct val="100000"/>
              </a:lnSpc>
              <a:spcBef>
                <a:spcPct val="0"/>
              </a:spcBef>
              <a:spcAft>
                <a:spcPct val="0"/>
              </a:spcAft>
              <a:buClrTx/>
              <a:buSzTx/>
              <a:buFontTx/>
              <a:buNone/>
            </a:pPr>
            <a:endParaRPr kumimoji="1" lang="zh-CN" altLang="en-US" sz="2000" b="0" i="0" u="none" strike="noStrike" cap="none" normalizeH="0" baseline="0" dirty="0">
              <a:ln>
                <a:noFill/>
              </a:ln>
              <a:solidFill>
                <a:schemeClr val="bg2"/>
              </a:solidFill>
              <a:effectLst/>
              <a:latin typeface="宋体" pitchFamily="2" charset="-122"/>
              <a:ea typeface="宋体" pitchFamily="2" charset="-122"/>
            </a:endParaRPr>
          </a:p>
        </p:txBody>
      </p:sp>
      <p:sp>
        <p:nvSpPr>
          <p:cNvPr id="16" name="文本框 15">
            <a:extLst>
              <a:ext uri="{FF2B5EF4-FFF2-40B4-BE49-F238E27FC236}">
                <a16:creationId xmlns:a16="http://schemas.microsoft.com/office/drawing/2014/main" id="{C6704184-34DF-1F4E-99E2-6AC1CA1A19D5}"/>
              </a:ext>
            </a:extLst>
          </p:cNvPr>
          <p:cNvSpPr txBox="1"/>
          <p:nvPr/>
        </p:nvSpPr>
        <p:spPr>
          <a:xfrm>
            <a:off x="620453" y="3966155"/>
            <a:ext cx="1471264" cy="1508105"/>
          </a:xfrm>
          <a:prstGeom prst="rect">
            <a:avLst/>
          </a:prstGeom>
          <a:noFill/>
        </p:spPr>
        <p:txBody>
          <a:bodyPr wrap="square">
            <a:spAutoFit/>
          </a:bodyPr>
          <a:lstStyle/>
          <a:p>
            <a:pPr>
              <a:lnSpc>
                <a:spcPct val="100000"/>
              </a:lnSpc>
              <a:spcBef>
                <a:spcPts val="600"/>
              </a:spcBef>
            </a:pPr>
            <a:r>
              <a:rPr lang="zh-CN" altLang="en-US" sz="2400" b="1" dirty="0">
                <a:solidFill>
                  <a:srgbClr val="000099"/>
                </a:solidFill>
                <a:hlinkClick r:id="" action="ppaction://hlinkshowjump?jump=nextslide"/>
              </a:rPr>
              <a:t>现实世界</a:t>
            </a:r>
            <a:r>
              <a:rPr kumimoji="1" lang="en-US" altLang="zh-CN" sz="2000" b="1" i="0" u="none" strike="noStrike" kern="1200" cap="none" spc="0" normalizeH="0" baseline="0" noProof="0" dirty="0">
                <a:ln>
                  <a:noFill/>
                </a:ln>
                <a:solidFill>
                  <a:srgbClr val="000099"/>
                </a:solidFill>
                <a:effectLst/>
                <a:uLnTx/>
                <a:uFillTx/>
                <a:latin typeface="宋体" pitchFamily="2" charset="-122"/>
                <a:ea typeface="宋体" pitchFamily="2" charset="-122"/>
                <a:cs typeface="+mn-cs"/>
              </a:rPr>
              <a:t>(</a:t>
            </a:r>
            <a:r>
              <a:rPr kumimoji="1" lang="zh-CN" altLang="en-US" sz="2000" b="1" i="0" u="none" strike="noStrike" kern="1200" cap="none" spc="0" normalizeH="0" baseline="0" noProof="0" dirty="0">
                <a:ln>
                  <a:noFill/>
                </a:ln>
                <a:solidFill>
                  <a:srgbClr val="000099"/>
                </a:solidFill>
                <a:effectLst/>
                <a:uLnTx/>
                <a:uFillTx/>
                <a:latin typeface="宋体" pitchFamily="2" charset="-122"/>
                <a:ea typeface="宋体" pitchFamily="2" charset="-122"/>
                <a:cs typeface="+mn-cs"/>
              </a:rPr>
              <a:t>需求分析</a:t>
            </a:r>
            <a:r>
              <a:rPr kumimoji="1" lang="en-US" altLang="zh-CN" sz="2000" b="1" i="0" u="none" strike="noStrike" kern="1200" cap="none" spc="0" normalizeH="0" baseline="0" noProof="0" dirty="0">
                <a:ln>
                  <a:noFill/>
                </a:ln>
                <a:solidFill>
                  <a:srgbClr val="000099"/>
                </a:solidFill>
                <a:effectLst/>
                <a:uLnTx/>
                <a:uFillTx/>
                <a:latin typeface="宋体" pitchFamily="2" charset="-122"/>
                <a:ea typeface="宋体" pitchFamily="2" charset="-122"/>
                <a:cs typeface="+mn-cs"/>
              </a:rPr>
              <a:t>)</a:t>
            </a:r>
            <a:endParaRPr kumimoji="1" lang="zh-CN" altLang="en-US" sz="2000" b="1" i="0" u="none" strike="noStrike" kern="1200" cap="none" spc="0" normalizeH="0" baseline="0" noProof="0" dirty="0">
              <a:ln>
                <a:noFill/>
              </a:ln>
              <a:solidFill>
                <a:srgbClr val="000099"/>
              </a:solidFill>
              <a:effectLst/>
              <a:uLnTx/>
              <a:uFillTx/>
              <a:latin typeface="宋体" pitchFamily="2" charset="-122"/>
              <a:ea typeface="宋体" pitchFamily="2" charset="-122"/>
              <a:cs typeface="+mn-cs"/>
            </a:endParaRPr>
          </a:p>
          <a:p>
            <a:pPr>
              <a:lnSpc>
                <a:spcPct val="100000"/>
              </a:lnSpc>
            </a:pPr>
            <a:endParaRPr lang="en-US" altLang="zh-CN" sz="2400" b="1" dirty="0">
              <a:solidFill>
                <a:srgbClr val="000099"/>
              </a:solidFill>
            </a:endParaRPr>
          </a:p>
          <a:p>
            <a:pPr>
              <a:lnSpc>
                <a:spcPct val="100000"/>
              </a:lnSpc>
            </a:pPr>
            <a:endParaRPr lang="zh-CN" altLang="en-US" sz="2400" dirty="0"/>
          </a:p>
        </p:txBody>
      </p:sp>
      <p:sp>
        <p:nvSpPr>
          <p:cNvPr id="17" name="矩形 16">
            <a:extLst>
              <a:ext uri="{FF2B5EF4-FFF2-40B4-BE49-F238E27FC236}">
                <a16:creationId xmlns:a16="http://schemas.microsoft.com/office/drawing/2014/main" id="{7AC168EE-4F8E-5642-A9B6-AAE0581577B0}"/>
              </a:ext>
            </a:extLst>
          </p:cNvPr>
          <p:cNvSpPr/>
          <p:nvPr/>
        </p:nvSpPr>
        <p:spPr bwMode="auto">
          <a:xfrm>
            <a:off x="4767095" y="3875703"/>
            <a:ext cx="1736528" cy="1015663"/>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R="0" indent="11113" algn="ctr" defTabSz="914400" rtl="0" eaLnBrk="0" fontAlgn="base" latinLnBrk="0" hangingPunct="0">
              <a:lnSpc>
                <a:spcPct val="100000"/>
              </a:lnSpc>
              <a:spcBef>
                <a:spcPct val="0"/>
              </a:spcBef>
              <a:spcAft>
                <a:spcPct val="0"/>
              </a:spcAft>
              <a:buClrTx/>
              <a:buSzTx/>
              <a:buFontTx/>
              <a:buNone/>
            </a:pPr>
            <a:endParaRPr kumimoji="1" lang="en-US" altLang="zh-CN" sz="2000" b="0" i="0" u="none" strike="noStrike" cap="none" normalizeH="0" baseline="0" dirty="0">
              <a:ln>
                <a:noFill/>
              </a:ln>
              <a:solidFill>
                <a:schemeClr val="bg2"/>
              </a:solidFill>
              <a:effectLst/>
              <a:latin typeface="宋体" pitchFamily="2" charset="-122"/>
              <a:ea typeface="宋体" pitchFamily="2" charset="-122"/>
            </a:endParaRPr>
          </a:p>
          <a:p>
            <a:pPr marR="0" indent="11113" algn="ctr" defTabSz="914400" rtl="0" eaLnBrk="0" fontAlgn="base" latinLnBrk="0" hangingPunct="0">
              <a:lnSpc>
                <a:spcPct val="100000"/>
              </a:lnSpc>
              <a:spcBef>
                <a:spcPct val="0"/>
              </a:spcBef>
              <a:spcAft>
                <a:spcPct val="0"/>
              </a:spcAft>
              <a:buClrTx/>
              <a:buSzTx/>
              <a:buFontTx/>
              <a:buNone/>
            </a:pPr>
            <a:endParaRPr lang="en-US" altLang="zh-CN" sz="2000" dirty="0">
              <a:solidFill>
                <a:schemeClr val="bg2"/>
              </a:solidFill>
              <a:latin typeface="宋体" pitchFamily="2" charset="-122"/>
              <a:ea typeface="宋体" pitchFamily="2" charset="-122"/>
            </a:endParaRPr>
          </a:p>
          <a:p>
            <a:pPr marR="0" indent="11113" algn="ctr" defTabSz="914400" rtl="0" eaLnBrk="0" fontAlgn="base" latinLnBrk="0" hangingPunct="0">
              <a:lnSpc>
                <a:spcPct val="100000"/>
              </a:lnSpc>
              <a:spcBef>
                <a:spcPct val="0"/>
              </a:spcBef>
              <a:spcAft>
                <a:spcPct val="0"/>
              </a:spcAft>
              <a:buClrTx/>
              <a:buSzTx/>
              <a:buFontTx/>
              <a:buNone/>
            </a:pPr>
            <a:endParaRPr kumimoji="1" lang="zh-CN" altLang="en-US" sz="2000" b="0" i="0" u="none" strike="noStrike" cap="none" normalizeH="0" baseline="0" dirty="0">
              <a:ln>
                <a:noFill/>
              </a:ln>
              <a:solidFill>
                <a:schemeClr val="bg2"/>
              </a:solidFill>
              <a:effectLst/>
              <a:latin typeface="宋体" pitchFamily="2" charset="-122"/>
              <a:ea typeface="宋体" pitchFamily="2" charset="-122"/>
            </a:endParaRPr>
          </a:p>
        </p:txBody>
      </p:sp>
      <p:sp>
        <p:nvSpPr>
          <p:cNvPr id="19" name="文本框 18">
            <a:extLst>
              <a:ext uri="{FF2B5EF4-FFF2-40B4-BE49-F238E27FC236}">
                <a16:creationId xmlns:a16="http://schemas.microsoft.com/office/drawing/2014/main" id="{7DAE14DC-1B08-EA49-B178-7441FED72D2D}"/>
              </a:ext>
            </a:extLst>
          </p:cNvPr>
          <p:cNvSpPr txBox="1"/>
          <p:nvPr/>
        </p:nvSpPr>
        <p:spPr>
          <a:xfrm>
            <a:off x="4223578" y="3966155"/>
            <a:ext cx="2232521" cy="846386"/>
          </a:xfrm>
          <a:prstGeom prst="rect">
            <a:avLst/>
          </a:prstGeom>
          <a:noFill/>
        </p:spPr>
        <p:txBody>
          <a:bodyPr wrap="square">
            <a:spAutoFit/>
          </a:bodyPr>
          <a:lstStyle/>
          <a:p>
            <a:pPr indent="609600" algn="ctr">
              <a:lnSpc>
                <a:spcPct val="100000"/>
              </a:lnSpc>
            </a:pPr>
            <a:r>
              <a:rPr lang="zh-CN" altLang="en-US" sz="2400" b="1" dirty="0">
                <a:solidFill>
                  <a:srgbClr val="000099"/>
                </a:solidFill>
                <a:hlinkClick r:id="rId2" action="ppaction://hlinksldjump"/>
              </a:rPr>
              <a:t>信息世界</a:t>
            </a:r>
            <a:endParaRPr lang="en-US" altLang="zh-CN" sz="2400" b="1" dirty="0">
              <a:solidFill>
                <a:srgbClr val="000099"/>
              </a:solidFill>
            </a:endParaRPr>
          </a:p>
          <a:p>
            <a:pPr indent="609600" algn="ctr">
              <a:lnSpc>
                <a:spcPct val="100000"/>
              </a:lnSpc>
              <a:spcBef>
                <a:spcPts val="600"/>
              </a:spcBef>
            </a:pPr>
            <a:r>
              <a:rPr lang="en-US" altLang="zh-CN" sz="2000" b="1" dirty="0">
                <a:solidFill>
                  <a:srgbClr val="000099"/>
                </a:solidFill>
              </a:rPr>
              <a:t>(</a:t>
            </a:r>
            <a:r>
              <a:rPr lang="zh-CN" altLang="en-US" sz="2000" b="1" dirty="0">
                <a:solidFill>
                  <a:srgbClr val="000099"/>
                </a:solidFill>
              </a:rPr>
              <a:t>概念模型</a:t>
            </a:r>
            <a:r>
              <a:rPr lang="en-US" altLang="zh-CN" sz="2000" b="1" dirty="0">
                <a:solidFill>
                  <a:srgbClr val="000099"/>
                </a:solidFill>
              </a:rPr>
              <a:t>)</a:t>
            </a:r>
            <a:endParaRPr lang="zh-CN" altLang="en-US" sz="2000" b="1" dirty="0">
              <a:solidFill>
                <a:srgbClr val="000099"/>
              </a:solidFill>
            </a:endParaRPr>
          </a:p>
        </p:txBody>
      </p:sp>
      <p:sp>
        <p:nvSpPr>
          <p:cNvPr id="20" name="矩形 19">
            <a:extLst>
              <a:ext uri="{FF2B5EF4-FFF2-40B4-BE49-F238E27FC236}">
                <a16:creationId xmlns:a16="http://schemas.microsoft.com/office/drawing/2014/main" id="{CC06321B-7415-3249-B954-7D19FB852895}"/>
              </a:ext>
            </a:extLst>
          </p:cNvPr>
          <p:cNvSpPr/>
          <p:nvPr/>
        </p:nvSpPr>
        <p:spPr bwMode="auto">
          <a:xfrm>
            <a:off x="7047140" y="3860959"/>
            <a:ext cx="1736527" cy="1015663"/>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R="0" indent="11113" algn="ctr" defTabSz="914400" rtl="0" eaLnBrk="0" fontAlgn="base" latinLnBrk="0" hangingPunct="0">
              <a:lnSpc>
                <a:spcPct val="100000"/>
              </a:lnSpc>
              <a:spcBef>
                <a:spcPct val="0"/>
              </a:spcBef>
              <a:spcAft>
                <a:spcPct val="0"/>
              </a:spcAft>
              <a:buClrTx/>
              <a:buSzTx/>
              <a:buFontTx/>
              <a:buNone/>
            </a:pPr>
            <a:endParaRPr kumimoji="1" lang="en-US" altLang="zh-CN" sz="2000" b="0" i="0" u="none" strike="noStrike" cap="none" normalizeH="0" baseline="0" dirty="0">
              <a:ln>
                <a:noFill/>
              </a:ln>
              <a:solidFill>
                <a:schemeClr val="bg2"/>
              </a:solidFill>
              <a:effectLst/>
              <a:latin typeface="宋体" pitchFamily="2" charset="-122"/>
              <a:ea typeface="宋体" pitchFamily="2" charset="-122"/>
            </a:endParaRPr>
          </a:p>
          <a:p>
            <a:pPr marR="0" indent="11113" algn="ctr" defTabSz="914400" rtl="0" eaLnBrk="0" fontAlgn="base" latinLnBrk="0" hangingPunct="0">
              <a:lnSpc>
                <a:spcPct val="100000"/>
              </a:lnSpc>
              <a:spcBef>
                <a:spcPct val="0"/>
              </a:spcBef>
              <a:spcAft>
                <a:spcPct val="0"/>
              </a:spcAft>
              <a:buClrTx/>
              <a:buSzTx/>
              <a:buFontTx/>
              <a:buNone/>
            </a:pPr>
            <a:endParaRPr lang="en-US" altLang="zh-CN" sz="2000" dirty="0">
              <a:solidFill>
                <a:schemeClr val="bg2"/>
              </a:solidFill>
              <a:latin typeface="宋体" pitchFamily="2" charset="-122"/>
              <a:ea typeface="宋体" pitchFamily="2" charset="-122"/>
            </a:endParaRPr>
          </a:p>
          <a:p>
            <a:pPr marR="0" indent="11113" algn="ctr" defTabSz="914400" rtl="0" eaLnBrk="0" fontAlgn="base" latinLnBrk="0" hangingPunct="0">
              <a:lnSpc>
                <a:spcPct val="100000"/>
              </a:lnSpc>
              <a:spcBef>
                <a:spcPct val="0"/>
              </a:spcBef>
              <a:spcAft>
                <a:spcPct val="0"/>
              </a:spcAft>
              <a:buClrTx/>
              <a:buSzTx/>
              <a:buFontTx/>
              <a:buNone/>
            </a:pPr>
            <a:endParaRPr kumimoji="1" lang="zh-CN" altLang="en-US" sz="2000" b="0" i="0" u="none" strike="noStrike" cap="none" normalizeH="0" baseline="0" dirty="0">
              <a:ln>
                <a:noFill/>
              </a:ln>
              <a:solidFill>
                <a:schemeClr val="bg2"/>
              </a:solidFill>
              <a:effectLst/>
              <a:latin typeface="宋体" pitchFamily="2" charset="-122"/>
              <a:ea typeface="宋体" pitchFamily="2" charset="-122"/>
            </a:endParaRPr>
          </a:p>
        </p:txBody>
      </p:sp>
      <p:sp>
        <p:nvSpPr>
          <p:cNvPr id="22" name="文本框 21">
            <a:extLst>
              <a:ext uri="{FF2B5EF4-FFF2-40B4-BE49-F238E27FC236}">
                <a16:creationId xmlns:a16="http://schemas.microsoft.com/office/drawing/2014/main" id="{87FFF3CE-2A6A-214C-862D-131710CA7693}"/>
              </a:ext>
            </a:extLst>
          </p:cNvPr>
          <p:cNvSpPr txBox="1"/>
          <p:nvPr/>
        </p:nvSpPr>
        <p:spPr>
          <a:xfrm>
            <a:off x="6630535" y="3915236"/>
            <a:ext cx="2982025" cy="1277273"/>
          </a:xfrm>
          <a:prstGeom prst="rect">
            <a:avLst/>
          </a:prstGeom>
          <a:noFill/>
        </p:spPr>
        <p:txBody>
          <a:bodyPr wrap="square">
            <a:spAutoFit/>
          </a:bodyPr>
          <a:lstStyle/>
          <a:p>
            <a:pPr indent="609600">
              <a:lnSpc>
                <a:spcPct val="100000"/>
              </a:lnSpc>
            </a:pPr>
            <a:r>
              <a:rPr lang="zh-CN" altLang="en-US" sz="2400" b="1" dirty="0">
                <a:solidFill>
                  <a:srgbClr val="000099"/>
                </a:solidFill>
                <a:hlinkClick r:id="rId3" action="ppaction://hlinksldjump"/>
              </a:rPr>
              <a:t>机器世界</a:t>
            </a:r>
            <a:endParaRPr lang="en-US" altLang="zh-CN" sz="2400" b="1" dirty="0">
              <a:solidFill>
                <a:srgbClr val="000099"/>
              </a:solidFill>
            </a:endParaRPr>
          </a:p>
          <a:p>
            <a:pPr indent="609600">
              <a:lnSpc>
                <a:spcPct val="100000"/>
              </a:lnSpc>
              <a:spcBef>
                <a:spcPts val="600"/>
              </a:spcBef>
            </a:pPr>
            <a:r>
              <a:rPr kumimoji="1" lang="en-US" altLang="zh-CN" sz="2000" b="1" i="0" u="none" strike="noStrike" kern="1200" cap="none" spc="0" normalizeH="0" baseline="0" noProof="0" dirty="0">
                <a:ln>
                  <a:noFill/>
                </a:ln>
                <a:solidFill>
                  <a:srgbClr val="000099"/>
                </a:solidFill>
                <a:effectLst/>
                <a:uLnTx/>
                <a:uFillTx/>
                <a:latin typeface="宋体" pitchFamily="2" charset="-122"/>
                <a:ea typeface="宋体" pitchFamily="2" charset="-122"/>
                <a:cs typeface="+mn-cs"/>
              </a:rPr>
              <a:t>(</a:t>
            </a:r>
            <a:r>
              <a:rPr kumimoji="1" lang="zh-CN" altLang="en-US" sz="2000" b="1" i="0" u="none" strike="noStrike" kern="1200" cap="none" spc="0" normalizeH="0" baseline="0" noProof="0" dirty="0">
                <a:ln>
                  <a:noFill/>
                </a:ln>
                <a:solidFill>
                  <a:srgbClr val="000099"/>
                </a:solidFill>
                <a:effectLst/>
                <a:uLnTx/>
                <a:uFillTx/>
                <a:latin typeface="宋体" pitchFamily="2" charset="-122"/>
                <a:ea typeface="宋体" pitchFamily="2" charset="-122"/>
                <a:cs typeface="+mn-cs"/>
              </a:rPr>
              <a:t>数据模型</a:t>
            </a:r>
            <a:r>
              <a:rPr kumimoji="1" lang="en-US" altLang="zh-CN" sz="2000" b="1" i="0" u="none" strike="noStrike" kern="1200" cap="none" spc="0" normalizeH="0" baseline="0" noProof="0" dirty="0">
                <a:ln>
                  <a:noFill/>
                </a:ln>
                <a:solidFill>
                  <a:srgbClr val="000099"/>
                </a:solidFill>
                <a:effectLst/>
                <a:uLnTx/>
                <a:uFillTx/>
                <a:latin typeface="宋体" pitchFamily="2" charset="-122"/>
                <a:ea typeface="宋体" pitchFamily="2" charset="-122"/>
                <a:cs typeface="+mn-cs"/>
              </a:rPr>
              <a:t>)</a:t>
            </a:r>
            <a:endParaRPr kumimoji="1" lang="zh-CN" altLang="en-US" sz="2000" b="1" i="0" u="none" strike="noStrike" kern="1200" cap="none" spc="0" normalizeH="0" baseline="0" noProof="0" dirty="0">
              <a:ln>
                <a:noFill/>
              </a:ln>
              <a:solidFill>
                <a:srgbClr val="000099"/>
              </a:solidFill>
              <a:effectLst/>
              <a:uLnTx/>
              <a:uFillTx/>
              <a:latin typeface="宋体" pitchFamily="2" charset="-122"/>
              <a:ea typeface="宋体" pitchFamily="2" charset="-122"/>
              <a:cs typeface="+mn-cs"/>
            </a:endParaRPr>
          </a:p>
          <a:p>
            <a:pPr indent="609600">
              <a:lnSpc>
                <a:spcPct val="100000"/>
              </a:lnSpc>
            </a:pPr>
            <a:r>
              <a:rPr lang="zh-CN" altLang="en-US" sz="2800" b="1" dirty="0">
                <a:solidFill>
                  <a:srgbClr val="000099"/>
                </a:solidFill>
                <a:hlinkClick r:id="rId3" action="ppaction://hlinksldjump"/>
              </a:rPr>
              <a:t> </a:t>
            </a:r>
            <a:endParaRPr lang="zh-CN" altLang="en-US" sz="2800" b="1" dirty="0">
              <a:solidFill>
                <a:srgbClr val="000099"/>
              </a:solidFill>
            </a:endParaRPr>
          </a:p>
        </p:txBody>
      </p:sp>
      <p:sp>
        <p:nvSpPr>
          <p:cNvPr id="6" name="椭圆 5">
            <a:extLst>
              <a:ext uri="{FF2B5EF4-FFF2-40B4-BE49-F238E27FC236}">
                <a16:creationId xmlns:a16="http://schemas.microsoft.com/office/drawing/2014/main" id="{E52F7A2D-DD9F-AF4A-B56B-C76DD07AD3B4}"/>
              </a:ext>
            </a:extLst>
          </p:cNvPr>
          <p:cNvSpPr/>
          <p:nvPr/>
        </p:nvSpPr>
        <p:spPr bwMode="auto">
          <a:xfrm>
            <a:off x="2623714" y="3795061"/>
            <a:ext cx="1588344" cy="1168539"/>
          </a:xfrm>
          <a:prstGeom prst="ellipse">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R="0" indent="11113" algn="just" defTabSz="914400" rtl="0" eaLnBrk="0" fontAlgn="base" latinLnBrk="0" hangingPunct="0">
              <a:lnSpc>
                <a:spcPct val="100000"/>
              </a:lnSpc>
              <a:spcBef>
                <a:spcPct val="0"/>
              </a:spcBef>
              <a:spcAft>
                <a:spcPct val="0"/>
              </a:spcAft>
              <a:buClrTx/>
              <a:buSzTx/>
              <a:buFontTx/>
              <a:buNone/>
            </a:pPr>
            <a:r>
              <a:rPr kumimoji="1" lang="zh-CN" altLang="en-US" sz="2400" b="0" i="0" u="none" strike="noStrike" cap="none" normalizeH="0" baseline="0" dirty="0">
                <a:ln>
                  <a:noFill/>
                </a:ln>
                <a:solidFill>
                  <a:schemeClr val="bg2"/>
                </a:solidFill>
                <a:effectLst/>
                <a:latin typeface="宋体" pitchFamily="2" charset="-122"/>
                <a:ea typeface="宋体" pitchFamily="2" charset="-122"/>
              </a:rPr>
              <a:t>人的认识抽象</a:t>
            </a:r>
          </a:p>
        </p:txBody>
      </p:sp>
      <p:cxnSp>
        <p:nvCxnSpPr>
          <p:cNvPr id="8" name="直线箭头连接符 7">
            <a:extLst>
              <a:ext uri="{FF2B5EF4-FFF2-40B4-BE49-F238E27FC236}">
                <a16:creationId xmlns:a16="http://schemas.microsoft.com/office/drawing/2014/main" id="{7A6E91CB-B0AE-5B4F-9739-4521BB0B2145}"/>
              </a:ext>
            </a:extLst>
          </p:cNvPr>
          <p:cNvCxnSpPr>
            <a:cxnSpLocks/>
            <a:endCxn id="6" idx="2"/>
          </p:cNvCxnSpPr>
          <p:nvPr/>
        </p:nvCxnSpPr>
        <p:spPr bwMode="auto">
          <a:xfrm>
            <a:off x="2055712" y="4379331"/>
            <a:ext cx="56800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直线箭头连接符 26">
            <a:extLst>
              <a:ext uri="{FF2B5EF4-FFF2-40B4-BE49-F238E27FC236}">
                <a16:creationId xmlns:a16="http://schemas.microsoft.com/office/drawing/2014/main" id="{08032950-9522-3644-9B71-CA5191097093}"/>
              </a:ext>
            </a:extLst>
          </p:cNvPr>
          <p:cNvCxnSpPr>
            <a:cxnSpLocks/>
          </p:cNvCxnSpPr>
          <p:nvPr/>
        </p:nvCxnSpPr>
        <p:spPr bwMode="auto">
          <a:xfrm flipV="1">
            <a:off x="4223578" y="4376973"/>
            <a:ext cx="531997" cy="23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线箭头连接符 27">
            <a:extLst>
              <a:ext uri="{FF2B5EF4-FFF2-40B4-BE49-F238E27FC236}">
                <a16:creationId xmlns:a16="http://schemas.microsoft.com/office/drawing/2014/main" id="{C66832A4-9B48-0849-B5F9-8F54712BA647}"/>
              </a:ext>
            </a:extLst>
          </p:cNvPr>
          <p:cNvCxnSpPr>
            <a:cxnSpLocks/>
          </p:cNvCxnSpPr>
          <p:nvPr/>
        </p:nvCxnSpPr>
        <p:spPr bwMode="auto">
          <a:xfrm flipV="1">
            <a:off x="6503623" y="4334463"/>
            <a:ext cx="531997" cy="23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文本框 12">
            <a:extLst>
              <a:ext uri="{FF2B5EF4-FFF2-40B4-BE49-F238E27FC236}">
                <a16:creationId xmlns:a16="http://schemas.microsoft.com/office/drawing/2014/main" id="{94657025-00FB-2D4F-A146-4C55F9CD93CE}"/>
              </a:ext>
            </a:extLst>
          </p:cNvPr>
          <p:cNvSpPr txBox="1"/>
          <p:nvPr/>
        </p:nvSpPr>
        <p:spPr>
          <a:xfrm>
            <a:off x="6582570" y="3554904"/>
            <a:ext cx="497373" cy="707886"/>
          </a:xfrm>
          <a:prstGeom prst="rect">
            <a:avLst/>
          </a:prstGeom>
          <a:noFill/>
        </p:spPr>
        <p:txBody>
          <a:bodyPr wrap="square" rtlCol="0">
            <a:spAutoFit/>
          </a:bodyPr>
          <a:lstStyle/>
          <a:p>
            <a:pPr>
              <a:lnSpc>
                <a:spcPct val="100000"/>
              </a:lnSpc>
            </a:pPr>
            <a:r>
              <a:rPr kumimoji="1" lang="zh-CN" altLang="en-US" sz="2000" dirty="0">
                <a:solidFill>
                  <a:schemeClr val="bg1"/>
                </a:solidFill>
              </a:rPr>
              <a:t>转换</a:t>
            </a:r>
          </a:p>
        </p:txBody>
      </p:sp>
      <p:pic>
        <p:nvPicPr>
          <p:cNvPr id="23" name="图片 22">
            <a:extLst>
              <a:ext uri="{FF2B5EF4-FFF2-40B4-BE49-F238E27FC236}">
                <a16:creationId xmlns:a16="http://schemas.microsoft.com/office/drawing/2014/main" id="{2A846535-4A4E-D849-A059-2BE45EDFBA22}"/>
              </a:ext>
            </a:extLst>
          </p:cNvPr>
          <p:cNvPicPr>
            <a:picLocks noChangeAspect="1"/>
          </p:cNvPicPr>
          <p:nvPr/>
        </p:nvPicPr>
        <p:blipFill rotWithShape="1">
          <a:blip r:embed="rId4"/>
          <a:srcRect l="676" t="20973" r="54062" b="13716"/>
          <a:stretch/>
        </p:blipFill>
        <p:spPr>
          <a:xfrm>
            <a:off x="778115" y="1638473"/>
            <a:ext cx="577970" cy="55043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6" name="Rectangle 2"/>
          <p:cNvSpPr>
            <a:spLocks noChangeArrowheads="1"/>
          </p:cNvSpPr>
          <p:nvPr/>
        </p:nvSpPr>
        <p:spPr bwMode="auto">
          <a:xfrm>
            <a:off x="250825" y="404813"/>
            <a:ext cx="9144000" cy="4392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250000"/>
              </a:lnSpc>
              <a:spcBef>
                <a:spcPct val="50000"/>
              </a:spcBef>
            </a:pPr>
            <a:r>
              <a:rPr lang="en-US" altLang="zh-CN" sz="3200" b="1">
                <a:solidFill>
                  <a:srgbClr val="660033"/>
                </a:solidFill>
              </a:rPr>
              <a:t>  </a:t>
            </a:r>
            <a:r>
              <a:rPr lang="zh-CN" altLang="en-US" sz="3600" b="1">
                <a:solidFill>
                  <a:srgbClr val="660033"/>
                </a:solidFill>
              </a:rPr>
              <a:t>现实世界</a:t>
            </a:r>
            <a:r>
              <a:rPr lang="zh-CN" altLang="en-US" sz="3200" b="1">
                <a:solidFill>
                  <a:srgbClr val="660033"/>
                </a:solidFill>
              </a:rPr>
              <a:t>：</a:t>
            </a:r>
          </a:p>
          <a:p>
            <a:pPr>
              <a:lnSpc>
                <a:spcPct val="250000"/>
              </a:lnSpc>
              <a:spcBef>
                <a:spcPct val="50000"/>
              </a:spcBef>
            </a:pPr>
            <a:r>
              <a:rPr lang="zh-CN" altLang="en-US" sz="3200" b="1">
                <a:solidFill>
                  <a:schemeClr val="bg2"/>
                </a:solidFill>
              </a:rPr>
              <a:t>     </a:t>
            </a:r>
            <a:r>
              <a:rPr lang="zh-CN" altLang="en-US" sz="3200" b="1">
                <a:solidFill>
                  <a:srgbClr val="000099"/>
                </a:solidFill>
                <a:cs typeface="Times New Roman" pitchFamily="18" charset="0"/>
              </a:rPr>
              <a:t>存在</a:t>
            </a:r>
            <a:r>
              <a:rPr lang="zh-CN" altLang="en-US" sz="3200" b="1">
                <a:solidFill>
                  <a:srgbClr val="000099"/>
                </a:solidFill>
              </a:rPr>
              <a:t>于</a:t>
            </a:r>
            <a:r>
              <a:rPr lang="zh-CN" altLang="en-US" sz="3200" b="1">
                <a:solidFill>
                  <a:srgbClr val="000099"/>
                </a:solidFill>
                <a:cs typeface="Times New Roman" pitchFamily="18" charset="0"/>
              </a:rPr>
              <a:t>人们头脑之外的客观世界</a:t>
            </a:r>
            <a:r>
              <a:rPr lang="zh-CN" altLang="en-US" sz="3200" b="1">
                <a:solidFill>
                  <a:srgbClr val="000099"/>
                </a:solidFill>
              </a:rPr>
              <a:t>。</a:t>
            </a:r>
          </a:p>
          <a:p>
            <a:pPr>
              <a:lnSpc>
                <a:spcPct val="250000"/>
              </a:lnSpc>
              <a:spcBef>
                <a:spcPct val="50000"/>
              </a:spcBef>
            </a:pPr>
            <a:r>
              <a:rPr lang="zh-CN" altLang="en-US" sz="3200" b="1">
                <a:solidFill>
                  <a:schemeClr val="bg2"/>
                </a:solidFill>
              </a:rPr>
              <a:t> </a:t>
            </a:r>
            <a:r>
              <a:rPr lang="zh-CN" altLang="en-US" sz="3200" b="1">
                <a:solidFill>
                  <a:schemeClr val="bg2"/>
                </a:solidFill>
                <a:cs typeface="Times New Roman" pitchFamily="18" charset="0"/>
              </a:rPr>
              <a:t>现实世界中的数据就是客观存在的原始数据。</a:t>
            </a:r>
            <a:r>
              <a:rPr lang="zh-CN" altLang="en-US" sz="3200" b="1">
                <a:solidFill>
                  <a:schemeClr val="bg2"/>
                </a:solidFill>
              </a:rPr>
              <a:t> </a:t>
            </a:r>
          </a:p>
        </p:txBody>
      </p:sp>
      <p:sp>
        <p:nvSpPr>
          <p:cNvPr id="5" name="AutoShape 7">
            <a:hlinkClick r:id="rId2" action="ppaction://hlinksldjump"/>
            <a:extLst>
              <a:ext uri="{FF2B5EF4-FFF2-40B4-BE49-F238E27FC236}">
                <a16:creationId xmlns:a16="http://schemas.microsoft.com/office/drawing/2014/main" id="{9034A7FE-BAB5-9240-B1E1-E89512EA9EC4}"/>
              </a:ext>
            </a:extLst>
          </p:cNvPr>
          <p:cNvSpPr>
            <a:spLocks noChangeArrowheads="1"/>
          </p:cNvSpPr>
          <p:nvPr/>
        </p:nvSpPr>
        <p:spPr bwMode="auto">
          <a:xfrm flipV="1">
            <a:off x="8388350" y="6021388"/>
            <a:ext cx="576263" cy="647700"/>
          </a:xfrm>
          <a:prstGeom prst="curvedLeftArrow">
            <a:avLst>
              <a:gd name="adj1" fmla="val 22479"/>
              <a:gd name="adj2" fmla="val 44959"/>
              <a:gd name="adj3" fmla="val 33333"/>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451" name="Rectangle 3"/>
          <p:cNvSpPr>
            <a:spLocks noChangeArrowheads="1"/>
          </p:cNvSpPr>
          <p:nvPr/>
        </p:nvSpPr>
        <p:spPr bwMode="auto">
          <a:xfrm>
            <a:off x="0" y="260350"/>
            <a:ext cx="9144000" cy="240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200000"/>
              </a:lnSpc>
              <a:spcBef>
                <a:spcPct val="50000"/>
              </a:spcBef>
            </a:pPr>
            <a:r>
              <a:rPr lang="en-US" altLang="zh-CN" sz="3600" b="1">
                <a:solidFill>
                  <a:srgbClr val="660033"/>
                </a:solidFill>
              </a:rPr>
              <a:t> </a:t>
            </a:r>
            <a:r>
              <a:rPr lang="zh-CN" altLang="en-US" sz="3600" b="1">
                <a:solidFill>
                  <a:srgbClr val="660033"/>
                </a:solidFill>
              </a:rPr>
              <a:t>信息世界：</a:t>
            </a:r>
          </a:p>
          <a:p>
            <a:pPr>
              <a:lnSpc>
                <a:spcPct val="200000"/>
              </a:lnSpc>
              <a:spcBef>
                <a:spcPct val="50000"/>
              </a:spcBef>
            </a:pPr>
            <a:r>
              <a:rPr lang="zh-CN" altLang="en-US" sz="2400" b="1">
                <a:solidFill>
                  <a:schemeClr val="bg2"/>
                </a:solidFill>
              </a:rPr>
              <a:t>           </a:t>
            </a:r>
            <a:r>
              <a:rPr lang="zh-CN" altLang="en-US" sz="3200" b="1">
                <a:solidFill>
                  <a:srgbClr val="000099"/>
                </a:solidFill>
                <a:cs typeface="Times New Roman" pitchFamily="18" charset="0"/>
              </a:rPr>
              <a:t>现实世界在人们头脑中的反映</a:t>
            </a:r>
            <a:r>
              <a:rPr lang="zh-CN" altLang="en-US" sz="3200" b="1">
                <a:solidFill>
                  <a:srgbClr val="000099"/>
                </a:solidFill>
              </a:rPr>
              <a:t>。</a:t>
            </a:r>
          </a:p>
        </p:txBody>
      </p:sp>
      <p:sp>
        <p:nvSpPr>
          <p:cNvPr id="616454" name="Rectangle 6"/>
          <p:cNvSpPr>
            <a:spLocks noChangeArrowheads="1"/>
          </p:cNvSpPr>
          <p:nvPr/>
        </p:nvSpPr>
        <p:spPr bwMode="auto">
          <a:xfrm>
            <a:off x="0" y="2924175"/>
            <a:ext cx="8820150" cy="2228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indent="609600">
              <a:lnSpc>
                <a:spcPct val="250000"/>
              </a:lnSpc>
            </a:pPr>
            <a:r>
              <a:rPr lang="en-US" altLang="zh-CN" b="1" dirty="0">
                <a:solidFill>
                  <a:schemeClr val="bg2"/>
                </a:solidFill>
              </a:rPr>
              <a:t> </a:t>
            </a:r>
            <a:r>
              <a:rPr lang="en-US" altLang="zh-CN" b="1" dirty="0">
                <a:solidFill>
                  <a:schemeClr val="bg2"/>
                </a:solidFill>
                <a:sym typeface="Symbol" pitchFamily="18" charset="2"/>
              </a:rPr>
              <a:t> </a:t>
            </a:r>
            <a:r>
              <a:rPr lang="zh-CN" altLang="en-US" b="1" dirty="0">
                <a:solidFill>
                  <a:schemeClr val="bg2"/>
                </a:solidFill>
              </a:rPr>
              <a:t>用概念设计描述数据库的概念结构。</a:t>
            </a:r>
          </a:p>
          <a:p>
            <a:pPr indent="609600">
              <a:lnSpc>
                <a:spcPct val="250000"/>
              </a:lnSpc>
            </a:pPr>
            <a:r>
              <a:rPr lang="zh-CN" altLang="en-US" b="1" dirty="0">
                <a:solidFill>
                  <a:schemeClr val="bg2"/>
                </a:solidFill>
              </a:rPr>
              <a:t> 数据描述：</a:t>
            </a:r>
            <a:r>
              <a:rPr lang="zh-CN" altLang="en-US" b="1" dirty="0">
                <a:solidFill>
                  <a:srgbClr val="800000"/>
                </a:solidFill>
              </a:rPr>
              <a:t>实体、属性、实体集、实体标识符。</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0568AEBA-2792-F04C-ACE2-E04EFA66A1A4}"/>
              </a:ext>
            </a:extLst>
          </p:cNvPr>
          <p:cNvPicPr>
            <a:picLocks noChangeAspect="1"/>
          </p:cNvPicPr>
          <p:nvPr/>
        </p:nvPicPr>
        <p:blipFill>
          <a:blip r:embed="rId2"/>
          <a:stretch>
            <a:fillRect/>
          </a:stretch>
        </p:blipFill>
        <p:spPr>
          <a:xfrm>
            <a:off x="179513" y="1352054"/>
            <a:ext cx="8865114" cy="2448272"/>
          </a:xfrm>
          <a:prstGeom prst="rect">
            <a:avLst/>
          </a:prstGeom>
        </p:spPr>
      </p:pic>
      <p:sp>
        <p:nvSpPr>
          <p:cNvPr id="5" name="矩形标注 4">
            <a:extLst>
              <a:ext uri="{FF2B5EF4-FFF2-40B4-BE49-F238E27FC236}">
                <a16:creationId xmlns:a16="http://schemas.microsoft.com/office/drawing/2014/main" id="{6F119529-CEBD-8046-99E8-B12B94DEF7F7}"/>
              </a:ext>
            </a:extLst>
          </p:cNvPr>
          <p:cNvSpPr/>
          <p:nvPr/>
        </p:nvSpPr>
        <p:spPr bwMode="auto">
          <a:xfrm>
            <a:off x="248840" y="188640"/>
            <a:ext cx="4104455" cy="1015663"/>
          </a:xfrm>
          <a:prstGeom prst="wedgeRectCallout">
            <a:avLst>
              <a:gd name="adj1" fmla="val -2463"/>
              <a:gd name="adj2" fmla="val 83756"/>
            </a:avLst>
          </a:prstGeom>
          <a:noFill/>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pPr indent="11113">
              <a:lnSpc>
                <a:spcPct val="100000"/>
              </a:lnSpc>
            </a:pPr>
            <a:r>
              <a:rPr lang="zh-CN" altLang="en-US" sz="2000" b="1" i="0" u="none" strike="noStrike" dirty="0">
                <a:solidFill>
                  <a:schemeClr val="bg1"/>
                </a:solidFill>
                <a:effectLst/>
                <a:latin typeface="PingFang SC" panose="020B0400000000000000" pitchFamily="34" charset="-122"/>
                <a:ea typeface="PingFang SC" panose="020B0400000000000000" pitchFamily="34" charset="-122"/>
              </a:rPr>
              <a:t>实体（</a:t>
            </a:r>
            <a:r>
              <a:rPr lang="en-US" altLang="zh-CN" sz="2000" b="1" i="0" u="none" strike="noStrike" dirty="0">
                <a:solidFill>
                  <a:schemeClr val="bg1"/>
                </a:solidFill>
                <a:effectLst/>
                <a:latin typeface="PingFang SC" panose="020B0400000000000000" pitchFamily="34" charset="-122"/>
                <a:ea typeface="PingFang SC" panose="020B0400000000000000" pitchFamily="34" charset="-122"/>
              </a:rPr>
              <a:t>Entity</a:t>
            </a:r>
            <a:r>
              <a:rPr lang="zh-CN" altLang="en-US" sz="2000" b="1" i="0" u="none" strike="noStrike" dirty="0">
                <a:solidFill>
                  <a:schemeClr val="bg1"/>
                </a:solidFill>
                <a:effectLst/>
                <a:latin typeface="PingFang SC" panose="020B0400000000000000" pitchFamily="34" charset="-122"/>
                <a:ea typeface="PingFang SC" panose="020B0400000000000000" pitchFamily="34" charset="-122"/>
              </a:rPr>
              <a:t>）</a:t>
            </a:r>
            <a:r>
              <a:rPr lang="zh-CN" altLang="en-US" sz="2000" b="0" i="0" u="none" strike="noStrike" dirty="0">
                <a:solidFill>
                  <a:srgbClr val="4B4B4B"/>
                </a:solidFill>
                <a:effectLst/>
                <a:latin typeface="PingFang SC" panose="020B0400000000000000" pitchFamily="34" charset="-122"/>
                <a:ea typeface="PingFang SC" panose="020B0400000000000000" pitchFamily="34" charset="-122"/>
              </a:rPr>
              <a:t>：</a:t>
            </a:r>
            <a:r>
              <a:rPr lang="zh-CN" altLang="en-US" sz="2000" b="1" i="0" u="none" strike="noStrike" dirty="0">
                <a:solidFill>
                  <a:srgbClr val="4B4B4B"/>
                </a:solidFill>
                <a:effectLst/>
                <a:latin typeface="PingFang SC" panose="020B0400000000000000" pitchFamily="34" charset="-122"/>
                <a:ea typeface="PingFang SC" panose="020B0400000000000000" pitchFamily="34" charset="-122"/>
              </a:rPr>
              <a:t>现实世界</a:t>
            </a:r>
            <a:r>
              <a:rPr lang="zh-CN" altLang="en-US" sz="2000" b="0" i="0" u="none" strike="noStrike" dirty="0">
                <a:solidFill>
                  <a:srgbClr val="4B4B4B"/>
                </a:solidFill>
                <a:effectLst/>
                <a:latin typeface="PingFang SC" panose="020B0400000000000000" pitchFamily="34" charset="-122"/>
                <a:ea typeface="PingFang SC" panose="020B0400000000000000" pitchFamily="34" charset="-122"/>
              </a:rPr>
              <a:t>一个具体或抽象的</a:t>
            </a:r>
            <a:r>
              <a:rPr lang="zh-CN" altLang="en-US" sz="2000" b="1" i="0" u="none" strike="noStrike" dirty="0">
                <a:solidFill>
                  <a:srgbClr val="4B4B4B"/>
                </a:solidFill>
                <a:effectLst/>
                <a:latin typeface="PingFang SC" panose="020B0400000000000000" pitchFamily="34" charset="-122"/>
                <a:ea typeface="PingFang SC" panose="020B0400000000000000" pitchFamily="34" charset="-122"/>
              </a:rPr>
              <a:t>事物</a:t>
            </a:r>
            <a:r>
              <a:rPr lang="zh-CN" altLang="en-US" sz="2000" b="0" i="0" u="none" strike="noStrike" dirty="0">
                <a:solidFill>
                  <a:srgbClr val="4B4B4B"/>
                </a:solidFill>
                <a:effectLst/>
                <a:latin typeface="PingFang SC" panose="020B0400000000000000" pitchFamily="34" charset="-122"/>
                <a:ea typeface="PingFang SC" panose="020B0400000000000000" pitchFamily="34" charset="-122"/>
              </a:rPr>
              <a:t>，称为</a:t>
            </a:r>
            <a:r>
              <a:rPr lang="en-US" altLang="zh-CN" sz="2000" b="1" i="0" u="none" strike="noStrike" dirty="0">
                <a:solidFill>
                  <a:srgbClr val="4B4B4B"/>
                </a:solidFill>
                <a:effectLst/>
                <a:latin typeface="PingFang SC" panose="020B0400000000000000" pitchFamily="34" charset="-122"/>
                <a:ea typeface="PingFang SC" panose="020B0400000000000000" pitchFamily="34" charset="-122"/>
              </a:rPr>
              <a:t>E-R</a:t>
            </a:r>
            <a:r>
              <a:rPr lang="zh-CN" altLang="en-US" sz="2000" b="1" i="0" u="none" strike="noStrike" dirty="0">
                <a:solidFill>
                  <a:srgbClr val="4B4B4B"/>
                </a:solidFill>
                <a:effectLst/>
                <a:latin typeface="PingFang SC" panose="020B0400000000000000" pitchFamily="34" charset="-122"/>
                <a:ea typeface="PingFang SC" panose="020B0400000000000000" pitchFamily="34" charset="-122"/>
              </a:rPr>
              <a:t>模型</a:t>
            </a:r>
            <a:r>
              <a:rPr lang="zh-CN" altLang="en-US" sz="2000" b="0" i="0" u="none" strike="noStrike" dirty="0">
                <a:solidFill>
                  <a:srgbClr val="4B4B4B"/>
                </a:solidFill>
                <a:effectLst/>
                <a:latin typeface="PingFang SC" panose="020B0400000000000000" pitchFamily="34" charset="-122"/>
                <a:ea typeface="PingFang SC" panose="020B0400000000000000" pitchFamily="34" charset="-122"/>
              </a:rPr>
              <a:t>的一个</a:t>
            </a:r>
            <a:r>
              <a:rPr lang="zh-CN" altLang="en-US" sz="2000" b="1" i="0" u="none" strike="noStrike" dirty="0">
                <a:solidFill>
                  <a:srgbClr val="4B4B4B"/>
                </a:solidFill>
                <a:effectLst/>
                <a:latin typeface="PingFang SC" panose="020B0400000000000000" pitchFamily="34" charset="-122"/>
                <a:ea typeface="PingFang SC" panose="020B0400000000000000" pitchFamily="34" charset="-122"/>
              </a:rPr>
              <a:t>实体。</a:t>
            </a:r>
            <a:endParaRPr lang="zh-CN" altLang="en-US" sz="2000" dirty="0"/>
          </a:p>
        </p:txBody>
      </p:sp>
      <p:sp>
        <p:nvSpPr>
          <p:cNvPr id="8" name="矩形标注 7">
            <a:extLst>
              <a:ext uri="{FF2B5EF4-FFF2-40B4-BE49-F238E27FC236}">
                <a16:creationId xmlns:a16="http://schemas.microsoft.com/office/drawing/2014/main" id="{948BDF71-DA07-714E-A0F0-57D9F899C6BC}"/>
              </a:ext>
            </a:extLst>
          </p:cNvPr>
          <p:cNvSpPr/>
          <p:nvPr/>
        </p:nvSpPr>
        <p:spPr bwMode="auto">
          <a:xfrm>
            <a:off x="5001368" y="188640"/>
            <a:ext cx="3680539" cy="1015663"/>
          </a:xfrm>
          <a:prstGeom prst="wedgeRectCallout">
            <a:avLst>
              <a:gd name="adj1" fmla="val -2463"/>
              <a:gd name="adj2" fmla="val 83756"/>
            </a:avLst>
          </a:prstGeom>
          <a:noFill/>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pPr indent="11113">
              <a:lnSpc>
                <a:spcPct val="100000"/>
              </a:lnSpc>
            </a:pPr>
            <a:r>
              <a:rPr lang="zh-CN" altLang="en-US" sz="2000" b="1" dirty="0">
                <a:solidFill>
                  <a:schemeClr val="bg1"/>
                </a:solidFill>
                <a:latin typeface="PingFang SC" panose="020B0400000000000000" pitchFamily="34" charset="-122"/>
                <a:ea typeface="PingFang SC" panose="020B0400000000000000" pitchFamily="34" charset="-122"/>
              </a:rPr>
              <a:t>属性</a:t>
            </a:r>
            <a:r>
              <a:rPr lang="en-US" altLang="zh-CN" sz="2000" b="1" dirty="0">
                <a:solidFill>
                  <a:schemeClr val="bg1"/>
                </a:solidFill>
                <a:latin typeface="PingFang SC" panose="020B0400000000000000" pitchFamily="34" charset="-122"/>
                <a:ea typeface="PingFang SC" panose="020B0400000000000000" pitchFamily="34" charset="-122"/>
              </a:rPr>
              <a:t>(</a:t>
            </a:r>
            <a:r>
              <a:rPr lang="en-US" altLang="zh-CN" sz="2000" b="1" dirty="0" err="1">
                <a:solidFill>
                  <a:schemeClr val="bg1"/>
                </a:solidFill>
                <a:latin typeface="PingFang SC" panose="020B0400000000000000" pitchFamily="34" charset="-122"/>
                <a:ea typeface="PingFang SC" panose="020B0400000000000000" pitchFamily="34" charset="-122"/>
              </a:rPr>
              <a:t>Attritube</a:t>
            </a:r>
            <a:r>
              <a:rPr lang="en-US" altLang="zh-CN" sz="2000" b="1" dirty="0">
                <a:solidFill>
                  <a:schemeClr val="bg1"/>
                </a:solidFill>
                <a:latin typeface="PingFang SC" panose="020B0400000000000000" pitchFamily="34" charset="-122"/>
                <a:ea typeface="PingFang SC" panose="020B0400000000000000" pitchFamily="34" charset="-122"/>
              </a:rPr>
              <a:t>)</a:t>
            </a:r>
            <a:r>
              <a:rPr lang="zh-CN" altLang="en-US" sz="2000" b="0" i="0" u="none" strike="noStrike" dirty="0">
                <a:solidFill>
                  <a:srgbClr val="4B4B4B"/>
                </a:solidFill>
                <a:effectLst/>
                <a:latin typeface="PingFang SC" panose="020B0400000000000000" pitchFamily="34" charset="-122"/>
                <a:ea typeface="PingFang SC" panose="020B0400000000000000" pitchFamily="34" charset="-122"/>
              </a:rPr>
              <a:t>：</a:t>
            </a:r>
            <a:r>
              <a:rPr lang="zh-CN" altLang="en-US" sz="2000" b="1" dirty="0">
                <a:solidFill>
                  <a:srgbClr val="4B4B4B"/>
                </a:solidFill>
                <a:latin typeface="PingFang SC" panose="020B0400000000000000" pitchFamily="34" charset="-122"/>
                <a:ea typeface="PingFang SC" panose="020B0400000000000000" pitchFamily="34" charset="-122"/>
              </a:rPr>
              <a:t>用于刻划现实世界事物的特性，称为</a:t>
            </a:r>
            <a:r>
              <a:rPr lang="en-US" altLang="zh-CN" sz="2000" b="1" dirty="0">
                <a:solidFill>
                  <a:srgbClr val="4B4B4B"/>
                </a:solidFill>
                <a:latin typeface="PingFang SC" panose="020B0400000000000000" pitchFamily="34" charset="-122"/>
                <a:ea typeface="PingFang SC" panose="020B0400000000000000" pitchFamily="34" charset="-122"/>
              </a:rPr>
              <a:t>E-R</a:t>
            </a:r>
            <a:r>
              <a:rPr lang="zh-CN" altLang="en-US" sz="2000" b="1" dirty="0">
                <a:solidFill>
                  <a:srgbClr val="4B4B4B"/>
                </a:solidFill>
                <a:latin typeface="PingFang SC" panose="020B0400000000000000" pitchFamily="34" charset="-122"/>
                <a:ea typeface="PingFang SC" panose="020B0400000000000000" pitchFamily="34" charset="-122"/>
              </a:rPr>
              <a:t>模型实体的属性。</a:t>
            </a:r>
            <a:endParaRPr lang="zh-CN" altLang="en-US" sz="2000" dirty="0"/>
          </a:p>
        </p:txBody>
      </p:sp>
      <p:sp>
        <p:nvSpPr>
          <p:cNvPr id="9" name="矩形标注 8">
            <a:extLst>
              <a:ext uri="{FF2B5EF4-FFF2-40B4-BE49-F238E27FC236}">
                <a16:creationId xmlns:a16="http://schemas.microsoft.com/office/drawing/2014/main" id="{1B960EF9-0B2F-2D4D-9D40-6B2412E9A2BC}"/>
              </a:ext>
            </a:extLst>
          </p:cNvPr>
          <p:cNvSpPr/>
          <p:nvPr/>
        </p:nvSpPr>
        <p:spPr bwMode="auto">
          <a:xfrm>
            <a:off x="4995942" y="3884814"/>
            <a:ext cx="4048685" cy="1015663"/>
          </a:xfrm>
          <a:prstGeom prst="wedgeRectCallout">
            <a:avLst>
              <a:gd name="adj1" fmla="val 5371"/>
              <a:gd name="adj2" fmla="val -54137"/>
            </a:avLst>
          </a:prstGeom>
          <a:noFill/>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pPr indent="11113">
              <a:lnSpc>
                <a:spcPct val="100000"/>
              </a:lnSpc>
            </a:pPr>
            <a:r>
              <a:rPr lang="zh-CN" altLang="en-US" sz="2000" b="1" dirty="0">
                <a:solidFill>
                  <a:schemeClr val="bg1"/>
                </a:solidFill>
                <a:latin typeface="PingFang SC" panose="020B0400000000000000" pitchFamily="34" charset="-122"/>
                <a:ea typeface="PingFang SC" panose="020B0400000000000000" pitchFamily="34" charset="-122"/>
              </a:rPr>
              <a:t>实体集（</a:t>
            </a:r>
            <a:r>
              <a:rPr lang="en-US" altLang="zh-CN" sz="2000" b="1" dirty="0">
                <a:solidFill>
                  <a:schemeClr val="bg1"/>
                </a:solidFill>
                <a:latin typeface="PingFang SC" panose="020B0400000000000000" pitchFamily="34" charset="-122"/>
                <a:ea typeface="PingFang SC" panose="020B0400000000000000" pitchFamily="34" charset="-122"/>
              </a:rPr>
              <a:t>Entity Set</a:t>
            </a:r>
            <a:r>
              <a:rPr lang="zh-CN" altLang="en-US" sz="2000" b="1" dirty="0">
                <a:solidFill>
                  <a:schemeClr val="bg1"/>
                </a:solidFill>
                <a:latin typeface="PingFang SC" panose="020B0400000000000000" pitchFamily="34" charset="-122"/>
                <a:ea typeface="PingFang SC" panose="020B0400000000000000" pitchFamily="34" charset="-122"/>
              </a:rPr>
              <a:t>）</a:t>
            </a:r>
            <a:r>
              <a:rPr lang="zh-CN" altLang="en-US" sz="2000" b="0" i="0" u="none" strike="noStrike" dirty="0">
                <a:solidFill>
                  <a:srgbClr val="4B4B4B"/>
                </a:solidFill>
                <a:effectLst/>
                <a:latin typeface="PingFang SC" panose="020B0400000000000000" pitchFamily="34" charset="-122"/>
                <a:ea typeface="PingFang SC" panose="020B0400000000000000" pitchFamily="34" charset="-122"/>
              </a:rPr>
              <a:t>：</a:t>
            </a:r>
            <a:r>
              <a:rPr lang="zh-CN" altLang="en-US" sz="2000" b="1" dirty="0">
                <a:solidFill>
                  <a:srgbClr val="4B4B4B"/>
                </a:solidFill>
                <a:latin typeface="PingFang SC" panose="020B0400000000000000" pitchFamily="34" charset="-122"/>
                <a:ea typeface="PingFang SC" panose="020B0400000000000000" pitchFamily="34" charset="-122"/>
              </a:rPr>
              <a:t>现实世界具有相同特性事物的集合，称为</a:t>
            </a:r>
            <a:r>
              <a:rPr lang="en-US" altLang="zh-CN" sz="2000" b="1" dirty="0">
                <a:solidFill>
                  <a:srgbClr val="4B4B4B"/>
                </a:solidFill>
                <a:latin typeface="PingFang SC" panose="020B0400000000000000" pitchFamily="34" charset="-122"/>
                <a:ea typeface="PingFang SC" panose="020B0400000000000000" pitchFamily="34" charset="-122"/>
              </a:rPr>
              <a:t>E-R</a:t>
            </a:r>
            <a:r>
              <a:rPr lang="zh-CN" altLang="en-US" sz="2000" b="1" dirty="0">
                <a:solidFill>
                  <a:srgbClr val="4B4B4B"/>
                </a:solidFill>
                <a:latin typeface="PingFang SC" panose="020B0400000000000000" pitchFamily="34" charset="-122"/>
                <a:ea typeface="PingFang SC" panose="020B0400000000000000" pitchFamily="34" charset="-122"/>
              </a:rPr>
              <a:t>模型的实体集。</a:t>
            </a:r>
            <a:endParaRPr lang="zh-CN" altLang="en-US" sz="2000" dirty="0"/>
          </a:p>
        </p:txBody>
      </p:sp>
      <p:pic>
        <p:nvPicPr>
          <p:cNvPr id="10" name="图片 9">
            <a:extLst>
              <a:ext uri="{FF2B5EF4-FFF2-40B4-BE49-F238E27FC236}">
                <a16:creationId xmlns:a16="http://schemas.microsoft.com/office/drawing/2014/main" id="{A32CE8F0-73A2-E34B-A969-7A369A9082D3}"/>
              </a:ext>
            </a:extLst>
          </p:cNvPr>
          <p:cNvPicPr>
            <a:picLocks noChangeAspect="1"/>
          </p:cNvPicPr>
          <p:nvPr/>
        </p:nvPicPr>
        <p:blipFill>
          <a:blip r:embed="rId3"/>
          <a:stretch>
            <a:fillRect/>
          </a:stretch>
        </p:blipFill>
        <p:spPr>
          <a:xfrm>
            <a:off x="200323" y="3972794"/>
            <a:ext cx="4674264" cy="1375703"/>
          </a:xfrm>
          <a:prstGeom prst="rect">
            <a:avLst/>
          </a:prstGeom>
        </p:spPr>
      </p:pic>
      <p:sp>
        <p:nvSpPr>
          <p:cNvPr id="11" name="AutoShape 8">
            <a:hlinkClick r:id="rId4" action="ppaction://hlinksldjump"/>
            <a:extLst>
              <a:ext uri="{FF2B5EF4-FFF2-40B4-BE49-F238E27FC236}">
                <a16:creationId xmlns:a16="http://schemas.microsoft.com/office/drawing/2014/main" id="{9238355A-0A64-3541-82C4-138A46376C4C}"/>
              </a:ext>
            </a:extLst>
          </p:cNvPr>
          <p:cNvSpPr>
            <a:spLocks noChangeArrowheads="1"/>
          </p:cNvSpPr>
          <p:nvPr/>
        </p:nvSpPr>
        <p:spPr bwMode="auto">
          <a:xfrm flipV="1">
            <a:off x="8388350" y="6021388"/>
            <a:ext cx="576263" cy="647700"/>
          </a:xfrm>
          <a:prstGeom prst="curvedLeftArrow">
            <a:avLst>
              <a:gd name="adj1" fmla="val 22479"/>
              <a:gd name="adj2" fmla="val 44959"/>
              <a:gd name="adj3" fmla="val 33333"/>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14" name="矩形标注 13">
            <a:extLst>
              <a:ext uri="{FF2B5EF4-FFF2-40B4-BE49-F238E27FC236}">
                <a16:creationId xmlns:a16="http://schemas.microsoft.com/office/drawing/2014/main" id="{CB44D366-20C7-9144-BF52-67F518F945ED}"/>
              </a:ext>
            </a:extLst>
          </p:cNvPr>
          <p:cNvSpPr/>
          <p:nvPr/>
        </p:nvSpPr>
        <p:spPr bwMode="auto">
          <a:xfrm>
            <a:off x="201642" y="5520965"/>
            <a:ext cx="3362246" cy="1323439"/>
          </a:xfrm>
          <a:prstGeom prst="wedgeRectCallout">
            <a:avLst>
              <a:gd name="adj1" fmla="val -29563"/>
              <a:gd name="adj2" fmla="val -132771"/>
            </a:avLst>
          </a:prstGeom>
          <a:noFill/>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pPr indent="11113">
              <a:lnSpc>
                <a:spcPct val="100000"/>
              </a:lnSpc>
            </a:pPr>
            <a:r>
              <a:rPr lang="zh-CN" altLang="en-US" sz="2000" b="1" dirty="0">
                <a:solidFill>
                  <a:schemeClr val="bg1"/>
                </a:solidFill>
                <a:latin typeface="PingFang SC" panose="020B0400000000000000" pitchFamily="34" charset="-122"/>
                <a:ea typeface="PingFang SC" panose="020B0400000000000000" pitchFamily="34" charset="-122"/>
              </a:rPr>
              <a:t>实体标识符</a:t>
            </a:r>
            <a:r>
              <a:rPr lang="en-US" altLang="zh-CN" sz="2000" b="1" dirty="0">
                <a:solidFill>
                  <a:schemeClr val="bg1"/>
                </a:solidFill>
                <a:latin typeface="PingFang SC" panose="020B0400000000000000" pitchFamily="34" charset="-122"/>
                <a:ea typeface="PingFang SC" panose="020B0400000000000000" pitchFamily="34" charset="-122"/>
              </a:rPr>
              <a:t>(Identifier)</a:t>
            </a:r>
            <a:r>
              <a:rPr lang="zh-CN" altLang="en-US" sz="2000" b="1" dirty="0">
                <a:solidFill>
                  <a:schemeClr val="bg1"/>
                </a:solidFill>
                <a:latin typeface="PingFang SC" panose="020B0400000000000000" pitchFamily="34" charset="-122"/>
                <a:ea typeface="PingFang SC" panose="020B0400000000000000" pitchFamily="34" charset="-122"/>
              </a:rPr>
              <a:t> </a:t>
            </a:r>
            <a:r>
              <a:rPr lang="zh-CN" altLang="en-US" sz="2000" dirty="0">
                <a:solidFill>
                  <a:srgbClr val="4B4B4B"/>
                </a:solidFill>
                <a:latin typeface="PingFang SC" panose="020B0400000000000000" pitchFamily="34" charset="-122"/>
                <a:ea typeface="PingFang SC" panose="020B0400000000000000" pitchFamily="34" charset="-122"/>
              </a:rPr>
              <a:t>：能够唯一</a:t>
            </a:r>
            <a:r>
              <a:rPr lang="zh-CN" altLang="en-US" sz="2000" b="1" dirty="0">
                <a:solidFill>
                  <a:srgbClr val="4B4B4B"/>
                </a:solidFill>
                <a:latin typeface="PingFang SC" panose="020B0400000000000000" pitchFamily="34" charset="-122"/>
                <a:ea typeface="PingFang SC" panose="020B0400000000000000" pitchFamily="34" charset="-122"/>
              </a:rPr>
              <a:t>识别</a:t>
            </a:r>
            <a:r>
              <a:rPr lang="zh-CN" altLang="en-US" sz="2000" dirty="0">
                <a:solidFill>
                  <a:srgbClr val="4B4B4B"/>
                </a:solidFill>
                <a:latin typeface="PingFang SC" panose="020B0400000000000000" pitchFamily="34" charset="-122"/>
                <a:ea typeface="PingFang SC" panose="020B0400000000000000" pitchFamily="34" charset="-122"/>
              </a:rPr>
              <a:t>一个实体的</a:t>
            </a:r>
            <a:r>
              <a:rPr lang="zh-CN" altLang="en-US" sz="2000" b="1" dirty="0">
                <a:solidFill>
                  <a:srgbClr val="4B4B4B"/>
                </a:solidFill>
                <a:latin typeface="PingFang SC" panose="020B0400000000000000" pitchFamily="34" charset="-122"/>
                <a:ea typeface="PingFang SC" panose="020B0400000000000000" pitchFamily="34" charset="-122"/>
              </a:rPr>
              <a:t>最小的属性集</a:t>
            </a:r>
            <a:r>
              <a:rPr lang="zh-CN" altLang="en-US" sz="2000" dirty="0">
                <a:solidFill>
                  <a:srgbClr val="4B4B4B"/>
                </a:solidFill>
                <a:latin typeface="PingFang SC" panose="020B0400000000000000" pitchFamily="34" charset="-122"/>
                <a:ea typeface="PingFang SC" panose="020B0400000000000000" pitchFamily="34" charset="-122"/>
              </a:rPr>
              <a:t>，称为实体的</a:t>
            </a:r>
            <a:r>
              <a:rPr lang="zh-CN" altLang="en-US" sz="2000" b="1" dirty="0">
                <a:solidFill>
                  <a:srgbClr val="4B4B4B"/>
                </a:solidFill>
                <a:latin typeface="PingFang SC" panose="020B0400000000000000" pitchFamily="34" charset="-122"/>
                <a:ea typeface="PingFang SC" panose="020B0400000000000000" pitchFamily="34" charset="-122"/>
              </a:rPr>
              <a:t>键码</a:t>
            </a:r>
            <a:r>
              <a:rPr lang="zh-CN" altLang="en-US" sz="2000" dirty="0">
                <a:solidFill>
                  <a:srgbClr val="4B4B4B"/>
                </a:solidFill>
                <a:latin typeface="PingFang SC" panose="020B0400000000000000" pitchFamily="34" charset="-122"/>
                <a:ea typeface="PingFang SC" panose="020B0400000000000000" pitchFamily="34" charset="-122"/>
              </a:rPr>
              <a:t>或关键字。</a:t>
            </a:r>
            <a:endParaRPr lang="zh-CN" altLang="en-US" sz="2000" dirty="0"/>
          </a:p>
        </p:txBody>
      </p:sp>
      <p:sp>
        <p:nvSpPr>
          <p:cNvPr id="17" name="矩形标注 16">
            <a:extLst>
              <a:ext uri="{FF2B5EF4-FFF2-40B4-BE49-F238E27FC236}">
                <a16:creationId xmlns:a16="http://schemas.microsoft.com/office/drawing/2014/main" id="{46A6342D-4D0B-CB46-BFC5-DFD8128B6CD0}"/>
              </a:ext>
            </a:extLst>
          </p:cNvPr>
          <p:cNvSpPr/>
          <p:nvPr/>
        </p:nvSpPr>
        <p:spPr bwMode="auto">
          <a:xfrm>
            <a:off x="4995942" y="4984965"/>
            <a:ext cx="4048685" cy="400110"/>
          </a:xfrm>
          <a:prstGeom prst="wedgeRectCallout">
            <a:avLst>
              <a:gd name="adj1" fmla="val -53118"/>
              <a:gd name="adj2" fmla="val -16968"/>
            </a:avLst>
          </a:prstGeom>
          <a:noFill/>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pPr indent="11113">
              <a:lnSpc>
                <a:spcPct val="100000"/>
              </a:lnSpc>
            </a:pPr>
            <a:r>
              <a:rPr lang="zh-CN" altLang="en-US" sz="2000" b="1" dirty="0">
                <a:solidFill>
                  <a:schemeClr val="bg1"/>
                </a:solidFill>
                <a:latin typeface="PingFang SC" panose="020B0400000000000000" pitchFamily="34" charset="-122"/>
                <a:ea typeface="PingFang SC" panose="020B0400000000000000" pitchFamily="34" charset="-122"/>
              </a:rPr>
              <a:t>域</a:t>
            </a:r>
            <a:r>
              <a:rPr lang="en-US" altLang="zh-CN" sz="2000" b="1" dirty="0">
                <a:solidFill>
                  <a:schemeClr val="bg1"/>
                </a:solidFill>
                <a:latin typeface="PingFang SC" panose="020B0400000000000000" pitchFamily="34" charset="-122"/>
                <a:ea typeface="PingFang SC" panose="020B0400000000000000" pitchFamily="34" charset="-122"/>
              </a:rPr>
              <a:t>(Domain)</a:t>
            </a:r>
            <a:r>
              <a:rPr lang="zh-CN" altLang="en-US" sz="2000" dirty="0">
                <a:solidFill>
                  <a:srgbClr val="4B4B4B"/>
                </a:solidFill>
                <a:latin typeface="PingFang SC" panose="020B0400000000000000" pitchFamily="34" charset="-122"/>
                <a:ea typeface="PingFang SC" panose="020B0400000000000000" pitchFamily="34" charset="-122"/>
              </a:rPr>
              <a:t>：属性的取值范围。</a:t>
            </a:r>
            <a:endParaRPr lang="zh-CN" altLang="en-US" sz="2000" dirty="0"/>
          </a:p>
        </p:txBody>
      </p:sp>
      <p:sp>
        <p:nvSpPr>
          <p:cNvPr id="18" name="矩形标注 17">
            <a:extLst>
              <a:ext uri="{FF2B5EF4-FFF2-40B4-BE49-F238E27FC236}">
                <a16:creationId xmlns:a16="http://schemas.microsoft.com/office/drawing/2014/main" id="{C9D39D74-E92D-074E-B861-FA19B9476366}"/>
              </a:ext>
            </a:extLst>
          </p:cNvPr>
          <p:cNvSpPr/>
          <p:nvPr/>
        </p:nvSpPr>
        <p:spPr bwMode="auto">
          <a:xfrm>
            <a:off x="3655153" y="5502343"/>
            <a:ext cx="3849922" cy="1323439"/>
          </a:xfrm>
          <a:prstGeom prst="wedgeRectCallout">
            <a:avLst>
              <a:gd name="adj1" fmla="val -45477"/>
              <a:gd name="adj2" fmla="val -64394"/>
            </a:avLst>
          </a:prstGeom>
          <a:noFill/>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pPr indent="11113">
              <a:lnSpc>
                <a:spcPct val="100000"/>
              </a:lnSpc>
            </a:pPr>
            <a:r>
              <a:rPr lang="zh-CN" altLang="en-US" sz="2000" b="1" dirty="0">
                <a:solidFill>
                  <a:schemeClr val="bg1"/>
                </a:solidFill>
                <a:latin typeface="PingFang SC" panose="020B0400000000000000" pitchFamily="34" charset="-122"/>
                <a:ea typeface="PingFang SC" panose="020B0400000000000000" pitchFamily="34" charset="-122"/>
              </a:rPr>
              <a:t>候选码、主码</a:t>
            </a:r>
            <a:r>
              <a:rPr lang="zh-CN" altLang="en-US" sz="2000" dirty="0">
                <a:solidFill>
                  <a:srgbClr val="4B4B4B"/>
                </a:solidFill>
                <a:latin typeface="PingFang SC" panose="020B0400000000000000" pitchFamily="34" charset="-122"/>
                <a:ea typeface="PingFang SC" panose="020B0400000000000000" pitchFamily="34" charset="-122"/>
              </a:rPr>
              <a:t>：一个实体集有不止一个键码时，这些键码统称候选码。任何一个实体集都必须选择一个键码作为主。</a:t>
            </a:r>
          </a:p>
        </p:txBody>
      </p:sp>
    </p:spTree>
    <p:extLst>
      <p:ext uri="{BB962C8B-B14F-4D97-AF65-F5344CB8AC3E}">
        <p14:creationId xmlns:p14="http://schemas.microsoft.com/office/powerpoint/2010/main" val="3988443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P spid="14" grpId="0" animBg="1"/>
      <p:bldP spid="17" grpId="0" animBg="1"/>
      <p:bldP spid="1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6" name="Rectangle 4"/>
          <p:cNvSpPr>
            <a:spLocks noChangeArrowheads="1"/>
          </p:cNvSpPr>
          <p:nvPr/>
        </p:nvSpPr>
        <p:spPr bwMode="auto">
          <a:xfrm>
            <a:off x="0" y="404813"/>
            <a:ext cx="9144000" cy="2198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spcBef>
                <a:spcPct val="50000"/>
              </a:spcBef>
            </a:pPr>
            <a:r>
              <a:rPr lang="en-US" altLang="zh-CN" sz="3600" b="1">
                <a:solidFill>
                  <a:srgbClr val="660033"/>
                </a:solidFill>
              </a:rPr>
              <a:t>  </a:t>
            </a:r>
            <a:r>
              <a:rPr lang="zh-CN" altLang="en-US" sz="3600" b="1">
                <a:solidFill>
                  <a:srgbClr val="660033"/>
                </a:solidFill>
              </a:rPr>
              <a:t>机器世界：</a:t>
            </a:r>
            <a:r>
              <a:rPr lang="zh-CN" altLang="en-US" sz="3600" b="1">
                <a:solidFill>
                  <a:schemeClr val="bg1"/>
                </a:solidFill>
              </a:rPr>
              <a:t> </a:t>
            </a:r>
          </a:p>
          <a:p>
            <a:pPr>
              <a:lnSpc>
                <a:spcPct val="250000"/>
              </a:lnSpc>
              <a:spcBef>
                <a:spcPct val="50000"/>
              </a:spcBef>
            </a:pPr>
            <a:r>
              <a:rPr lang="zh-CN" altLang="en-US" sz="2400" b="1">
                <a:solidFill>
                  <a:schemeClr val="bg2"/>
                </a:solidFill>
              </a:rPr>
              <a:t>     </a:t>
            </a:r>
            <a:r>
              <a:rPr lang="zh-CN" altLang="en-US" b="1">
                <a:solidFill>
                  <a:srgbClr val="000099"/>
                </a:solidFill>
              </a:rPr>
              <a:t>信息世界的信息在计算机中以数据的形式来表示。</a:t>
            </a:r>
            <a:r>
              <a:rPr lang="zh-CN" altLang="en-US" b="1">
                <a:solidFill>
                  <a:schemeClr val="bg2"/>
                </a:solidFill>
              </a:rPr>
              <a:t>     </a:t>
            </a:r>
          </a:p>
        </p:txBody>
      </p:sp>
      <p:sp>
        <p:nvSpPr>
          <p:cNvPr id="617477" name="Rectangle 5"/>
          <p:cNvSpPr>
            <a:spLocks noChangeArrowheads="1"/>
          </p:cNvSpPr>
          <p:nvPr/>
        </p:nvSpPr>
        <p:spPr bwMode="auto">
          <a:xfrm>
            <a:off x="0" y="2997200"/>
            <a:ext cx="9144000" cy="2697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indent="609600"/>
            <a:r>
              <a:rPr lang="zh-CN" altLang="en-US" b="1" dirty="0">
                <a:solidFill>
                  <a:schemeClr val="bg2"/>
                </a:solidFill>
              </a:rPr>
              <a:t>逻辑设计涉及的概念：</a:t>
            </a:r>
            <a:r>
              <a:rPr lang="zh-CN" altLang="en-US" b="1" dirty="0">
                <a:solidFill>
                  <a:srgbClr val="800000"/>
                </a:solidFill>
              </a:rPr>
              <a:t>字段、记录、文件、关键码。</a:t>
            </a:r>
            <a:r>
              <a:rPr lang="zh-CN" altLang="en-US" b="1" dirty="0">
                <a:solidFill>
                  <a:schemeClr val="bg2"/>
                </a:solidFill>
              </a:rPr>
              <a:t>     </a:t>
            </a:r>
          </a:p>
          <a:p>
            <a:pPr indent="609600">
              <a:lnSpc>
                <a:spcPct val="250000"/>
              </a:lnSpc>
            </a:pPr>
            <a:r>
              <a:rPr lang="zh-CN" altLang="en-US" b="1" dirty="0">
                <a:solidFill>
                  <a:schemeClr val="bg2"/>
                </a:solidFill>
              </a:rPr>
              <a:t>物理设计描述物理存储介质中的数据：</a:t>
            </a:r>
          </a:p>
          <a:p>
            <a:pPr indent="609600"/>
            <a:r>
              <a:rPr lang="zh-CN" altLang="en-US" b="1" dirty="0">
                <a:solidFill>
                  <a:schemeClr val="bg2"/>
                </a:solidFill>
              </a:rPr>
              <a:t>           位、字节、字、块、桶、卷。</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2EB5666C-F750-4D4D-A9F0-37C922376806}"/>
              </a:ext>
            </a:extLst>
          </p:cNvPr>
          <p:cNvPicPr>
            <a:picLocks noChangeAspect="1"/>
          </p:cNvPicPr>
          <p:nvPr/>
        </p:nvPicPr>
        <p:blipFill>
          <a:blip r:embed="rId3"/>
          <a:stretch>
            <a:fillRect/>
          </a:stretch>
        </p:blipFill>
        <p:spPr>
          <a:xfrm>
            <a:off x="287524" y="260648"/>
            <a:ext cx="8568952" cy="2484678"/>
          </a:xfrm>
          <a:prstGeom prst="rect">
            <a:avLst/>
          </a:prstGeom>
        </p:spPr>
      </p:pic>
      <p:sp>
        <p:nvSpPr>
          <p:cNvPr id="4" name="文本框 3">
            <a:extLst>
              <a:ext uri="{FF2B5EF4-FFF2-40B4-BE49-F238E27FC236}">
                <a16:creationId xmlns:a16="http://schemas.microsoft.com/office/drawing/2014/main" id="{D59E53E9-5CFC-4244-A058-CD42153651B1}"/>
              </a:ext>
            </a:extLst>
          </p:cNvPr>
          <p:cNvSpPr txBox="1"/>
          <p:nvPr/>
        </p:nvSpPr>
        <p:spPr>
          <a:xfrm>
            <a:off x="161510" y="3284984"/>
            <a:ext cx="8820980" cy="2246769"/>
          </a:xfrm>
          <a:prstGeom prst="rect">
            <a:avLst/>
          </a:prstGeom>
          <a:noFill/>
        </p:spPr>
        <p:txBody>
          <a:bodyPr wrap="square">
            <a:spAutoFit/>
          </a:bodyPr>
          <a:lstStyle/>
          <a:p>
            <a:pPr>
              <a:lnSpc>
                <a:spcPct val="100000"/>
              </a:lnSpc>
            </a:pPr>
            <a:r>
              <a:rPr kumimoji="1" lang="en-US" altLang="zh-CN" sz="2000" dirty="0">
                <a:solidFill>
                  <a:schemeClr val="bg2"/>
                </a:solidFill>
              </a:rPr>
              <a:t>1</a:t>
            </a:r>
            <a:r>
              <a:rPr kumimoji="1" lang="zh-CN" altLang="en-US" sz="2000" dirty="0">
                <a:solidFill>
                  <a:schemeClr val="bg2"/>
                </a:solidFill>
              </a:rPr>
              <a:t>、</a:t>
            </a:r>
            <a:r>
              <a:rPr kumimoji="1" lang="zh-CN" altLang="en-US" sz="2000" b="1" dirty="0">
                <a:solidFill>
                  <a:schemeClr val="bg1"/>
                </a:solidFill>
              </a:rPr>
              <a:t>字段</a:t>
            </a:r>
            <a:r>
              <a:rPr kumimoji="1" lang="en-US" altLang="zh-CN" sz="2000" b="1" dirty="0">
                <a:solidFill>
                  <a:schemeClr val="bg1"/>
                </a:solidFill>
              </a:rPr>
              <a:t>(Field)</a:t>
            </a:r>
            <a:r>
              <a:rPr kumimoji="1" lang="zh-CN" altLang="en-US" sz="2000" dirty="0">
                <a:solidFill>
                  <a:schemeClr val="bg2"/>
                </a:solidFill>
              </a:rPr>
              <a:t>：标记实体属性的命名单位称为字段或数据项，是</a:t>
            </a:r>
            <a:r>
              <a:rPr kumimoji="1" lang="zh-CN" altLang="en-US" sz="2000" b="1" dirty="0">
                <a:solidFill>
                  <a:schemeClr val="bg2"/>
                </a:solidFill>
              </a:rPr>
              <a:t>可以命名的最小信息单位</a:t>
            </a:r>
            <a:r>
              <a:rPr kumimoji="1" lang="zh-CN" altLang="en-US" sz="2000" dirty="0">
                <a:solidFill>
                  <a:schemeClr val="bg2"/>
                </a:solidFill>
              </a:rPr>
              <a:t>，其命名一般和属性名相同。</a:t>
            </a:r>
            <a:endParaRPr kumimoji="1" lang="en-US" altLang="zh-CN" sz="2000" dirty="0">
              <a:solidFill>
                <a:schemeClr val="bg2"/>
              </a:solidFill>
            </a:endParaRPr>
          </a:p>
          <a:p>
            <a:pPr>
              <a:lnSpc>
                <a:spcPct val="100000"/>
              </a:lnSpc>
            </a:pPr>
            <a:r>
              <a:rPr kumimoji="1" lang="en-US" altLang="zh-CN" sz="2000" dirty="0">
                <a:solidFill>
                  <a:schemeClr val="bg2"/>
                </a:solidFill>
              </a:rPr>
              <a:t>2</a:t>
            </a:r>
            <a:r>
              <a:rPr kumimoji="1" lang="zh-CN" altLang="en-US" sz="2000" dirty="0">
                <a:solidFill>
                  <a:schemeClr val="bg2"/>
                </a:solidFill>
              </a:rPr>
              <a:t>、</a:t>
            </a:r>
            <a:r>
              <a:rPr kumimoji="1" lang="zh-CN" altLang="en-US" sz="2000" b="1" dirty="0">
                <a:solidFill>
                  <a:schemeClr val="bg1"/>
                </a:solidFill>
              </a:rPr>
              <a:t>记录</a:t>
            </a:r>
            <a:r>
              <a:rPr kumimoji="1" lang="en-US" altLang="zh-CN" sz="2000" b="1" dirty="0">
                <a:solidFill>
                  <a:schemeClr val="bg1"/>
                </a:solidFill>
              </a:rPr>
              <a:t>(Record)</a:t>
            </a:r>
            <a:r>
              <a:rPr kumimoji="1" lang="zh-CN" altLang="en-US" sz="2000" dirty="0">
                <a:solidFill>
                  <a:schemeClr val="bg2"/>
                </a:solidFill>
              </a:rPr>
              <a:t>：字段的有序集合称为记录。能完整的描述一个实体的字段集。如（学号，姓名，年龄，性别）</a:t>
            </a:r>
            <a:endParaRPr kumimoji="1" lang="en-US" altLang="zh-CN" sz="2000" dirty="0">
              <a:solidFill>
                <a:schemeClr val="bg2"/>
              </a:solidFill>
            </a:endParaRPr>
          </a:p>
          <a:p>
            <a:pPr>
              <a:lnSpc>
                <a:spcPct val="100000"/>
              </a:lnSpc>
            </a:pPr>
            <a:r>
              <a:rPr kumimoji="1" lang="en-US" altLang="zh-CN" sz="2000" dirty="0">
                <a:solidFill>
                  <a:schemeClr val="bg2"/>
                </a:solidFill>
              </a:rPr>
              <a:t>3</a:t>
            </a:r>
            <a:r>
              <a:rPr kumimoji="1" lang="zh-CN" altLang="en-US" sz="2000" dirty="0">
                <a:solidFill>
                  <a:schemeClr val="bg2"/>
                </a:solidFill>
              </a:rPr>
              <a:t>、</a:t>
            </a:r>
            <a:r>
              <a:rPr lang="zh-CN" altLang="en-US" sz="2000" b="1" dirty="0">
                <a:solidFill>
                  <a:schemeClr val="bg1"/>
                </a:solidFill>
              </a:rPr>
              <a:t>文件</a:t>
            </a:r>
            <a:r>
              <a:rPr lang="en-US" altLang="zh-CN" sz="2000" b="1" dirty="0">
                <a:solidFill>
                  <a:schemeClr val="bg1"/>
                </a:solidFill>
              </a:rPr>
              <a:t>(File)</a:t>
            </a:r>
            <a:r>
              <a:rPr kumimoji="1" lang="zh-CN" altLang="en-US" sz="2000" dirty="0">
                <a:solidFill>
                  <a:schemeClr val="bg2"/>
                </a:solidFill>
              </a:rPr>
              <a:t>：同一类记录的集合称为文件。文件是用来描述实体集。如</a:t>
            </a:r>
            <a:r>
              <a:rPr kumimoji="1" lang="zh-CN" altLang="en-US" sz="2000" dirty="0">
                <a:solidFill>
                  <a:schemeClr val="bg2"/>
                </a:solidFill>
                <a:sym typeface="Wingdings" pitchFamily="2" charset="2"/>
              </a:rPr>
              <a:t>，</a:t>
            </a:r>
            <a:endParaRPr kumimoji="1" lang="en-US" altLang="zh-CN" sz="2000" dirty="0">
              <a:solidFill>
                <a:schemeClr val="bg2"/>
              </a:solidFill>
              <a:sym typeface="Wingdings" pitchFamily="2" charset="2"/>
            </a:endParaRPr>
          </a:p>
          <a:p>
            <a:pPr>
              <a:lnSpc>
                <a:spcPct val="100000"/>
              </a:lnSpc>
            </a:pPr>
            <a:r>
              <a:rPr kumimoji="1" lang="zh-CN" altLang="en-US" sz="2000" dirty="0">
                <a:solidFill>
                  <a:schemeClr val="bg2"/>
                </a:solidFill>
                <a:sym typeface="Wingdings" pitchFamily="2" charset="2"/>
              </a:rPr>
              <a:t>（</a:t>
            </a:r>
            <a:r>
              <a:rPr kumimoji="1" lang="zh-CN" altLang="en-US" sz="2000" dirty="0">
                <a:solidFill>
                  <a:schemeClr val="bg2"/>
                </a:solidFill>
              </a:rPr>
              <a:t>所有同学的记录）</a:t>
            </a:r>
            <a:endParaRPr kumimoji="1" lang="en-US" altLang="zh-CN" sz="2000" dirty="0">
              <a:solidFill>
                <a:schemeClr val="bg2"/>
              </a:solidFill>
            </a:endParaRPr>
          </a:p>
          <a:p>
            <a:pPr>
              <a:lnSpc>
                <a:spcPct val="100000"/>
              </a:lnSpc>
            </a:pPr>
            <a:r>
              <a:rPr kumimoji="1" lang="en-US" altLang="zh-CN" sz="2000" dirty="0">
                <a:solidFill>
                  <a:schemeClr val="bg2"/>
                </a:solidFill>
              </a:rPr>
              <a:t>4</a:t>
            </a:r>
            <a:r>
              <a:rPr kumimoji="1" lang="zh-CN" altLang="en-US" sz="2000" dirty="0">
                <a:solidFill>
                  <a:schemeClr val="bg2"/>
                </a:solidFill>
              </a:rPr>
              <a:t>、</a:t>
            </a:r>
            <a:r>
              <a:rPr lang="zh-CN" altLang="en-US" sz="2000" b="1" dirty="0">
                <a:solidFill>
                  <a:schemeClr val="bg1"/>
                </a:solidFill>
              </a:rPr>
              <a:t>关键码</a:t>
            </a:r>
            <a:r>
              <a:rPr kumimoji="1" lang="en-US" altLang="zh-CN" sz="2000" dirty="0">
                <a:solidFill>
                  <a:schemeClr val="bg1"/>
                </a:solidFill>
              </a:rPr>
              <a:t>(Key)</a:t>
            </a:r>
            <a:r>
              <a:rPr kumimoji="1" lang="zh-CN" altLang="en-US" sz="2000" dirty="0">
                <a:solidFill>
                  <a:schemeClr val="bg2"/>
                </a:solidFill>
              </a:rPr>
              <a:t>：能唯一标识文件中每个记录的字段或字段集，简称为键。</a:t>
            </a:r>
            <a:endParaRPr kumimoji="1" lang="en-US" altLang="zh-CN" sz="2000" dirty="0">
              <a:solidFill>
                <a:schemeClr val="bg2"/>
              </a:solidFill>
            </a:endParaRPr>
          </a:p>
        </p:txBody>
      </p:sp>
    </p:spTree>
    <p:extLst>
      <p:ext uri="{BB962C8B-B14F-4D97-AF65-F5344CB8AC3E}">
        <p14:creationId xmlns:p14="http://schemas.microsoft.com/office/powerpoint/2010/main" val="17970587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6" name="Rectangle 4"/>
          <p:cNvSpPr>
            <a:spLocks noChangeArrowheads="1"/>
          </p:cNvSpPr>
          <p:nvPr/>
        </p:nvSpPr>
        <p:spPr bwMode="auto">
          <a:xfrm>
            <a:off x="0" y="0"/>
            <a:ext cx="9144000" cy="793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spcBef>
                <a:spcPct val="50000"/>
              </a:spcBef>
            </a:pPr>
            <a:r>
              <a:rPr lang="zh-CN" altLang="en-US" sz="3600" b="1" dirty="0">
                <a:solidFill>
                  <a:srgbClr val="660033"/>
                </a:solidFill>
              </a:rPr>
              <a:t>物理存储介质层次：</a:t>
            </a:r>
            <a:r>
              <a:rPr lang="zh-CN" altLang="en-US" sz="3600" b="1" dirty="0">
                <a:solidFill>
                  <a:schemeClr val="bg1"/>
                </a:solidFill>
              </a:rPr>
              <a:t> </a:t>
            </a:r>
          </a:p>
        </p:txBody>
      </p:sp>
      <p:sp>
        <p:nvSpPr>
          <p:cNvPr id="7" name="内容占位符 2">
            <a:extLst>
              <a:ext uri="{FF2B5EF4-FFF2-40B4-BE49-F238E27FC236}">
                <a16:creationId xmlns:a16="http://schemas.microsoft.com/office/drawing/2014/main" id="{18AA1BAD-610E-6242-9213-344C6C3016F8}"/>
              </a:ext>
            </a:extLst>
          </p:cNvPr>
          <p:cNvSpPr txBox="1">
            <a:spLocks noChangeArrowheads="1"/>
          </p:cNvSpPr>
          <p:nvPr/>
        </p:nvSpPr>
        <p:spPr bwMode="auto">
          <a:xfrm>
            <a:off x="179512" y="952500"/>
            <a:ext cx="8229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42913" indent="-442913" algn="l" rtl="0" eaLnBrk="1" fontAlgn="base" latinLnBrk="1" hangingPunct="1">
              <a:lnSpc>
                <a:spcPct val="125000"/>
              </a:lnSpc>
              <a:spcBef>
                <a:spcPct val="20000"/>
              </a:spcBef>
              <a:spcAft>
                <a:spcPct val="0"/>
              </a:spcAft>
              <a:buClr>
                <a:schemeClr val="hlink"/>
              </a:buClr>
              <a:buSzPct val="90000"/>
              <a:buFont typeface="Wingdings" pitchFamily="2" charset="2"/>
              <a:buChar char="&amp;"/>
              <a:tabLst>
                <a:tab pos="442913" algn="l"/>
              </a:tabLst>
              <a:defRPr sz="2800" b="1">
                <a:solidFill>
                  <a:schemeClr val="tx2"/>
                </a:solidFill>
                <a:latin typeface="+mn-lt"/>
                <a:ea typeface="+mn-ea"/>
                <a:cs typeface="+mn-cs"/>
              </a:defRPr>
            </a:lvl1pPr>
            <a:lvl2pPr marL="623888" indent="-374650" algn="l" rtl="0" eaLnBrk="1" fontAlgn="base" latinLnBrk="1" hangingPunct="1">
              <a:lnSpc>
                <a:spcPct val="125000"/>
              </a:lnSpc>
              <a:spcBef>
                <a:spcPct val="20000"/>
              </a:spcBef>
              <a:spcAft>
                <a:spcPct val="0"/>
              </a:spcAft>
              <a:buClr>
                <a:srgbClr val="CA3B1E"/>
              </a:buClr>
              <a:buFont typeface="Wingdings" pitchFamily="2" charset="2"/>
              <a:buChar char="Ø"/>
              <a:tabLst>
                <a:tab pos="623888" algn="l"/>
              </a:tabLst>
              <a:defRPr sz="2400" b="1">
                <a:solidFill>
                  <a:schemeClr val="folHlink"/>
                </a:solidFill>
                <a:latin typeface="+mn-lt"/>
                <a:ea typeface="+mn-ea"/>
              </a:defRPr>
            </a:lvl2pPr>
            <a:lvl3pPr marL="900113" indent="-331788" algn="l" rtl="0" eaLnBrk="1" fontAlgn="base" latinLnBrk="1" hangingPunct="1">
              <a:lnSpc>
                <a:spcPct val="125000"/>
              </a:lnSpc>
              <a:spcBef>
                <a:spcPct val="20000"/>
              </a:spcBef>
              <a:spcAft>
                <a:spcPct val="0"/>
              </a:spcAft>
              <a:buClr>
                <a:srgbClr val="CC6600"/>
              </a:buClr>
              <a:buSzPct val="120000"/>
              <a:buFont typeface="Webdings" pitchFamily="2" charset="2"/>
              <a:buChar char="4"/>
              <a:tabLst>
                <a:tab pos="900113" algn="l"/>
              </a:tabLst>
              <a:defRPr sz="2200" b="1">
                <a:solidFill>
                  <a:schemeClr val="tx2"/>
                </a:solidFill>
                <a:latin typeface="+mn-lt"/>
                <a:ea typeface="+mn-ea"/>
              </a:defRPr>
            </a:lvl3pPr>
            <a:lvl4pPr marL="1260475" indent="-331788" algn="l" rtl="0" eaLnBrk="1" fontAlgn="base" latinLnBrk="1" hangingPunct="1">
              <a:lnSpc>
                <a:spcPct val="125000"/>
              </a:lnSpc>
              <a:spcBef>
                <a:spcPct val="20000"/>
              </a:spcBef>
              <a:spcAft>
                <a:spcPct val="0"/>
              </a:spcAft>
              <a:buClr>
                <a:srgbClr val="CC6600"/>
              </a:buClr>
              <a:buSzPct val="85000"/>
              <a:buFont typeface="Wingdings" pitchFamily="2" charset="2"/>
              <a:buChar char="u"/>
              <a:tabLst>
                <a:tab pos="1260475" algn="l"/>
              </a:tabLst>
              <a:defRPr sz="2000" b="1">
                <a:solidFill>
                  <a:srgbClr val="3333FF"/>
                </a:solidFill>
                <a:latin typeface="+mn-lt"/>
                <a:ea typeface="+mn-ea"/>
              </a:defRPr>
            </a:lvl4pPr>
            <a:lvl5pPr marL="1620838" indent="-319088" algn="l" rtl="0" eaLnBrk="1" fontAlgn="base" latinLnBrk="1" hangingPunct="1">
              <a:lnSpc>
                <a:spcPct val="125000"/>
              </a:lnSpc>
              <a:spcBef>
                <a:spcPct val="20000"/>
              </a:spcBef>
              <a:spcAft>
                <a:spcPct val="0"/>
              </a:spcAft>
              <a:buClr>
                <a:srgbClr val="990000"/>
              </a:buClr>
              <a:buFont typeface="Wingdings 2" pitchFamily="2" charset="2"/>
              <a:buChar char="ê"/>
              <a:tabLst>
                <a:tab pos="1620838" algn="l"/>
              </a:tabLst>
              <a:defRPr sz="2000" b="1">
                <a:solidFill>
                  <a:schemeClr val="tx2"/>
                </a:solidFill>
                <a:latin typeface="+mn-lt"/>
                <a:ea typeface="+mn-ea"/>
              </a:defRPr>
            </a:lvl5pPr>
            <a:lvl6pPr marL="2514600" indent="-228600" algn="l" rtl="0" fontAlgn="base">
              <a:lnSpc>
                <a:spcPct val="125000"/>
              </a:lnSpc>
              <a:spcBef>
                <a:spcPct val="20000"/>
              </a:spcBef>
              <a:spcAft>
                <a:spcPct val="0"/>
              </a:spcAft>
              <a:buClr>
                <a:srgbClr val="990000"/>
              </a:buClr>
              <a:buFont typeface="Wingdings 2" pitchFamily="18" charset="2"/>
              <a:buChar char="ê"/>
              <a:defRPr sz="2000" b="1">
                <a:solidFill>
                  <a:schemeClr val="tx2"/>
                </a:solidFill>
                <a:latin typeface="+mn-lt"/>
                <a:ea typeface="+mn-ea"/>
              </a:defRPr>
            </a:lvl6pPr>
            <a:lvl7pPr marL="2971800" indent="-228600" algn="l" rtl="0" fontAlgn="base">
              <a:lnSpc>
                <a:spcPct val="125000"/>
              </a:lnSpc>
              <a:spcBef>
                <a:spcPct val="20000"/>
              </a:spcBef>
              <a:spcAft>
                <a:spcPct val="0"/>
              </a:spcAft>
              <a:buClr>
                <a:srgbClr val="990000"/>
              </a:buClr>
              <a:buFont typeface="Wingdings 2" pitchFamily="18" charset="2"/>
              <a:buChar char="ê"/>
              <a:defRPr sz="2000" b="1">
                <a:solidFill>
                  <a:schemeClr val="tx2"/>
                </a:solidFill>
                <a:latin typeface="+mn-lt"/>
                <a:ea typeface="+mn-ea"/>
              </a:defRPr>
            </a:lvl7pPr>
            <a:lvl8pPr marL="3429000" indent="-228600" algn="l" rtl="0" fontAlgn="base">
              <a:lnSpc>
                <a:spcPct val="125000"/>
              </a:lnSpc>
              <a:spcBef>
                <a:spcPct val="20000"/>
              </a:spcBef>
              <a:spcAft>
                <a:spcPct val="0"/>
              </a:spcAft>
              <a:buClr>
                <a:srgbClr val="990000"/>
              </a:buClr>
              <a:buFont typeface="Wingdings 2" pitchFamily="18" charset="2"/>
              <a:buChar char="ê"/>
              <a:defRPr sz="2000" b="1">
                <a:solidFill>
                  <a:schemeClr val="tx2"/>
                </a:solidFill>
                <a:latin typeface="+mn-lt"/>
                <a:ea typeface="+mn-ea"/>
              </a:defRPr>
            </a:lvl8pPr>
            <a:lvl9pPr marL="3886200" indent="-228600" algn="l" rtl="0" fontAlgn="base">
              <a:lnSpc>
                <a:spcPct val="125000"/>
              </a:lnSpc>
              <a:spcBef>
                <a:spcPct val="20000"/>
              </a:spcBef>
              <a:spcAft>
                <a:spcPct val="0"/>
              </a:spcAft>
              <a:buClr>
                <a:srgbClr val="990000"/>
              </a:buClr>
              <a:buFont typeface="Wingdings 2" pitchFamily="18" charset="2"/>
              <a:buChar char="ê"/>
              <a:defRPr sz="2000" b="1">
                <a:solidFill>
                  <a:schemeClr val="tx2"/>
                </a:solidFill>
                <a:latin typeface="+mn-lt"/>
                <a:ea typeface="+mn-ea"/>
              </a:defRPr>
            </a:lvl9pPr>
          </a:lstStyle>
          <a:p>
            <a:pPr marL="442913" marR="0" lvl="0" indent="-442913" algn="l" defTabSz="914400" rtl="0" eaLnBrk="1" fontAlgn="base" latinLnBrk="1" hangingPunct="1">
              <a:lnSpc>
                <a:spcPct val="125000"/>
              </a:lnSpc>
              <a:spcBef>
                <a:spcPct val="20000"/>
              </a:spcBef>
              <a:spcAft>
                <a:spcPct val="0"/>
              </a:spcAft>
              <a:buClr>
                <a:srgbClr val="CA3B1E"/>
              </a:buClr>
              <a:buSzPct val="90000"/>
              <a:buFont typeface="Wingdings" pitchFamily="2" charset="2"/>
              <a:buChar char="&amp;"/>
              <a:tabLst>
                <a:tab pos="442913" algn="l"/>
              </a:tabLst>
              <a:defRPr/>
            </a:pPr>
            <a:r>
              <a:rPr kumimoji="0" lang="zh-CN" altLang="zh-CN" sz="2400" b="1" i="0" u="none" strike="noStrike" kern="0" cap="none" spc="0" normalizeH="0" baseline="0" noProof="0">
                <a:ln>
                  <a:noFill/>
                </a:ln>
                <a:solidFill>
                  <a:srgbClr val="000000"/>
                </a:solidFill>
                <a:effectLst/>
                <a:uLnTx/>
                <a:uFillTx/>
                <a:latin typeface="Courier New"/>
                <a:ea typeface="黑体"/>
                <a:cs typeface="+mn-cs"/>
              </a:rPr>
              <a:t>“缓存</a:t>
            </a:r>
            <a:r>
              <a:rPr kumimoji="0" lang="en-US" altLang="zh-CN" sz="2400" b="1" i="0" u="none" strike="noStrike" kern="0" cap="none" spc="0" normalizeH="0" baseline="0" noProof="0">
                <a:ln>
                  <a:noFill/>
                </a:ln>
                <a:solidFill>
                  <a:srgbClr val="000000"/>
                </a:solidFill>
                <a:effectLst/>
                <a:uLnTx/>
                <a:uFillTx/>
                <a:latin typeface="Courier New"/>
                <a:ea typeface="黑体"/>
                <a:cs typeface="+mn-cs"/>
              </a:rPr>
              <a:t>-</a:t>
            </a:r>
            <a:r>
              <a:rPr kumimoji="0" lang="zh-CN" altLang="zh-CN" sz="2400" b="1" i="0" u="none" strike="noStrike" kern="0" cap="none" spc="0" normalizeH="0" baseline="0" noProof="0">
                <a:ln>
                  <a:noFill/>
                </a:ln>
                <a:solidFill>
                  <a:srgbClr val="000000"/>
                </a:solidFill>
                <a:effectLst/>
                <a:uLnTx/>
                <a:uFillTx/>
                <a:latin typeface="Courier New"/>
                <a:ea typeface="黑体"/>
                <a:cs typeface="+mn-cs"/>
              </a:rPr>
              <a:t>主存”层次</a:t>
            </a:r>
            <a:endParaRPr kumimoji="0" lang="en-US" altLang="zh-CN" sz="2400" b="1" i="0" u="none" strike="noStrike" kern="0" cap="none" spc="0" normalizeH="0" baseline="0" noProof="0">
              <a:ln>
                <a:noFill/>
              </a:ln>
              <a:solidFill>
                <a:srgbClr val="000000"/>
              </a:solidFill>
              <a:effectLst/>
              <a:uLnTx/>
              <a:uFillTx/>
              <a:latin typeface="Courier New"/>
              <a:ea typeface="黑体"/>
              <a:cs typeface="+mn-cs"/>
            </a:endParaRPr>
          </a:p>
          <a:p>
            <a:pPr marL="623888" marR="0" lvl="1" indent="-374650" algn="l" defTabSz="914400" rtl="0" eaLnBrk="1" fontAlgn="base" latinLnBrk="1" hangingPunct="1">
              <a:lnSpc>
                <a:spcPct val="125000"/>
              </a:lnSpc>
              <a:spcBef>
                <a:spcPct val="20000"/>
              </a:spcBef>
              <a:spcAft>
                <a:spcPct val="0"/>
              </a:spcAft>
              <a:buClr>
                <a:srgbClr val="CA3B1E"/>
              </a:buClr>
              <a:buSzTx/>
              <a:buFont typeface="Wingdings" pitchFamily="2" charset="2"/>
              <a:buChar char="Ø"/>
              <a:tabLst>
                <a:tab pos="623888" algn="l"/>
              </a:tabLst>
              <a:defRPr/>
            </a:pPr>
            <a:r>
              <a:rPr kumimoji="0" lang="zh-CN" altLang="zh-CN" sz="2000" b="1" i="0" u="none" strike="noStrike" kern="0" cap="none" spc="0" normalizeH="0" baseline="0" noProof="0">
                <a:ln>
                  <a:noFill/>
                </a:ln>
                <a:solidFill>
                  <a:srgbClr val="003399"/>
                </a:solidFill>
                <a:effectLst/>
                <a:uLnTx/>
                <a:uFillTx/>
                <a:latin typeface="Courier New"/>
                <a:ea typeface="黑体"/>
              </a:rPr>
              <a:t>主要解决</a:t>
            </a:r>
            <a:r>
              <a:rPr kumimoji="0" lang="en-US" altLang="zh-CN" sz="2000" b="1" i="0" u="none" strike="noStrike" kern="0" cap="none" spc="0" normalizeH="0" baseline="0" noProof="0">
                <a:ln>
                  <a:noFill/>
                </a:ln>
                <a:solidFill>
                  <a:srgbClr val="003399"/>
                </a:solidFill>
                <a:effectLst/>
                <a:uLnTx/>
                <a:uFillTx/>
                <a:latin typeface="Courier New"/>
                <a:ea typeface="黑体"/>
              </a:rPr>
              <a:t>CPU</a:t>
            </a:r>
            <a:r>
              <a:rPr kumimoji="0" lang="zh-CN" altLang="zh-CN" sz="2000" b="1" i="0" u="none" strike="noStrike" kern="0" cap="none" spc="0" normalizeH="0" baseline="0" noProof="0">
                <a:ln>
                  <a:noFill/>
                </a:ln>
                <a:solidFill>
                  <a:srgbClr val="003399"/>
                </a:solidFill>
                <a:effectLst/>
                <a:uLnTx/>
                <a:uFillTx/>
                <a:latin typeface="Courier New"/>
                <a:ea typeface="黑体"/>
              </a:rPr>
              <a:t>和主存速度不匹配的问题</a:t>
            </a:r>
            <a:endParaRPr kumimoji="0" lang="en-US" altLang="zh-CN" sz="2000" b="1" i="0" u="none" strike="noStrike" kern="0" cap="none" spc="0" normalizeH="0" baseline="0" noProof="0">
              <a:ln>
                <a:noFill/>
              </a:ln>
              <a:solidFill>
                <a:srgbClr val="003399"/>
              </a:solidFill>
              <a:effectLst/>
              <a:uLnTx/>
              <a:uFillTx/>
              <a:latin typeface="Courier New"/>
              <a:ea typeface="黑体"/>
            </a:endParaRPr>
          </a:p>
          <a:p>
            <a:pPr marL="442913" marR="0" lvl="0" indent="-442913" algn="l" defTabSz="914400" rtl="0" eaLnBrk="1" fontAlgn="base" latinLnBrk="1" hangingPunct="1">
              <a:lnSpc>
                <a:spcPct val="125000"/>
              </a:lnSpc>
              <a:spcBef>
                <a:spcPct val="20000"/>
              </a:spcBef>
              <a:spcAft>
                <a:spcPct val="0"/>
              </a:spcAft>
              <a:buClr>
                <a:srgbClr val="CA3B1E"/>
              </a:buClr>
              <a:buSzPct val="90000"/>
              <a:buFont typeface="Wingdings" pitchFamily="2" charset="2"/>
              <a:buChar char="&amp;"/>
              <a:tabLst>
                <a:tab pos="442913" algn="l"/>
              </a:tabLst>
              <a:defRPr/>
            </a:pPr>
            <a:r>
              <a:rPr kumimoji="0" lang="zh-CN" altLang="zh-CN" sz="2400" b="1" i="0" u="none" strike="noStrike" kern="0" cap="none" spc="0" normalizeH="0" baseline="0" noProof="0">
                <a:ln>
                  <a:noFill/>
                </a:ln>
                <a:solidFill>
                  <a:srgbClr val="000000"/>
                </a:solidFill>
                <a:effectLst/>
                <a:uLnTx/>
                <a:uFillTx/>
                <a:latin typeface="Courier New"/>
                <a:ea typeface="黑体"/>
                <a:cs typeface="+mn-cs"/>
              </a:rPr>
              <a:t>“主存</a:t>
            </a:r>
            <a:r>
              <a:rPr kumimoji="0" lang="en-US" altLang="zh-CN" sz="2400" b="1" i="0" u="none" strike="noStrike" kern="0" cap="none" spc="0" normalizeH="0" baseline="0" noProof="0">
                <a:ln>
                  <a:noFill/>
                </a:ln>
                <a:solidFill>
                  <a:srgbClr val="000000"/>
                </a:solidFill>
                <a:effectLst/>
                <a:uLnTx/>
                <a:uFillTx/>
                <a:latin typeface="Courier New"/>
                <a:ea typeface="黑体"/>
                <a:cs typeface="+mn-cs"/>
              </a:rPr>
              <a:t>-</a:t>
            </a:r>
            <a:r>
              <a:rPr kumimoji="0" lang="zh-CN" altLang="zh-CN" sz="2400" b="1" i="0" u="none" strike="noStrike" kern="0" cap="none" spc="0" normalizeH="0" baseline="0" noProof="0">
                <a:ln>
                  <a:noFill/>
                </a:ln>
                <a:solidFill>
                  <a:srgbClr val="000000"/>
                </a:solidFill>
                <a:effectLst/>
                <a:uLnTx/>
                <a:uFillTx/>
                <a:latin typeface="Courier New"/>
                <a:ea typeface="黑体"/>
                <a:cs typeface="+mn-cs"/>
              </a:rPr>
              <a:t>辅存”层次</a:t>
            </a:r>
            <a:endParaRPr kumimoji="0" lang="en-US" altLang="zh-CN" sz="2400" b="1" i="0" u="none" strike="noStrike" kern="0" cap="none" spc="0" normalizeH="0" baseline="0" noProof="0">
              <a:ln>
                <a:noFill/>
              </a:ln>
              <a:solidFill>
                <a:srgbClr val="000000"/>
              </a:solidFill>
              <a:effectLst/>
              <a:uLnTx/>
              <a:uFillTx/>
              <a:latin typeface="Courier New"/>
              <a:ea typeface="黑体"/>
              <a:cs typeface="+mn-cs"/>
            </a:endParaRPr>
          </a:p>
          <a:p>
            <a:pPr marL="623888" marR="0" lvl="1" indent="-374650" algn="l" defTabSz="914400" rtl="0" eaLnBrk="1" fontAlgn="base" latinLnBrk="1" hangingPunct="1">
              <a:lnSpc>
                <a:spcPct val="125000"/>
              </a:lnSpc>
              <a:spcBef>
                <a:spcPct val="20000"/>
              </a:spcBef>
              <a:spcAft>
                <a:spcPct val="0"/>
              </a:spcAft>
              <a:buClr>
                <a:srgbClr val="CA3B1E"/>
              </a:buClr>
              <a:buSzTx/>
              <a:buFont typeface="Wingdings" pitchFamily="2" charset="2"/>
              <a:buChar char="Ø"/>
              <a:tabLst>
                <a:tab pos="623888" algn="l"/>
              </a:tabLst>
              <a:defRPr/>
            </a:pPr>
            <a:r>
              <a:rPr kumimoji="0" lang="zh-CN" altLang="zh-CN" sz="2000" b="1" i="0" u="none" strike="noStrike" kern="0" cap="none" spc="0" normalizeH="0" baseline="0" noProof="0">
                <a:ln>
                  <a:noFill/>
                </a:ln>
                <a:solidFill>
                  <a:srgbClr val="003399"/>
                </a:solidFill>
                <a:effectLst/>
                <a:uLnTx/>
                <a:uFillTx/>
                <a:latin typeface="Courier New"/>
                <a:ea typeface="黑体"/>
              </a:rPr>
              <a:t>主要解决存储系统的容量问题</a:t>
            </a:r>
            <a:endParaRPr kumimoji="0" lang="en-US" altLang="zh-CN" sz="2000" b="1" i="0" u="none" strike="noStrike" kern="0" cap="none" spc="0" normalizeH="0" baseline="0" noProof="0">
              <a:ln>
                <a:noFill/>
              </a:ln>
              <a:solidFill>
                <a:srgbClr val="003399"/>
              </a:solidFill>
              <a:effectLst/>
              <a:uLnTx/>
              <a:uFillTx/>
              <a:latin typeface="Courier New"/>
              <a:ea typeface="黑体"/>
            </a:endParaRPr>
          </a:p>
          <a:p>
            <a:pPr marL="623888" marR="0" lvl="1" indent="-374650" algn="l" defTabSz="914400" rtl="0" eaLnBrk="1" fontAlgn="base" latinLnBrk="1" hangingPunct="1">
              <a:lnSpc>
                <a:spcPct val="125000"/>
              </a:lnSpc>
              <a:spcBef>
                <a:spcPct val="20000"/>
              </a:spcBef>
              <a:spcAft>
                <a:spcPct val="0"/>
              </a:spcAft>
              <a:buClr>
                <a:srgbClr val="CA3B1E"/>
              </a:buClr>
              <a:buSzTx/>
              <a:buFont typeface="Wingdings" pitchFamily="2" charset="2"/>
              <a:buChar char="Ø"/>
              <a:tabLst>
                <a:tab pos="623888" algn="l"/>
              </a:tabLst>
              <a:defRPr/>
            </a:pPr>
            <a:endParaRPr kumimoji="0" lang="zh-CN" altLang="en-US" sz="2000" b="1" i="0" u="none" strike="noStrike" kern="0" cap="none" spc="0" normalizeH="0" baseline="0" noProof="0" dirty="0">
              <a:ln>
                <a:noFill/>
              </a:ln>
              <a:solidFill>
                <a:srgbClr val="003399"/>
              </a:solidFill>
              <a:effectLst/>
              <a:uLnTx/>
              <a:uFillTx/>
              <a:latin typeface="Courier New"/>
              <a:ea typeface="黑体"/>
            </a:endParaRPr>
          </a:p>
        </p:txBody>
      </p:sp>
      <p:pic>
        <p:nvPicPr>
          <p:cNvPr id="8" name="Picture 5">
            <a:extLst>
              <a:ext uri="{FF2B5EF4-FFF2-40B4-BE49-F238E27FC236}">
                <a16:creationId xmlns:a16="http://schemas.microsoft.com/office/drawing/2014/main" id="{4D542525-8867-8947-BA02-1A6D0AB601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2780928"/>
            <a:ext cx="8696325" cy="3648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椭圆 8">
            <a:extLst>
              <a:ext uri="{FF2B5EF4-FFF2-40B4-BE49-F238E27FC236}">
                <a16:creationId xmlns:a16="http://schemas.microsoft.com/office/drawing/2014/main" id="{4D4F0F92-2F1D-694F-BAEC-EEC415078CAB}"/>
              </a:ext>
            </a:extLst>
          </p:cNvPr>
          <p:cNvSpPr/>
          <p:nvPr/>
        </p:nvSpPr>
        <p:spPr>
          <a:xfrm>
            <a:off x="1474913" y="4447803"/>
            <a:ext cx="1143000" cy="304800"/>
          </a:xfrm>
          <a:prstGeom prst="ellipse">
            <a:avLst/>
          </a:prstGeom>
          <a:noFill/>
          <a:ln w="38100">
            <a:solidFill>
              <a:srgbClr val="C00000"/>
            </a:solidFill>
          </a:ln>
        </p:spPr>
        <p:style>
          <a:lnRef idx="2">
            <a:schemeClr val="accent5"/>
          </a:lnRef>
          <a:fillRef idx="1">
            <a:schemeClr val="lt1"/>
          </a:fillRef>
          <a:effectRef idx="0">
            <a:schemeClr val="accent5"/>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1D528D"/>
              </a:solidFill>
              <a:effectLst/>
              <a:uLnTx/>
              <a:uFillTx/>
              <a:latin typeface="Courier New"/>
              <a:ea typeface="黑体"/>
              <a:cs typeface="+mn-cs"/>
            </a:endParaRPr>
          </a:p>
        </p:txBody>
      </p:sp>
    </p:spTree>
    <p:extLst>
      <p:ext uri="{BB962C8B-B14F-4D97-AF65-F5344CB8AC3E}">
        <p14:creationId xmlns:p14="http://schemas.microsoft.com/office/powerpoint/2010/main" val="34220762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6" name="Rectangle 4"/>
          <p:cNvSpPr>
            <a:spLocks noChangeArrowheads="1"/>
          </p:cNvSpPr>
          <p:nvPr/>
        </p:nvSpPr>
        <p:spPr bwMode="auto">
          <a:xfrm>
            <a:off x="30882" y="-130954"/>
            <a:ext cx="9144000" cy="793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spcBef>
                <a:spcPct val="50000"/>
              </a:spcBef>
            </a:pPr>
            <a:r>
              <a:rPr lang="zh-CN" altLang="en-US" sz="3600" b="1" dirty="0">
                <a:solidFill>
                  <a:srgbClr val="660033"/>
                </a:solidFill>
              </a:rPr>
              <a:t>物理存储中的数据描述：</a:t>
            </a:r>
            <a:r>
              <a:rPr lang="zh-CN" altLang="en-US" sz="3600" b="1" dirty="0">
                <a:solidFill>
                  <a:schemeClr val="bg1"/>
                </a:solidFill>
              </a:rPr>
              <a:t> </a:t>
            </a:r>
          </a:p>
        </p:txBody>
      </p:sp>
      <p:graphicFrame>
        <p:nvGraphicFramePr>
          <p:cNvPr id="3" name="表格 6">
            <a:extLst>
              <a:ext uri="{FF2B5EF4-FFF2-40B4-BE49-F238E27FC236}">
                <a16:creationId xmlns:a16="http://schemas.microsoft.com/office/drawing/2014/main" id="{FFA076D7-8066-7D4A-87CF-74283FF01D06}"/>
              </a:ext>
            </a:extLst>
          </p:cNvPr>
          <p:cNvGraphicFramePr>
            <a:graphicFrameLocks noGrp="1"/>
          </p:cNvGraphicFramePr>
          <p:nvPr>
            <p:extLst>
              <p:ext uri="{D42A27DB-BD31-4B8C-83A1-F6EECF244321}">
                <p14:modId xmlns:p14="http://schemas.microsoft.com/office/powerpoint/2010/main" val="3326828229"/>
              </p:ext>
            </p:extLst>
          </p:nvPr>
        </p:nvGraphicFramePr>
        <p:xfrm>
          <a:off x="282402" y="1383281"/>
          <a:ext cx="8640960" cy="576064"/>
        </p:xfrm>
        <a:graphic>
          <a:graphicData uri="http://schemas.openxmlformats.org/drawingml/2006/table">
            <a:tbl>
              <a:tblPr firstRow="1" bandRow="1">
                <a:tableStyleId>{93296810-A885-4BE3-A3E7-6D5BEEA58F35}</a:tableStyleId>
              </a:tblPr>
              <a:tblGrid>
                <a:gridCol w="540060">
                  <a:extLst>
                    <a:ext uri="{9D8B030D-6E8A-4147-A177-3AD203B41FA5}">
                      <a16:colId xmlns:a16="http://schemas.microsoft.com/office/drawing/2014/main" val="2991274242"/>
                    </a:ext>
                  </a:extLst>
                </a:gridCol>
                <a:gridCol w="540060">
                  <a:extLst>
                    <a:ext uri="{9D8B030D-6E8A-4147-A177-3AD203B41FA5}">
                      <a16:colId xmlns:a16="http://schemas.microsoft.com/office/drawing/2014/main" val="701385336"/>
                    </a:ext>
                  </a:extLst>
                </a:gridCol>
                <a:gridCol w="540060">
                  <a:extLst>
                    <a:ext uri="{9D8B030D-6E8A-4147-A177-3AD203B41FA5}">
                      <a16:colId xmlns:a16="http://schemas.microsoft.com/office/drawing/2014/main" val="1943199116"/>
                    </a:ext>
                  </a:extLst>
                </a:gridCol>
                <a:gridCol w="540060">
                  <a:extLst>
                    <a:ext uri="{9D8B030D-6E8A-4147-A177-3AD203B41FA5}">
                      <a16:colId xmlns:a16="http://schemas.microsoft.com/office/drawing/2014/main" val="1050302106"/>
                    </a:ext>
                  </a:extLst>
                </a:gridCol>
                <a:gridCol w="540060">
                  <a:extLst>
                    <a:ext uri="{9D8B030D-6E8A-4147-A177-3AD203B41FA5}">
                      <a16:colId xmlns:a16="http://schemas.microsoft.com/office/drawing/2014/main" val="513726698"/>
                    </a:ext>
                  </a:extLst>
                </a:gridCol>
                <a:gridCol w="540060">
                  <a:extLst>
                    <a:ext uri="{9D8B030D-6E8A-4147-A177-3AD203B41FA5}">
                      <a16:colId xmlns:a16="http://schemas.microsoft.com/office/drawing/2014/main" val="3751473095"/>
                    </a:ext>
                  </a:extLst>
                </a:gridCol>
                <a:gridCol w="540060">
                  <a:extLst>
                    <a:ext uri="{9D8B030D-6E8A-4147-A177-3AD203B41FA5}">
                      <a16:colId xmlns:a16="http://schemas.microsoft.com/office/drawing/2014/main" val="2658994822"/>
                    </a:ext>
                  </a:extLst>
                </a:gridCol>
                <a:gridCol w="540060">
                  <a:extLst>
                    <a:ext uri="{9D8B030D-6E8A-4147-A177-3AD203B41FA5}">
                      <a16:colId xmlns:a16="http://schemas.microsoft.com/office/drawing/2014/main" val="1554617307"/>
                    </a:ext>
                  </a:extLst>
                </a:gridCol>
                <a:gridCol w="540060">
                  <a:extLst>
                    <a:ext uri="{9D8B030D-6E8A-4147-A177-3AD203B41FA5}">
                      <a16:colId xmlns:a16="http://schemas.microsoft.com/office/drawing/2014/main" val="1827410068"/>
                    </a:ext>
                  </a:extLst>
                </a:gridCol>
                <a:gridCol w="540060">
                  <a:extLst>
                    <a:ext uri="{9D8B030D-6E8A-4147-A177-3AD203B41FA5}">
                      <a16:colId xmlns:a16="http://schemas.microsoft.com/office/drawing/2014/main" val="2749136551"/>
                    </a:ext>
                  </a:extLst>
                </a:gridCol>
                <a:gridCol w="540060">
                  <a:extLst>
                    <a:ext uri="{9D8B030D-6E8A-4147-A177-3AD203B41FA5}">
                      <a16:colId xmlns:a16="http://schemas.microsoft.com/office/drawing/2014/main" val="3151062447"/>
                    </a:ext>
                  </a:extLst>
                </a:gridCol>
                <a:gridCol w="540060">
                  <a:extLst>
                    <a:ext uri="{9D8B030D-6E8A-4147-A177-3AD203B41FA5}">
                      <a16:colId xmlns:a16="http://schemas.microsoft.com/office/drawing/2014/main" val="498540424"/>
                    </a:ext>
                  </a:extLst>
                </a:gridCol>
                <a:gridCol w="540060">
                  <a:extLst>
                    <a:ext uri="{9D8B030D-6E8A-4147-A177-3AD203B41FA5}">
                      <a16:colId xmlns:a16="http://schemas.microsoft.com/office/drawing/2014/main" val="4039418221"/>
                    </a:ext>
                  </a:extLst>
                </a:gridCol>
                <a:gridCol w="540060">
                  <a:extLst>
                    <a:ext uri="{9D8B030D-6E8A-4147-A177-3AD203B41FA5}">
                      <a16:colId xmlns:a16="http://schemas.microsoft.com/office/drawing/2014/main" val="1494186138"/>
                    </a:ext>
                  </a:extLst>
                </a:gridCol>
                <a:gridCol w="540060">
                  <a:extLst>
                    <a:ext uri="{9D8B030D-6E8A-4147-A177-3AD203B41FA5}">
                      <a16:colId xmlns:a16="http://schemas.microsoft.com/office/drawing/2014/main" val="1858541981"/>
                    </a:ext>
                  </a:extLst>
                </a:gridCol>
                <a:gridCol w="540060">
                  <a:extLst>
                    <a:ext uri="{9D8B030D-6E8A-4147-A177-3AD203B41FA5}">
                      <a16:colId xmlns:a16="http://schemas.microsoft.com/office/drawing/2014/main" val="195326813"/>
                    </a:ext>
                  </a:extLst>
                </a:gridCol>
              </a:tblGrid>
              <a:tr h="576064">
                <a:tc>
                  <a:txBody>
                    <a:bodyPr/>
                    <a:lstStyle/>
                    <a:p>
                      <a:endParaRPr lang="zh-CN" altLang="en-US" dirty="0"/>
                    </a:p>
                  </a:txBody>
                  <a:tcPr/>
                </a:tc>
                <a:tc>
                  <a:txBody>
                    <a:bodyPr/>
                    <a:lstStyle/>
                    <a:p>
                      <a:endParaRPr lang="zh-CN" altLang="en-US"/>
                    </a:p>
                  </a:txBody>
                  <a:tcPr/>
                </a:tc>
                <a:tc>
                  <a:txBody>
                    <a:bodyPr/>
                    <a:lstStyle/>
                    <a:p>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1078814846"/>
                  </a:ext>
                </a:extLst>
              </a:tr>
            </a:tbl>
          </a:graphicData>
        </a:graphic>
      </p:graphicFrame>
      <p:sp>
        <p:nvSpPr>
          <p:cNvPr id="4" name="右大括号 3">
            <a:extLst>
              <a:ext uri="{FF2B5EF4-FFF2-40B4-BE49-F238E27FC236}">
                <a16:creationId xmlns:a16="http://schemas.microsoft.com/office/drawing/2014/main" id="{B4AA35DB-E829-4C41-AC68-1AF8ED9507B5}"/>
              </a:ext>
            </a:extLst>
          </p:cNvPr>
          <p:cNvSpPr/>
          <p:nvPr/>
        </p:nvSpPr>
        <p:spPr bwMode="auto">
          <a:xfrm rot="5400000" flipV="1">
            <a:off x="2276956" y="-71758"/>
            <a:ext cx="360040" cy="4320000"/>
          </a:xfrm>
          <a:prstGeom prst="rightBrace">
            <a:avLst>
              <a:gd name="adj1" fmla="val 8333"/>
              <a:gd name="adj2" fmla="val 49034"/>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a:ln>
                <a:noFill/>
              </a:ln>
              <a:solidFill>
                <a:schemeClr val="tx1"/>
              </a:solidFill>
              <a:effectLst/>
              <a:latin typeface="+mn-lt"/>
              <a:ea typeface="宋体" pitchFamily="2" charset="-122"/>
            </a:endParaRPr>
          </a:p>
        </p:txBody>
      </p:sp>
      <p:sp>
        <p:nvSpPr>
          <p:cNvPr id="5" name="右大括号 4">
            <a:extLst>
              <a:ext uri="{FF2B5EF4-FFF2-40B4-BE49-F238E27FC236}">
                <a16:creationId xmlns:a16="http://schemas.microsoft.com/office/drawing/2014/main" id="{EBB6AC6B-2CEC-6148-A1B9-5BCC242BEB05}"/>
              </a:ext>
            </a:extLst>
          </p:cNvPr>
          <p:cNvSpPr/>
          <p:nvPr/>
        </p:nvSpPr>
        <p:spPr bwMode="auto">
          <a:xfrm rot="5400000" flipV="1">
            <a:off x="6585492" y="-57042"/>
            <a:ext cx="360040" cy="4320000"/>
          </a:xfrm>
          <a:prstGeom prst="rightBrace">
            <a:avLst>
              <a:gd name="adj1" fmla="val 8333"/>
              <a:gd name="adj2" fmla="val 49034"/>
            </a:avLst>
          </a:prstGeom>
          <a:noFill/>
          <a:ln w="9525" cap="flat" cmpd="sng" algn="ctr">
            <a:solidFill>
              <a:srgbClr val="00B05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a:ln>
                <a:noFill/>
              </a:ln>
              <a:solidFill>
                <a:schemeClr val="tx1"/>
              </a:solidFill>
              <a:effectLst/>
              <a:latin typeface="+mn-lt"/>
              <a:ea typeface="宋体" pitchFamily="2" charset="-122"/>
            </a:endParaRPr>
          </a:p>
        </p:txBody>
      </p:sp>
      <p:sp>
        <p:nvSpPr>
          <p:cNvPr id="6" name="文本框 5">
            <a:extLst>
              <a:ext uri="{FF2B5EF4-FFF2-40B4-BE49-F238E27FC236}">
                <a16:creationId xmlns:a16="http://schemas.microsoft.com/office/drawing/2014/main" id="{35F11212-0A47-AD41-A9B8-C02E9D953EC9}"/>
              </a:ext>
            </a:extLst>
          </p:cNvPr>
          <p:cNvSpPr txBox="1"/>
          <p:nvPr/>
        </p:nvSpPr>
        <p:spPr>
          <a:xfrm>
            <a:off x="2079174" y="1996104"/>
            <a:ext cx="625492" cy="568800"/>
          </a:xfrm>
          <a:prstGeom prst="rect">
            <a:avLst/>
          </a:prstGeom>
          <a:noFill/>
        </p:spPr>
        <p:txBody>
          <a:bodyPr wrap="none" rtlCol="0">
            <a:spAutoFit/>
          </a:bodyPr>
          <a:lstStyle/>
          <a:p>
            <a:r>
              <a:rPr kumimoji="1" lang="en-US" altLang="zh-CN" sz="2000" dirty="0">
                <a:solidFill>
                  <a:schemeClr val="bg1"/>
                </a:solidFill>
                <a:latin typeface="+mn-lt"/>
              </a:rPr>
              <a:t>byte</a:t>
            </a:r>
            <a:endParaRPr kumimoji="1" lang="zh-CN" altLang="en-US" sz="2000" dirty="0">
              <a:solidFill>
                <a:schemeClr val="bg1"/>
              </a:solidFill>
              <a:latin typeface="+mn-lt"/>
            </a:endParaRPr>
          </a:p>
        </p:txBody>
      </p:sp>
      <p:sp>
        <p:nvSpPr>
          <p:cNvPr id="7" name="文本框 6">
            <a:extLst>
              <a:ext uri="{FF2B5EF4-FFF2-40B4-BE49-F238E27FC236}">
                <a16:creationId xmlns:a16="http://schemas.microsoft.com/office/drawing/2014/main" id="{6ED99389-78EE-A047-AB91-AA9885753FDF}"/>
              </a:ext>
            </a:extLst>
          </p:cNvPr>
          <p:cNvSpPr txBox="1"/>
          <p:nvPr/>
        </p:nvSpPr>
        <p:spPr>
          <a:xfrm>
            <a:off x="6452766" y="1974061"/>
            <a:ext cx="625492" cy="360000"/>
          </a:xfrm>
          <a:prstGeom prst="rect">
            <a:avLst/>
          </a:prstGeom>
          <a:noFill/>
        </p:spPr>
        <p:txBody>
          <a:bodyPr wrap="none" rtlCol="0">
            <a:spAutoFit/>
          </a:bodyPr>
          <a:lstStyle/>
          <a:p>
            <a:r>
              <a:rPr kumimoji="1" lang="en-US" altLang="zh-CN" sz="2000" dirty="0">
                <a:solidFill>
                  <a:schemeClr val="bg2"/>
                </a:solidFill>
                <a:latin typeface="+mn-lt"/>
              </a:rPr>
              <a:t>byte</a:t>
            </a:r>
            <a:endParaRPr kumimoji="1" lang="zh-CN" altLang="en-US" sz="2000" dirty="0">
              <a:solidFill>
                <a:schemeClr val="bg2"/>
              </a:solidFill>
              <a:latin typeface="+mn-lt"/>
            </a:endParaRPr>
          </a:p>
        </p:txBody>
      </p:sp>
      <p:sp>
        <p:nvSpPr>
          <p:cNvPr id="8" name="右大括号 7">
            <a:extLst>
              <a:ext uri="{FF2B5EF4-FFF2-40B4-BE49-F238E27FC236}">
                <a16:creationId xmlns:a16="http://schemas.microsoft.com/office/drawing/2014/main" id="{5DC373FA-D3C6-C641-A7DA-9EFEA886826D}"/>
              </a:ext>
            </a:extLst>
          </p:cNvPr>
          <p:cNvSpPr/>
          <p:nvPr/>
        </p:nvSpPr>
        <p:spPr bwMode="auto">
          <a:xfrm rot="5400000" flipV="1">
            <a:off x="4407801" y="-1809915"/>
            <a:ext cx="360040" cy="8640000"/>
          </a:xfrm>
          <a:prstGeom prst="rightBrace">
            <a:avLst>
              <a:gd name="adj1" fmla="val 8333"/>
              <a:gd name="adj2" fmla="val 49034"/>
            </a:avLst>
          </a:prstGeom>
          <a:noFill/>
          <a:ln w="9525"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a:ln>
                <a:noFill/>
              </a:ln>
              <a:solidFill>
                <a:schemeClr val="tx1"/>
              </a:solidFill>
              <a:effectLst/>
              <a:latin typeface="+mn-lt"/>
              <a:ea typeface="宋体" pitchFamily="2" charset="-122"/>
            </a:endParaRPr>
          </a:p>
        </p:txBody>
      </p:sp>
      <p:sp>
        <p:nvSpPr>
          <p:cNvPr id="9" name="文本框 8">
            <a:extLst>
              <a:ext uri="{FF2B5EF4-FFF2-40B4-BE49-F238E27FC236}">
                <a16:creationId xmlns:a16="http://schemas.microsoft.com/office/drawing/2014/main" id="{F655F481-6389-E340-9AC5-4608F6D30654}"/>
              </a:ext>
            </a:extLst>
          </p:cNvPr>
          <p:cNvSpPr txBox="1"/>
          <p:nvPr/>
        </p:nvSpPr>
        <p:spPr>
          <a:xfrm>
            <a:off x="4180868" y="2426208"/>
            <a:ext cx="712054" cy="567912"/>
          </a:xfrm>
          <a:prstGeom prst="rect">
            <a:avLst/>
          </a:prstGeom>
          <a:noFill/>
        </p:spPr>
        <p:txBody>
          <a:bodyPr wrap="none" rtlCol="0">
            <a:spAutoFit/>
          </a:bodyPr>
          <a:lstStyle/>
          <a:p>
            <a:r>
              <a:rPr kumimoji="1" lang="en-US" altLang="zh-CN" sz="2000" dirty="0">
                <a:solidFill>
                  <a:schemeClr val="bg2"/>
                </a:solidFill>
                <a:latin typeface="+mn-lt"/>
              </a:rPr>
              <a:t>word</a:t>
            </a:r>
            <a:endParaRPr kumimoji="1" lang="zh-CN" altLang="en-US" sz="2000" dirty="0">
              <a:solidFill>
                <a:schemeClr val="bg2"/>
              </a:solidFill>
              <a:latin typeface="+mn-lt"/>
            </a:endParaRPr>
          </a:p>
        </p:txBody>
      </p:sp>
      <p:sp>
        <p:nvSpPr>
          <p:cNvPr id="10" name="文本框 9">
            <a:extLst>
              <a:ext uri="{FF2B5EF4-FFF2-40B4-BE49-F238E27FC236}">
                <a16:creationId xmlns:a16="http://schemas.microsoft.com/office/drawing/2014/main" id="{376A8061-93AE-334B-9CA8-495028131611}"/>
              </a:ext>
            </a:extLst>
          </p:cNvPr>
          <p:cNvSpPr txBox="1"/>
          <p:nvPr/>
        </p:nvSpPr>
        <p:spPr>
          <a:xfrm>
            <a:off x="352905" y="1298798"/>
            <a:ext cx="482824" cy="567912"/>
          </a:xfrm>
          <a:prstGeom prst="rect">
            <a:avLst/>
          </a:prstGeom>
          <a:noFill/>
        </p:spPr>
        <p:txBody>
          <a:bodyPr wrap="none" rtlCol="0">
            <a:spAutoFit/>
          </a:bodyPr>
          <a:lstStyle/>
          <a:p>
            <a:r>
              <a:rPr kumimoji="1" lang="en-US" altLang="zh-CN" sz="2000" b="1" dirty="0">
                <a:latin typeface="+mn-lt"/>
              </a:rPr>
              <a:t>bit</a:t>
            </a:r>
            <a:endParaRPr kumimoji="1" lang="zh-CN" altLang="en-US" sz="2000" b="1" dirty="0">
              <a:latin typeface="+mn-lt"/>
            </a:endParaRPr>
          </a:p>
        </p:txBody>
      </p:sp>
      <p:graphicFrame>
        <p:nvGraphicFramePr>
          <p:cNvPr id="11" name="表格 6">
            <a:extLst>
              <a:ext uri="{FF2B5EF4-FFF2-40B4-BE49-F238E27FC236}">
                <a16:creationId xmlns:a16="http://schemas.microsoft.com/office/drawing/2014/main" id="{9602DDE2-2DFA-C847-B5FA-E57910B6C367}"/>
              </a:ext>
            </a:extLst>
          </p:cNvPr>
          <p:cNvGraphicFramePr>
            <a:graphicFrameLocks noGrp="1"/>
          </p:cNvGraphicFramePr>
          <p:nvPr>
            <p:extLst>
              <p:ext uri="{D42A27DB-BD31-4B8C-83A1-F6EECF244321}">
                <p14:modId xmlns:p14="http://schemas.microsoft.com/office/powerpoint/2010/main" val="3611224426"/>
              </p:ext>
            </p:extLst>
          </p:nvPr>
        </p:nvGraphicFramePr>
        <p:xfrm>
          <a:off x="296976" y="3135248"/>
          <a:ext cx="3885088" cy="365760"/>
        </p:xfrm>
        <a:graphic>
          <a:graphicData uri="http://schemas.openxmlformats.org/drawingml/2006/table">
            <a:tbl>
              <a:tblPr firstRow="1" bandRow="1">
                <a:tableStyleId>{93296810-A885-4BE3-A3E7-6D5BEEA58F35}</a:tableStyleId>
              </a:tblPr>
              <a:tblGrid>
                <a:gridCol w="242818">
                  <a:extLst>
                    <a:ext uri="{9D8B030D-6E8A-4147-A177-3AD203B41FA5}">
                      <a16:colId xmlns:a16="http://schemas.microsoft.com/office/drawing/2014/main" val="2991274242"/>
                    </a:ext>
                  </a:extLst>
                </a:gridCol>
                <a:gridCol w="242818">
                  <a:extLst>
                    <a:ext uri="{9D8B030D-6E8A-4147-A177-3AD203B41FA5}">
                      <a16:colId xmlns:a16="http://schemas.microsoft.com/office/drawing/2014/main" val="701385336"/>
                    </a:ext>
                  </a:extLst>
                </a:gridCol>
                <a:gridCol w="242818">
                  <a:extLst>
                    <a:ext uri="{9D8B030D-6E8A-4147-A177-3AD203B41FA5}">
                      <a16:colId xmlns:a16="http://schemas.microsoft.com/office/drawing/2014/main" val="1943199116"/>
                    </a:ext>
                  </a:extLst>
                </a:gridCol>
                <a:gridCol w="242818">
                  <a:extLst>
                    <a:ext uri="{9D8B030D-6E8A-4147-A177-3AD203B41FA5}">
                      <a16:colId xmlns:a16="http://schemas.microsoft.com/office/drawing/2014/main" val="1050302106"/>
                    </a:ext>
                  </a:extLst>
                </a:gridCol>
                <a:gridCol w="242818">
                  <a:extLst>
                    <a:ext uri="{9D8B030D-6E8A-4147-A177-3AD203B41FA5}">
                      <a16:colId xmlns:a16="http://schemas.microsoft.com/office/drawing/2014/main" val="513726698"/>
                    </a:ext>
                  </a:extLst>
                </a:gridCol>
                <a:gridCol w="242818">
                  <a:extLst>
                    <a:ext uri="{9D8B030D-6E8A-4147-A177-3AD203B41FA5}">
                      <a16:colId xmlns:a16="http://schemas.microsoft.com/office/drawing/2014/main" val="3751473095"/>
                    </a:ext>
                  </a:extLst>
                </a:gridCol>
                <a:gridCol w="242818">
                  <a:extLst>
                    <a:ext uri="{9D8B030D-6E8A-4147-A177-3AD203B41FA5}">
                      <a16:colId xmlns:a16="http://schemas.microsoft.com/office/drawing/2014/main" val="2658994822"/>
                    </a:ext>
                  </a:extLst>
                </a:gridCol>
                <a:gridCol w="242818">
                  <a:extLst>
                    <a:ext uri="{9D8B030D-6E8A-4147-A177-3AD203B41FA5}">
                      <a16:colId xmlns:a16="http://schemas.microsoft.com/office/drawing/2014/main" val="1554617307"/>
                    </a:ext>
                  </a:extLst>
                </a:gridCol>
                <a:gridCol w="242818">
                  <a:extLst>
                    <a:ext uri="{9D8B030D-6E8A-4147-A177-3AD203B41FA5}">
                      <a16:colId xmlns:a16="http://schemas.microsoft.com/office/drawing/2014/main" val="1827410068"/>
                    </a:ext>
                  </a:extLst>
                </a:gridCol>
                <a:gridCol w="242818">
                  <a:extLst>
                    <a:ext uri="{9D8B030D-6E8A-4147-A177-3AD203B41FA5}">
                      <a16:colId xmlns:a16="http://schemas.microsoft.com/office/drawing/2014/main" val="2749136551"/>
                    </a:ext>
                  </a:extLst>
                </a:gridCol>
                <a:gridCol w="242818">
                  <a:extLst>
                    <a:ext uri="{9D8B030D-6E8A-4147-A177-3AD203B41FA5}">
                      <a16:colId xmlns:a16="http://schemas.microsoft.com/office/drawing/2014/main" val="3151062447"/>
                    </a:ext>
                  </a:extLst>
                </a:gridCol>
                <a:gridCol w="242818">
                  <a:extLst>
                    <a:ext uri="{9D8B030D-6E8A-4147-A177-3AD203B41FA5}">
                      <a16:colId xmlns:a16="http://schemas.microsoft.com/office/drawing/2014/main" val="498540424"/>
                    </a:ext>
                  </a:extLst>
                </a:gridCol>
                <a:gridCol w="242818">
                  <a:extLst>
                    <a:ext uri="{9D8B030D-6E8A-4147-A177-3AD203B41FA5}">
                      <a16:colId xmlns:a16="http://schemas.microsoft.com/office/drawing/2014/main" val="4039418221"/>
                    </a:ext>
                  </a:extLst>
                </a:gridCol>
                <a:gridCol w="242818">
                  <a:extLst>
                    <a:ext uri="{9D8B030D-6E8A-4147-A177-3AD203B41FA5}">
                      <a16:colId xmlns:a16="http://schemas.microsoft.com/office/drawing/2014/main" val="1494186138"/>
                    </a:ext>
                  </a:extLst>
                </a:gridCol>
                <a:gridCol w="242818">
                  <a:extLst>
                    <a:ext uri="{9D8B030D-6E8A-4147-A177-3AD203B41FA5}">
                      <a16:colId xmlns:a16="http://schemas.microsoft.com/office/drawing/2014/main" val="1858541981"/>
                    </a:ext>
                  </a:extLst>
                </a:gridCol>
                <a:gridCol w="242818">
                  <a:extLst>
                    <a:ext uri="{9D8B030D-6E8A-4147-A177-3AD203B41FA5}">
                      <a16:colId xmlns:a16="http://schemas.microsoft.com/office/drawing/2014/main" val="195326813"/>
                    </a:ext>
                  </a:extLst>
                </a:gridCol>
              </a:tblGrid>
              <a:tr h="0">
                <a:tc>
                  <a:txBody>
                    <a:bodyPr/>
                    <a:lstStyle/>
                    <a:p>
                      <a:endParaRPr lang="zh-CN" altLang="en-US" dirty="0"/>
                    </a:p>
                  </a:txBody>
                  <a:tcPr/>
                </a:tc>
                <a:tc>
                  <a:txBody>
                    <a:bodyPr/>
                    <a:lstStyle/>
                    <a:p>
                      <a:endParaRPr lang="zh-CN" altLang="en-US"/>
                    </a:p>
                  </a:txBody>
                  <a:tcPr/>
                </a:tc>
                <a:tc>
                  <a:txBody>
                    <a:bodyPr/>
                    <a:lstStyle/>
                    <a:p>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1078814846"/>
                  </a:ext>
                </a:extLst>
              </a:tr>
            </a:tbl>
          </a:graphicData>
        </a:graphic>
      </p:graphicFrame>
      <p:graphicFrame>
        <p:nvGraphicFramePr>
          <p:cNvPr id="12" name="表格 6">
            <a:extLst>
              <a:ext uri="{FF2B5EF4-FFF2-40B4-BE49-F238E27FC236}">
                <a16:creationId xmlns:a16="http://schemas.microsoft.com/office/drawing/2014/main" id="{833C4477-DF1F-8F49-AE58-F9BFD6CC3ABF}"/>
              </a:ext>
            </a:extLst>
          </p:cNvPr>
          <p:cNvGraphicFramePr>
            <a:graphicFrameLocks noGrp="1"/>
          </p:cNvGraphicFramePr>
          <p:nvPr>
            <p:extLst>
              <p:ext uri="{D42A27DB-BD31-4B8C-83A1-F6EECF244321}">
                <p14:modId xmlns:p14="http://schemas.microsoft.com/office/powerpoint/2010/main" val="3319363086"/>
              </p:ext>
            </p:extLst>
          </p:nvPr>
        </p:nvGraphicFramePr>
        <p:xfrm>
          <a:off x="449376" y="3287648"/>
          <a:ext cx="3885088" cy="365760"/>
        </p:xfrm>
        <a:graphic>
          <a:graphicData uri="http://schemas.openxmlformats.org/drawingml/2006/table">
            <a:tbl>
              <a:tblPr firstRow="1" bandRow="1">
                <a:tableStyleId>{93296810-A885-4BE3-A3E7-6D5BEEA58F35}</a:tableStyleId>
              </a:tblPr>
              <a:tblGrid>
                <a:gridCol w="242818">
                  <a:extLst>
                    <a:ext uri="{9D8B030D-6E8A-4147-A177-3AD203B41FA5}">
                      <a16:colId xmlns:a16="http://schemas.microsoft.com/office/drawing/2014/main" val="2991274242"/>
                    </a:ext>
                  </a:extLst>
                </a:gridCol>
                <a:gridCol w="242818">
                  <a:extLst>
                    <a:ext uri="{9D8B030D-6E8A-4147-A177-3AD203B41FA5}">
                      <a16:colId xmlns:a16="http://schemas.microsoft.com/office/drawing/2014/main" val="701385336"/>
                    </a:ext>
                  </a:extLst>
                </a:gridCol>
                <a:gridCol w="242818">
                  <a:extLst>
                    <a:ext uri="{9D8B030D-6E8A-4147-A177-3AD203B41FA5}">
                      <a16:colId xmlns:a16="http://schemas.microsoft.com/office/drawing/2014/main" val="1943199116"/>
                    </a:ext>
                  </a:extLst>
                </a:gridCol>
                <a:gridCol w="242818">
                  <a:extLst>
                    <a:ext uri="{9D8B030D-6E8A-4147-A177-3AD203B41FA5}">
                      <a16:colId xmlns:a16="http://schemas.microsoft.com/office/drawing/2014/main" val="1050302106"/>
                    </a:ext>
                  </a:extLst>
                </a:gridCol>
                <a:gridCol w="242818">
                  <a:extLst>
                    <a:ext uri="{9D8B030D-6E8A-4147-A177-3AD203B41FA5}">
                      <a16:colId xmlns:a16="http://schemas.microsoft.com/office/drawing/2014/main" val="513726698"/>
                    </a:ext>
                  </a:extLst>
                </a:gridCol>
                <a:gridCol w="242818">
                  <a:extLst>
                    <a:ext uri="{9D8B030D-6E8A-4147-A177-3AD203B41FA5}">
                      <a16:colId xmlns:a16="http://schemas.microsoft.com/office/drawing/2014/main" val="3751473095"/>
                    </a:ext>
                  </a:extLst>
                </a:gridCol>
                <a:gridCol w="242818">
                  <a:extLst>
                    <a:ext uri="{9D8B030D-6E8A-4147-A177-3AD203B41FA5}">
                      <a16:colId xmlns:a16="http://schemas.microsoft.com/office/drawing/2014/main" val="2658994822"/>
                    </a:ext>
                  </a:extLst>
                </a:gridCol>
                <a:gridCol w="242818">
                  <a:extLst>
                    <a:ext uri="{9D8B030D-6E8A-4147-A177-3AD203B41FA5}">
                      <a16:colId xmlns:a16="http://schemas.microsoft.com/office/drawing/2014/main" val="1554617307"/>
                    </a:ext>
                  </a:extLst>
                </a:gridCol>
                <a:gridCol w="242818">
                  <a:extLst>
                    <a:ext uri="{9D8B030D-6E8A-4147-A177-3AD203B41FA5}">
                      <a16:colId xmlns:a16="http://schemas.microsoft.com/office/drawing/2014/main" val="1827410068"/>
                    </a:ext>
                  </a:extLst>
                </a:gridCol>
                <a:gridCol w="242818">
                  <a:extLst>
                    <a:ext uri="{9D8B030D-6E8A-4147-A177-3AD203B41FA5}">
                      <a16:colId xmlns:a16="http://schemas.microsoft.com/office/drawing/2014/main" val="2749136551"/>
                    </a:ext>
                  </a:extLst>
                </a:gridCol>
                <a:gridCol w="242818">
                  <a:extLst>
                    <a:ext uri="{9D8B030D-6E8A-4147-A177-3AD203B41FA5}">
                      <a16:colId xmlns:a16="http://schemas.microsoft.com/office/drawing/2014/main" val="3151062447"/>
                    </a:ext>
                  </a:extLst>
                </a:gridCol>
                <a:gridCol w="242818">
                  <a:extLst>
                    <a:ext uri="{9D8B030D-6E8A-4147-A177-3AD203B41FA5}">
                      <a16:colId xmlns:a16="http://schemas.microsoft.com/office/drawing/2014/main" val="498540424"/>
                    </a:ext>
                  </a:extLst>
                </a:gridCol>
                <a:gridCol w="242818">
                  <a:extLst>
                    <a:ext uri="{9D8B030D-6E8A-4147-A177-3AD203B41FA5}">
                      <a16:colId xmlns:a16="http://schemas.microsoft.com/office/drawing/2014/main" val="4039418221"/>
                    </a:ext>
                  </a:extLst>
                </a:gridCol>
                <a:gridCol w="242818">
                  <a:extLst>
                    <a:ext uri="{9D8B030D-6E8A-4147-A177-3AD203B41FA5}">
                      <a16:colId xmlns:a16="http://schemas.microsoft.com/office/drawing/2014/main" val="1494186138"/>
                    </a:ext>
                  </a:extLst>
                </a:gridCol>
                <a:gridCol w="242818">
                  <a:extLst>
                    <a:ext uri="{9D8B030D-6E8A-4147-A177-3AD203B41FA5}">
                      <a16:colId xmlns:a16="http://schemas.microsoft.com/office/drawing/2014/main" val="1858541981"/>
                    </a:ext>
                  </a:extLst>
                </a:gridCol>
                <a:gridCol w="242818">
                  <a:extLst>
                    <a:ext uri="{9D8B030D-6E8A-4147-A177-3AD203B41FA5}">
                      <a16:colId xmlns:a16="http://schemas.microsoft.com/office/drawing/2014/main" val="195326813"/>
                    </a:ext>
                  </a:extLst>
                </a:gridCol>
              </a:tblGrid>
              <a:tr h="0">
                <a:tc>
                  <a:txBody>
                    <a:bodyPr/>
                    <a:lstStyle/>
                    <a:p>
                      <a:endParaRPr lang="zh-CN" altLang="en-US" dirty="0"/>
                    </a:p>
                  </a:txBody>
                  <a:tcPr/>
                </a:tc>
                <a:tc>
                  <a:txBody>
                    <a:bodyPr/>
                    <a:lstStyle/>
                    <a:p>
                      <a:endParaRPr lang="zh-CN" altLang="en-US"/>
                    </a:p>
                  </a:txBody>
                  <a:tcPr/>
                </a:tc>
                <a:tc>
                  <a:txBody>
                    <a:bodyPr/>
                    <a:lstStyle/>
                    <a:p>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1078814846"/>
                  </a:ext>
                </a:extLst>
              </a:tr>
            </a:tbl>
          </a:graphicData>
        </a:graphic>
      </p:graphicFrame>
      <p:graphicFrame>
        <p:nvGraphicFramePr>
          <p:cNvPr id="13" name="表格 6">
            <a:extLst>
              <a:ext uri="{FF2B5EF4-FFF2-40B4-BE49-F238E27FC236}">
                <a16:creationId xmlns:a16="http://schemas.microsoft.com/office/drawing/2014/main" id="{0E133303-4CD1-FB49-AFF7-9977FCDED140}"/>
              </a:ext>
            </a:extLst>
          </p:cNvPr>
          <p:cNvGraphicFramePr>
            <a:graphicFrameLocks noGrp="1"/>
          </p:cNvGraphicFramePr>
          <p:nvPr>
            <p:extLst>
              <p:ext uri="{D42A27DB-BD31-4B8C-83A1-F6EECF244321}">
                <p14:modId xmlns:p14="http://schemas.microsoft.com/office/powerpoint/2010/main" val="2113930026"/>
              </p:ext>
            </p:extLst>
          </p:nvPr>
        </p:nvGraphicFramePr>
        <p:xfrm>
          <a:off x="601776" y="3440048"/>
          <a:ext cx="3885088" cy="365760"/>
        </p:xfrm>
        <a:graphic>
          <a:graphicData uri="http://schemas.openxmlformats.org/drawingml/2006/table">
            <a:tbl>
              <a:tblPr firstRow="1" bandRow="1">
                <a:tableStyleId>{93296810-A885-4BE3-A3E7-6D5BEEA58F35}</a:tableStyleId>
              </a:tblPr>
              <a:tblGrid>
                <a:gridCol w="242818">
                  <a:extLst>
                    <a:ext uri="{9D8B030D-6E8A-4147-A177-3AD203B41FA5}">
                      <a16:colId xmlns:a16="http://schemas.microsoft.com/office/drawing/2014/main" val="2991274242"/>
                    </a:ext>
                  </a:extLst>
                </a:gridCol>
                <a:gridCol w="242818">
                  <a:extLst>
                    <a:ext uri="{9D8B030D-6E8A-4147-A177-3AD203B41FA5}">
                      <a16:colId xmlns:a16="http://schemas.microsoft.com/office/drawing/2014/main" val="701385336"/>
                    </a:ext>
                  </a:extLst>
                </a:gridCol>
                <a:gridCol w="242818">
                  <a:extLst>
                    <a:ext uri="{9D8B030D-6E8A-4147-A177-3AD203B41FA5}">
                      <a16:colId xmlns:a16="http://schemas.microsoft.com/office/drawing/2014/main" val="1943199116"/>
                    </a:ext>
                  </a:extLst>
                </a:gridCol>
                <a:gridCol w="242818">
                  <a:extLst>
                    <a:ext uri="{9D8B030D-6E8A-4147-A177-3AD203B41FA5}">
                      <a16:colId xmlns:a16="http://schemas.microsoft.com/office/drawing/2014/main" val="1050302106"/>
                    </a:ext>
                  </a:extLst>
                </a:gridCol>
                <a:gridCol w="242818">
                  <a:extLst>
                    <a:ext uri="{9D8B030D-6E8A-4147-A177-3AD203B41FA5}">
                      <a16:colId xmlns:a16="http://schemas.microsoft.com/office/drawing/2014/main" val="513726698"/>
                    </a:ext>
                  </a:extLst>
                </a:gridCol>
                <a:gridCol w="242818">
                  <a:extLst>
                    <a:ext uri="{9D8B030D-6E8A-4147-A177-3AD203B41FA5}">
                      <a16:colId xmlns:a16="http://schemas.microsoft.com/office/drawing/2014/main" val="3751473095"/>
                    </a:ext>
                  </a:extLst>
                </a:gridCol>
                <a:gridCol w="242818">
                  <a:extLst>
                    <a:ext uri="{9D8B030D-6E8A-4147-A177-3AD203B41FA5}">
                      <a16:colId xmlns:a16="http://schemas.microsoft.com/office/drawing/2014/main" val="2658994822"/>
                    </a:ext>
                  </a:extLst>
                </a:gridCol>
                <a:gridCol w="242818">
                  <a:extLst>
                    <a:ext uri="{9D8B030D-6E8A-4147-A177-3AD203B41FA5}">
                      <a16:colId xmlns:a16="http://schemas.microsoft.com/office/drawing/2014/main" val="1554617307"/>
                    </a:ext>
                  </a:extLst>
                </a:gridCol>
                <a:gridCol w="242818">
                  <a:extLst>
                    <a:ext uri="{9D8B030D-6E8A-4147-A177-3AD203B41FA5}">
                      <a16:colId xmlns:a16="http://schemas.microsoft.com/office/drawing/2014/main" val="1827410068"/>
                    </a:ext>
                  </a:extLst>
                </a:gridCol>
                <a:gridCol w="242818">
                  <a:extLst>
                    <a:ext uri="{9D8B030D-6E8A-4147-A177-3AD203B41FA5}">
                      <a16:colId xmlns:a16="http://schemas.microsoft.com/office/drawing/2014/main" val="2749136551"/>
                    </a:ext>
                  </a:extLst>
                </a:gridCol>
                <a:gridCol w="242818">
                  <a:extLst>
                    <a:ext uri="{9D8B030D-6E8A-4147-A177-3AD203B41FA5}">
                      <a16:colId xmlns:a16="http://schemas.microsoft.com/office/drawing/2014/main" val="3151062447"/>
                    </a:ext>
                  </a:extLst>
                </a:gridCol>
                <a:gridCol w="242818">
                  <a:extLst>
                    <a:ext uri="{9D8B030D-6E8A-4147-A177-3AD203B41FA5}">
                      <a16:colId xmlns:a16="http://schemas.microsoft.com/office/drawing/2014/main" val="498540424"/>
                    </a:ext>
                  </a:extLst>
                </a:gridCol>
                <a:gridCol w="242818">
                  <a:extLst>
                    <a:ext uri="{9D8B030D-6E8A-4147-A177-3AD203B41FA5}">
                      <a16:colId xmlns:a16="http://schemas.microsoft.com/office/drawing/2014/main" val="4039418221"/>
                    </a:ext>
                  </a:extLst>
                </a:gridCol>
                <a:gridCol w="242818">
                  <a:extLst>
                    <a:ext uri="{9D8B030D-6E8A-4147-A177-3AD203B41FA5}">
                      <a16:colId xmlns:a16="http://schemas.microsoft.com/office/drawing/2014/main" val="1494186138"/>
                    </a:ext>
                  </a:extLst>
                </a:gridCol>
                <a:gridCol w="242818">
                  <a:extLst>
                    <a:ext uri="{9D8B030D-6E8A-4147-A177-3AD203B41FA5}">
                      <a16:colId xmlns:a16="http://schemas.microsoft.com/office/drawing/2014/main" val="1858541981"/>
                    </a:ext>
                  </a:extLst>
                </a:gridCol>
                <a:gridCol w="242818">
                  <a:extLst>
                    <a:ext uri="{9D8B030D-6E8A-4147-A177-3AD203B41FA5}">
                      <a16:colId xmlns:a16="http://schemas.microsoft.com/office/drawing/2014/main" val="195326813"/>
                    </a:ext>
                  </a:extLst>
                </a:gridCol>
              </a:tblGrid>
              <a:tr h="0">
                <a:tc>
                  <a:txBody>
                    <a:bodyPr/>
                    <a:lstStyle/>
                    <a:p>
                      <a:endParaRPr lang="zh-CN" altLang="en-US" dirty="0"/>
                    </a:p>
                  </a:txBody>
                  <a:tcPr/>
                </a:tc>
                <a:tc>
                  <a:txBody>
                    <a:bodyPr/>
                    <a:lstStyle/>
                    <a:p>
                      <a:endParaRPr lang="zh-CN" altLang="en-US"/>
                    </a:p>
                  </a:txBody>
                  <a:tcPr/>
                </a:tc>
                <a:tc>
                  <a:txBody>
                    <a:bodyPr/>
                    <a:lstStyle/>
                    <a:p>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1078814846"/>
                  </a:ext>
                </a:extLst>
              </a:tr>
            </a:tbl>
          </a:graphicData>
        </a:graphic>
      </p:graphicFrame>
      <p:graphicFrame>
        <p:nvGraphicFramePr>
          <p:cNvPr id="14" name="表格 6">
            <a:extLst>
              <a:ext uri="{FF2B5EF4-FFF2-40B4-BE49-F238E27FC236}">
                <a16:creationId xmlns:a16="http://schemas.microsoft.com/office/drawing/2014/main" id="{C3AFCEF6-2E34-3747-8F62-75698401DB0D}"/>
              </a:ext>
            </a:extLst>
          </p:cNvPr>
          <p:cNvGraphicFramePr>
            <a:graphicFrameLocks noGrp="1"/>
          </p:cNvGraphicFramePr>
          <p:nvPr>
            <p:extLst>
              <p:ext uri="{D42A27DB-BD31-4B8C-83A1-F6EECF244321}">
                <p14:modId xmlns:p14="http://schemas.microsoft.com/office/powerpoint/2010/main" val="4276675549"/>
              </p:ext>
            </p:extLst>
          </p:nvPr>
        </p:nvGraphicFramePr>
        <p:xfrm>
          <a:off x="754176" y="3592448"/>
          <a:ext cx="3885088" cy="365760"/>
        </p:xfrm>
        <a:graphic>
          <a:graphicData uri="http://schemas.openxmlformats.org/drawingml/2006/table">
            <a:tbl>
              <a:tblPr firstRow="1" bandRow="1">
                <a:tableStyleId>{93296810-A885-4BE3-A3E7-6D5BEEA58F35}</a:tableStyleId>
              </a:tblPr>
              <a:tblGrid>
                <a:gridCol w="242818">
                  <a:extLst>
                    <a:ext uri="{9D8B030D-6E8A-4147-A177-3AD203B41FA5}">
                      <a16:colId xmlns:a16="http://schemas.microsoft.com/office/drawing/2014/main" val="2991274242"/>
                    </a:ext>
                  </a:extLst>
                </a:gridCol>
                <a:gridCol w="242818">
                  <a:extLst>
                    <a:ext uri="{9D8B030D-6E8A-4147-A177-3AD203B41FA5}">
                      <a16:colId xmlns:a16="http://schemas.microsoft.com/office/drawing/2014/main" val="701385336"/>
                    </a:ext>
                  </a:extLst>
                </a:gridCol>
                <a:gridCol w="242818">
                  <a:extLst>
                    <a:ext uri="{9D8B030D-6E8A-4147-A177-3AD203B41FA5}">
                      <a16:colId xmlns:a16="http://schemas.microsoft.com/office/drawing/2014/main" val="1943199116"/>
                    </a:ext>
                  </a:extLst>
                </a:gridCol>
                <a:gridCol w="242818">
                  <a:extLst>
                    <a:ext uri="{9D8B030D-6E8A-4147-A177-3AD203B41FA5}">
                      <a16:colId xmlns:a16="http://schemas.microsoft.com/office/drawing/2014/main" val="1050302106"/>
                    </a:ext>
                  </a:extLst>
                </a:gridCol>
                <a:gridCol w="242818">
                  <a:extLst>
                    <a:ext uri="{9D8B030D-6E8A-4147-A177-3AD203B41FA5}">
                      <a16:colId xmlns:a16="http://schemas.microsoft.com/office/drawing/2014/main" val="513726698"/>
                    </a:ext>
                  </a:extLst>
                </a:gridCol>
                <a:gridCol w="242818">
                  <a:extLst>
                    <a:ext uri="{9D8B030D-6E8A-4147-A177-3AD203B41FA5}">
                      <a16:colId xmlns:a16="http://schemas.microsoft.com/office/drawing/2014/main" val="3751473095"/>
                    </a:ext>
                  </a:extLst>
                </a:gridCol>
                <a:gridCol w="242818">
                  <a:extLst>
                    <a:ext uri="{9D8B030D-6E8A-4147-A177-3AD203B41FA5}">
                      <a16:colId xmlns:a16="http://schemas.microsoft.com/office/drawing/2014/main" val="2658994822"/>
                    </a:ext>
                  </a:extLst>
                </a:gridCol>
                <a:gridCol w="242818">
                  <a:extLst>
                    <a:ext uri="{9D8B030D-6E8A-4147-A177-3AD203B41FA5}">
                      <a16:colId xmlns:a16="http://schemas.microsoft.com/office/drawing/2014/main" val="1554617307"/>
                    </a:ext>
                  </a:extLst>
                </a:gridCol>
                <a:gridCol w="242818">
                  <a:extLst>
                    <a:ext uri="{9D8B030D-6E8A-4147-A177-3AD203B41FA5}">
                      <a16:colId xmlns:a16="http://schemas.microsoft.com/office/drawing/2014/main" val="1827410068"/>
                    </a:ext>
                  </a:extLst>
                </a:gridCol>
                <a:gridCol w="242818">
                  <a:extLst>
                    <a:ext uri="{9D8B030D-6E8A-4147-A177-3AD203B41FA5}">
                      <a16:colId xmlns:a16="http://schemas.microsoft.com/office/drawing/2014/main" val="2749136551"/>
                    </a:ext>
                  </a:extLst>
                </a:gridCol>
                <a:gridCol w="242818">
                  <a:extLst>
                    <a:ext uri="{9D8B030D-6E8A-4147-A177-3AD203B41FA5}">
                      <a16:colId xmlns:a16="http://schemas.microsoft.com/office/drawing/2014/main" val="3151062447"/>
                    </a:ext>
                  </a:extLst>
                </a:gridCol>
                <a:gridCol w="242818">
                  <a:extLst>
                    <a:ext uri="{9D8B030D-6E8A-4147-A177-3AD203B41FA5}">
                      <a16:colId xmlns:a16="http://schemas.microsoft.com/office/drawing/2014/main" val="498540424"/>
                    </a:ext>
                  </a:extLst>
                </a:gridCol>
                <a:gridCol w="242818">
                  <a:extLst>
                    <a:ext uri="{9D8B030D-6E8A-4147-A177-3AD203B41FA5}">
                      <a16:colId xmlns:a16="http://schemas.microsoft.com/office/drawing/2014/main" val="4039418221"/>
                    </a:ext>
                  </a:extLst>
                </a:gridCol>
                <a:gridCol w="242818">
                  <a:extLst>
                    <a:ext uri="{9D8B030D-6E8A-4147-A177-3AD203B41FA5}">
                      <a16:colId xmlns:a16="http://schemas.microsoft.com/office/drawing/2014/main" val="1494186138"/>
                    </a:ext>
                  </a:extLst>
                </a:gridCol>
                <a:gridCol w="242818">
                  <a:extLst>
                    <a:ext uri="{9D8B030D-6E8A-4147-A177-3AD203B41FA5}">
                      <a16:colId xmlns:a16="http://schemas.microsoft.com/office/drawing/2014/main" val="1858541981"/>
                    </a:ext>
                  </a:extLst>
                </a:gridCol>
                <a:gridCol w="242818">
                  <a:extLst>
                    <a:ext uri="{9D8B030D-6E8A-4147-A177-3AD203B41FA5}">
                      <a16:colId xmlns:a16="http://schemas.microsoft.com/office/drawing/2014/main" val="195326813"/>
                    </a:ext>
                  </a:extLst>
                </a:gridCol>
              </a:tblGrid>
              <a:tr h="0">
                <a:tc>
                  <a:txBody>
                    <a:bodyPr/>
                    <a:lstStyle/>
                    <a:p>
                      <a:endParaRPr lang="zh-CN" altLang="en-US" dirty="0"/>
                    </a:p>
                  </a:txBody>
                  <a:tcPr/>
                </a:tc>
                <a:tc>
                  <a:txBody>
                    <a:bodyPr/>
                    <a:lstStyle/>
                    <a:p>
                      <a:endParaRPr lang="zh-CN" altLang="en-US"/>
                    </a:p>
                  </a:txBody>
                  <a:tcPr/>
                </a:tc>
                <a:tc>
                  <a:txBody>
                    <a:bodyPr/>
                    <a:lstStyle/>
                    <a:p>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1078814846"/>
                  </a:ext>
                </a:extLst>
              </a:tr>
            </a:tbl>
          </a:graphicData>
        </a:graphic>
      </p:graphicFrame>
      <p:graphicFrame>
        <p:nvGraphicFramePr>
          <p:cNvPr id="15" name="表格 6">
            <a:extLst>
              <a:ext uri="{FF2B5EF4-FFF2-40B4-BE49-F238E27FC236}">
                <a16:creationId xmlns:a16="http://schemas.microsoft.com/office/drawing/2014/main" id="{74E9C2C4-02DF-E149-B22B-9972A5AE5432}"/>
              </a:ext>
            </a:extLst>
          </p:cNvPr>
          <p:cNvGraphicFramePr>
            <a:graphicFrameLocks noGrp="1"/>
          </p:cNvGraphicFramePr>
          <p:nvPr>
            <p:extLst>
              <p:ext uri="{D42A27DB-BD31-4B8C-83A1-F6EECF244321}">
                <p14:modId xmlns:p14="http://schemas.microsoft.com/office/powerpoint/2010/main" val="2790191928"/>
              </p:ext>
            </p:extLst>
          </p:nvPr>
        </p:nvGraphicFramePr>
        <p:xfrm>
          <a:off x="906576" y="3744848"/>
          <a:ext cx="3885088" cy="365760"/>
        </p:xfrm>
        <a:graphic>
          <a:graphicData uri="http://schemas.openxmlformats.org/drawingml/2006/table">
            <a:tbl>
              <a:tblPr firstRow="1" bandRow="1">
                <a:tableStyleId>{93296810-A885-4BE3-A3E7-6D5BEEA58F35}</a:tableStyleId>
              </a:tblPr>
              <a:tblGrid>
                <a:gridCol w="242818">
                  <a:extLst>
                    <a:ext uri="{9D8B030D-6E8A-4147-A177-3AD203B41FA5}">
                      <a16:colId xmlns:a16="http://schemas.microsoft.com/office/drawing/2014/main" val="2991274242"/>
                    </a:ext>
                  </a:extLst>
                </a:gridCol>
                <a:gridCol w="242818">
                  <a:extLst>
                    <a:ext uri="{9D8B030D-6E8A-4147-A177-3AD203B41FA5}">
                      <a16:colId xmlns:a16="http://schemas.microsoft.com/office/drawing/2014/main" val="701385336"/>
                    </a:ext>
                  </a:extLst>
                </a:gridCol>
                <a:gridCol w="242818">
                  <a:extLst>
                    <a:ext uri="{9D8B030D-6E8A-4147-A177-3AD203B41FA5}">
                      <a16:colId xmlns:a16="http://schemas.microsoft.com/office/drawing/2014/main" val="1943199116"/>
                    </a:ext>
                  </a:extLst>
                </a:gridCol>
                <a:gridCol w="242818">
                  <a:extLst>
                    <a:ext uri="{9D8B030D-6E8A-4147-A177-3AD203B41FA5}">
                      <a16:colId xmlns:a16="http://schemas.microsoft.com/office/drawing/2014/main" val="1050302106"/>
                    </a:ext>
                  </a:extLst>
                </a:gridCol>
                <a:gridCol w="242818">
                  <a:extLst>
                    <a:ext uri="{9D8B030D-6E8A-4147-A177-3AD203B41FA5}">
                      <a16:colId xmlns:a16="http://schemas.microsoft.com/office/drawing/2014/main" val="513726698"/>
                    </a:ext>
                  </a:extLst>
                </a:gridCol>
                <a:gridCol w="242818">
                  <a:extLst>
                    <a:ext uri="{9D8B030D-6E8A-4147-A177-3AD203B41FA5}">
                      <a16:colId xmlns:a16="http://schemas.microsoft.com/office/drawing/2014/main" val="3751473095"/>
                    </a:ext>
                  </a:extLst>
                </a:gridCol>
                <a:gridCol w="242818">
                  <a:extLst>
                    <a:ext uri="{9D8B030D-6E8A-4147-A177-3AD203B41FA5}">
                      <a16:colId xmlns:a16="http://schemas.microsoft.com/office/drawing/2014/main" val="2658994822"/>
                    </a:ext>
                  </a:extLst>
                </a:gridCol>
                <a:gridCol w="242818">
                  <a:extLst>
                    <a:ext uri="{9D8B030D-6E8A-4147-A177-3AD203B41FA5}">
                      <a16:colId xmlns:a16="http://schemas.microsoft.com/office/drawing/2014/main" val="1554617307"/>
                    </a:ext>
                  </a:extLst>
                </a:gridCol>
                <a:gridCol w="242818">
                  <a:extLst>
                    <a:ext uri="{9D8B030D-6E8A-4147-A177-3AD203B41FA5}">
                      <a16:colId xmlns:a16="http://schemas.microsoft.com/office/drawing/2014/main" val="1827410068"/>
                    </a:ext>
                  </a:extLst>
                </a:gridCol>
                <a:gridCol w="242818">
                  <a:extLst>
                    <a:ext uri="{9D8B030D-6E8A-4147-A177-3AD203B41FA5}">
                      <a16:colId xmlns:a16="http://schemas.microsoft.com/office/drawing/2014/main" val="2749136551"/>
                    </a:ext>
                  </a:extLst>
                </a:gridCol>
                <a:gridCol w="242818">
                  <a:extLst>
                    <a:ext uri="{9D8B030D-6E8A-4147-A177-3AD203B41FA5}">
                      <a16:colId xmlns:a16="http://schemas.microsoft.com/office/drawing/2014/main" val="3151062447"/>
                    </a:ext>
                  </a:extLst>
                </a:gridCol>
                <a:gridCol w="242818">
                  <a:extLst>
                    <a:ext uri="{9D8B030D-6E8A-4147-A177-3AD203B41FA5}">
                      <a16:colId xmlns:a16="http://schemas.microsoft.com/office/drawing/2014/main" val="498540424"/>
                    </a:ext>
                  </a:extLst>
                </a:gridCol>
                <a:gridCol w="242818">
                  <a:extLst>
                    <a:ext uri="{9D8B030D-6E8A-4147-A177-3AD203B41FA5}">
                      <a16:colId xmlns:a16="http://schemas.microsoft.com/office/drawing/2014/main" val="4039418221"/>
                    </a:ext>
                  </a:extLst>
                </a:gridCol>
                <a:gridCol w="242818">
                  <a:extLst>
                    <a:ext uri="{9D8B030D-6E8A-4147-A177-3AD203B41FA5}">
                      <a16:colId xmlns:a16="http://schemas.microsoft.com/office/drawing/2014/main" val="1494186138"/>
                    </a:ext>
                  </a:extLst>
                </a:gridCol>
                <a:gridCol w="242818">
                  <a:extLst>
                    <a:ext uri="{9D8B030D-6E8A-4147-A177-3AD203B41FA5}">
                      <a16:colId xmlns:a16="http://schemas.microsoft.com/office/drawing/2014/main" val="1858541981"/>
                    </a:ext>
                  </a:extLst>
                </a:gridCol>
                <a:gridCol w="242818">
                  <a:extLst>
                    <a:ext uri="{9D8B030D-6E8A-4147-A177-3AD203B41FA5}">
                      <a16:colId xmlns:a16="http://schemas.microsoft.com/office/drawing/2014/main" val="195326813"/>
                    </a:ext>
                  </a:extLst>
                </a:gridCol>
              </a:tblGrid>
              <a:tr h="0">
                <a:tc>
                  <a:txBody>
                    <a:bodyPr/>
                    <a:lstStyle/>
                    <a:p>
                      <a:endParaRPr lang="zh-CN" altLang="en-US" dirty="0"/>
                    </a:p>
                  </a:txBody>
                  <a:tcPr/>
                </a:tc>
                <a:tc>
                  <a:txBody>
                    <a:bodyPr/>
                    <a:lstStyle/>
                    <a:p>
                      <a:endParaRPr lang="zh-CN" altLang="en-US"/>
                    </a:p>
                  </a:txBody>
                  <a:tcPr/>
                </a:tc>
                <a:tc>
                  <a:txBody>
                    <a:bodyPr/>
                    <a:lstStyle/>
                    <a:p>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1078814846"/>
                  </a:ext>
                </a:extLst>
              </a:tr>
            </a:tbl>
          </a:graphicData>
        </a:graphic>
      </p:graphicFrame>
      <p:sp>
        <p:nvSpPr>
          <p:cNvPr id="16" name="矩形 15">
            <a:extLst>
              <a:ext uri="{FF2B5EF4-FFF2-40B4-BE49-F238E27FC236}">
                <a16:creationId xmlns:a16="http://schemas.microsoft.com/office/drawing/2014/main" id="{A4425EF5-4CE5-7948-BF1A-A82D29727A0A}"/>
              </a:ext>
            </a:extLst>
          </p:cNvPr>
          <p:cNvSpPr/>
          <p:nvPr/>
        </p:nvSpPr>
        <p:spPr bwMode="auto">
          <a:xfrm>
            <a:off x="267821" y="2924944"/>
            <a:ext cx="4625101" cy="1519134"/>
          </a:xfrm>
          <a:prstGeom prst="rect">
            <a:avLst/>
          </a:prstGeom>
          <a:noFill/>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6000" b="0" i="0" u="none" strike="noStrike" cap="none" normalizeH="0" baseline="0">
              <a:ln>
                <a:noFill/>
              </a:ln>
              <a:solidFill>
                <a:schemeClr val="tx1"/>
              </a:solidFill>
              <a:effectLst/>
              <a:ea typeface="宋体" pitchFamily="2" charset="-122"/>
            </a:endParaRPr>
          </a:p>
        </p:txBody>
      </p:sp>
      <p:sp>
        <p:nvSpPr>
          <p:cNvPr id="17" name="文本框 16">
            <a:extLst>
              <a:ext uri="{FF2B5EF4-FFF2-40B4-BE49-F238E27FC236}">
                <a16:creationId xmlns:a16="http://schemas.microsoft.com/office/drawing/2014/main" id="{4AB0E3D9-95FF-534C-94B1-D407F8C11D00}"/>
              </a:ext>
            </a:extLst>
          </p:cNvPr>
          <p:cNvSpPr txBox="1"/>
          <p:nvPr/>
        </p:nvSpPr>
        <p:spPr>
          <a:xfrm>
            <a:off x="2112991" y="4221088"/>
            <a:ext cx="4572000" cy="570541"/>
          </a:xfrm>
          <a:prstGeom prst="rect">
            <a:avLst/>
          </a:prstGeom>
          <a:noFill/>
        </p:spPr>
        <p:txBody>
          <a:bodyPr wrap="square">
            <a:spAutoFit/>
          </a:bodyPr>
          <a:lstStyle/>
          <a:p>
            <a:r>
              <a:rPr lang="en-US" altLang="zh-CN" sz="2000" b="0" i="0" u="none" strike="noStrike" dirty="0">
                <a:solidFill>
                  <a:schemeClr val="bg1"/>
                </a:solidFill>
                <a:effectLst/>
                <a:latin typeface="+mn-lt"/>
              </a:rPr>
              <a:t>block</a:t>
            </a:r>
            <a:endParaRPr lang="zh-CN" altLang="en-US" sz="2000" dirty="0">
              <a:solidFill>
                <a:schemeClr val="bg1"/>
              </a:solidFill>
              <a:latin typeface="+mn-lt"/>
            </a:endParaRPr>
          </a:p>
        </p:txBody>
      </p:sp>
      <p:sp>
        <p:nvSpPr>
          <p:cNvPr id="18" name="文本框 17">
            <a:extLst>
              <a:ext uri="{FF2B5EF4-FFF2-40B4-BE49-F238E27FC236}">
                <a16:creationId xmlns:a16="http://schemas.microsoft.com/office/drawing/2014/main" id="{522FC953-3098-B747-946D-B3B6097F29AE}"/>
              </a:ext>
            </a:extLst>
          </p:cNvPr>
          <p:cNvSpPr txBox="1"/>
          <p:nvPr/>
        </p:nvSpPr>
        <p:spPr>
          <a:xfrm>
            <a:off x="1932614" y="3948542"/>
            <a:ext cx="1223412" cy="505203"/>
          </a:xfrm>
          <a:prstGeom prst="rect">
            <a:avLst/>
          </a:prstGeom>
          <a:noFill/>
        </p:spPr>
        <p:txBody>
          <a:bodyPr wrap="none" rtlCol="0">
            <a:spAutoFit/>
          </a:bodyPr>
          <a:lstStyle/>
          <a:p>
            <a:r>
              <a:rPr kumimoji="1" lang="en-US" altLang="zh-CN" sz="1800" dirty="0">
                <a:solidFill>
                  <a:schemeClr val="bg2"/>
                </a:solidFill>
              </a:rPr>
              <a:t>120</a:t>
            </a:r>
            <a:r>
              <a:rPr kumimoji="1" lang="zh-CN" altLang="en-US" sz="1800" dirty="0">
                <a:solidFill>
                  <a:schemeClr val="bg2"/>
                </a:solidFill>
              </a:rPr>
              <a:t>个字符</a:t>
            </a:r>
          </a:p>
        </p:txBody>
      </p:sp>
      <p:sp>
        <p:nvSpPr>
          <p:cNvPr id="19" name="矩形标注 18">
            <a:extLst>
              <a:ext uri="{FF2B5EF4-FFF2-40B4-BE49-F238E27FC236}">
                <a16:creationId xmlns:a16="http://schemas.microsoft.com/office/drawing/2014/main" id="{E1ABE5BD-C5C8-9149-A08F-A6F71C2BF1DF}"/>
              </a:ext>
            </a:extLst>
          </p:cNvPr>
          <p:cNvSpPr/>
          <p:nvPr/>
        </p:nvSpPr>
        <p:spPr bwMode="auto">
          <a:xfrm>
            <a:off x="296976" y="720851"/>
            <a:ext cx="4119532" cy="522707"/>
          </a:xfrm>
          <a:prstGeom prst="wedgeRectCallout">
            <a:avLst>
              <a:gd name="adj1" fmla="val -41364"/>
              <a:gd name="adj2" fmla="val 80269"/>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pPr indent="11113"/>
            <a:r>
              <a:rPr lang="zh-CN" altLang="en-US" sz="1800" b="0" i="0" u="none" strike="noStrike" dirty="0">
                <a:solidFill>
                  <a:schemeClr val="bg2"/>
                </a:solidFill>
                <a:effectLst/>
                <a:latin typeface="-apple-system"/>
              </a:rPr>
              <a:t>位是计算机内部数据储存的最小单位</a:t>
            </a:r>
            <a:endParaRPr lang="en-US" altLang="zh-CN" sz="1800" b="0" i="0" u="none" strike="noStrike" dirty="0">
              <a:solidFill>
                <a:schemeClr val="bg2"/>
              </a:solidFill>
              <a:effectLst/>
              <a:latin typeface="-apple-system"/>
            </a:endParaRPr>
          </a:p>
        </p:txBody>
      </p:sp>
      <p:sp>
        <p:nvSpPr>
          <p:cNvPr id="20" name="矩形标注 19">
            <a:extLst>
              <a:ext uri="{FF2B5EF4-FFF2-40B4-BE49-F238E27FC236}">
                <a16:creationId xmlns:a16="http://schemas.microsoft.com/office/drawing/2014/main" id="{90EC2D9F-CEC7-9542-8C80-1A99E9F1AA63}"/>
              </a:ext>
            </a:extLst>
          </p:cNvPr>
          <p:cNvSpPr/>
          <p:nvPr/>
        </p:nvSpPr>
        <p:spPr bwMode="auto">
          <a:xfrm>
            <a:off x="4788289" y="720851"/>
            <a:ext cx="4119532" cy="522707"/>
          </a:xfrm>
          <a:prstGeom prst="wedgeRectCallout">
            <a:avLst>
              <a:gd name="adj1" fmla="val -8943"/>
              <a:gd name="adj2" fmla="val 80146"/>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pPr indent="11113"/>
            <a:r>
              <a:rPr lang="zh-CN" altLang="en-US" sz="1800" dirty="0">
                <a:solidFill>
                  <a:schemeClr val="bg2"/>
                </a:solidFill>
                <a:latin typeface="-apple-system"/>
              </a:rPr>
              <a:t>字节是计算机中数据处理的基本单位</a:t>
            </a:r>
            <a:endParaRPr lang="en-US" altLang="zh-CN" sz="1800" b="0" i="0" u="none" strike="noStrike" dirty="0">
              <a:solidFill>
                <a:schemeClr val="bg2"/>
              </a:solidFill>
              <a:effectLst/>
              <a:latin typeface="-apple-system"/>
            </a:endParaRPr>
          </a:p>
        </p:txBody>
      </p:sp>
      <p:sp>
        <p:nvSpPr>
          <p:cNvPr id="21" name="矩形标注 20">
            <a:extLst>
              <a:ext uri="{FF2B5EF4-FFF2-40B4-BE49-F238E27FC236}">
                <a16:creationId xmlns:a16="http://schemas.microsoft.com/office/drawing/2014/main" id="{F4F068A3-2EA2-2B4A-8A33-8C235C53EEFE}"/>
              </a:ext>
            </a:extLst>
          </p:cNvPr>
          <p:cNvSpPr/>
          <p:nvPr/>
        </p:nvSpPr>
        <p:spPr bwMode="auto">
          <a:xfrm>
            <a:off x="5064086" y="2605243"/>
            <a:ext cx="3972410" cy="522707"/>
          </a:xfrm>
          <a:prstGeom prst="wedgeRectCallout">
            <a:avLst>
              <a:gd name="adj1" fmla="val -58681"/>
              <a:gd name="adj2" fmla="val -22222"/>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r>
              <a:rPr lang="zh-CN" altLang="en-US" sz="1800" dirty="0">
                <a:solidFill>
                  <a:schemeClr val="bg2"/>
                </a:solidFill>
                <a:latin typeface="-apple-system"/>
              </a:rPr>
              <a:t>字长是计算机性能的一个重要指标</a:t>
            </a:r>
            <a:endParaRPr lang="en-US" altLang="zh-CN" sz="1800" dirty="0">
              <a:solidFill>
                <a:schemeClr val="bg2"/>
              </a:solidFill>
              <a:latin typeface="-apple-system"/>
            </a:endParaRPr>
          </a:p>
        </p:txBody>
      </p:sp>
      <p:sp>
        <p:nvSpPr>
          <p:cNvPr id="22" name="矩形标注 21">
            <a:extLst>
              <a:ext uri="{FF2B5EF4-FFF2-40B4-BE49-F238E27FC236}">
                <a16:creationId xmlns:a16="http://schemas.microsoft.com/office/drawing/2014/main" id="{B7E52986-C2A9-DE42-AAFA-4FD199B28C99}"/>
              </a:ext>
            </a:extLst>
          </p:cNvPr>
          <p:cNvSpPr/>
          <p:nvPr/>
        </p:nvSpPr>
        <p:spPr bwMode="auto">
          <a:xfrm>
            <a:off x="5064086" y="3611258"/>
            <a:ext cx="3972410" cy="522707"/>
          </a:xfrm>
          <a:prstGeom prst="wedgeRectCallout">
            <a:avLst>
              <a:gd name="adj1" fmla="val -54463"/>
              <a:gd name="adj2" fmla="val -5468"/>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r>
              <a:rPr lang="zh-CN" altLang="en-US" sz="1800" dirty="0">
                <a:solidFill>
                  <a:schemeClr val="bg2"/>
                </a:solidFill>
                <a:latin typeface="-apple-system"/>
              </a:rPr>
              <a:t>块是内存和外存交换信息的最小单位</a:t>
            </a:r>
            <a:endParaRPr lang="en-US" altLang="zh-CN" sz="1800" dirty="0">
              <a:solidFill>
                <a:schemeClr val="bg2"/>
              </a:solidFill>
              <a:latin typeface="-apple-system"/>
            </a:endParaRPr>
          </a:p>
        </p:txBody>
      </p:sp>
      <p:sp>
        <p:nvSpPr>
          <p:cNvPr id="23" name="梯形 22">
            <a:extLst>
              <a:ext uri="{FF2B5EF4-FFF2-40B4-BE49-F238E27FC236}">
                <a16:creationId xmlns:a16="http://schemas.microsoft.com/office/drawing/2014/main" id="{12A61E6D-1846-5A4A-AD94-9A462B959BE5}"/>
              </a:ext>
            </a:extLst>
          </p:cNvPr>
          <p:cNvSpPr/>
          <p:nvPr/>
        </p:nvSpPr>
        <p:spPr bwMode="auto">
          <a:xfrm rot="10800000">
            <a:off x="323528" y="4833019"/>
            <a:ext cx="2500855" cy="1971892"/>
          </a:xfrm>
          <a:prstGeom prst="trapezoid">
            <a:avLst/>
          </a:prstGeom>
          <a:noFill/>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a:ln>
                <a:noFill/>
              </a:ln>
              <a:solidFill>
                <a:schemeClr val="tx1"/>
              </a:solidFill>
              <a:effectLst/>
              <a:latin typeface="宋体" pitchFamily="2" charset="-122"/>
              <a:ea typeface="宋体" pitchFamily="2" charset="-122"/>
            </a:endParaRPr>
          </a:p>
        </p:txBody>
      </p:sp>
      <p:pic>
        <p:nvPicPr>
          <p:cNvPr id="24" name="图片 23">
            <a:extLst>
              <a:ext uri="{FF2B5EF4-FFF2-40B4-BE49-F238E27FC236}">
                <a16:creationId xmlns:a16="http://schemas.microsoft.com/office/drawing/2014/main" id="{6FCA0578-12FD-3443-BC29-691B44A2C03C}"/>
              </a:ext>
            </a:extLst>
          </p:cNvPr>
          <p:cNvPicPr>
            <a:picLocks noChangeAspect="1"/>
          </p:cNvPicPr>
          <p:nvPr/>
        </p:nvPicPr>
        <p:blipFill>
          <a:blip r:embed="rId2"/>
          <a:stretch>
            <a:fillRect/>
          </a:stretch>
        </p:blipFill>
        <p:spPr>
          <a:xfrm>
            <a:off x="780200" y="5011316"/>
            <a:ext cx="1442663" cy="331103"/>
          </a:xfrm>
          <a:prstGeom prst="rect">
            <a:avLst/>
          </a:prstGeom>
        </p:spPr>
      </p:pic>
      <p:pic>
        <p:nvPicPr>
          <p:cNvPr id="25" name="图片 24">
            <a:extLst>
              <a:ext uri="{FF2B5EF4-FFF2-40B4-BE49-F238E27FC236}">
                <a16:creationId xmlns:a16="http://schemas.microsoft.com/office/drawing/2014/main" id="{88D410EA-0E5A-2440-B878-AD027EFAA8CD}"/>
              </a:ext>
            </a:extLst>
          </p:cNvPr>
          <p:cNvPicPr>
            <a:picLocks noChangeAspect="1"/>
          </p:cNvPicPr>
          <p:nvPr/>
        </p:nvPicPr>
        <p:blipFill>
          <a:blip r:embed="rId2"/>
          <a:stretch>
            <a:fillRect/>
          </a:stretch>
        </p:blipFill>
        <p:spPr>
          <a:xfrm>
            <a:off x="907089" y="6319893"/>
            <a:ext cx="1442663" cy="331103"/>
          </a:xfrm>
          <a:prstGeom prst="rect">
            <a:avLst/>
          </a:prstGeom>
        </p:spPr>
      </p:pic>
      <p:pic>
        <p:nvPicPr>
          <p:cNvPr id="26" name="图片 25">
            <a:extLst>
              <a:ext uri="{FF2B5EF4-FFF2-40B4-BE49-F238E27FC236}">
                <a16:creationId xmlns:a16="http://schemas.microsoft.com/office/drawing/2014/main" id="{92A4C54C-60ED-9F4D-84AC-1637E6C12FDB}"/>
              </a:ext>
            </a:extLst>
          </p:cNvPr>
          <p:cNvPicPr>
            <a:picLocks noChangeAspect="1"/>
          </p:cNvPicPr>
          <p:nvPr/>
        </p:nvPicPr>
        <p:blipFill>
          <a:blip r:embed="rId2"/>
          <a:stretch>
            <a:fillRect/>
          </a:stretch>
        </p:blipFill>
        <p:spPr>
          <a:xfrm>
            <a:off x="852625" y="5440243"/>
            <a:ext cx="1442663" cy="331103"/>
          </a:xfrm>
          <a:prstGeom prst="rect">
            <a:avLst/>
          </a:prstGeom>
        </p:spPr>
      </p:pic>
      <p:pic>
        <p:nvPicPr>
          <p:cNvPr id="27" name="图片 26">
            <a:extLst>
              <a:ext uri="{FF2B5EF4-FFF2-40B4-BE49-F238E27FC236}">
                <a16:creationId xmlns:a16="http://schemas.microsoft.com/office/drawing/2014/main" id="{FFDFCF12-2583-DE4A-AE99-234C98D0CB86}"/>
              </a:ext>
            </a:extLst>
          </p:cNvPr>
          <p:cNvPicPr>
            <a:picLocks noChangeAspect="1"/>
          </p:cNvPicPr>
          <p:nvPr/>
        </p:nvPicPr>
        <p:blipFill>
          <a:blip r:embed="rId2"/>
          <a:stretch>
            <a:fillRect/>
          </a:stretch>
        </p:blipFill>
        <p:spPr>
          <a:xfrm>
            <a:off x="886524" y="5908392"/>
            <a:ext cx="1442663" cy="331103"/>
          </a:xfrm>
          <a:prstGeom prst="rect">
            <a:avLst/>
          </a:prstGeom>
        </p:spPr>
      </p:pic>
      <p:sp>
        <p:nvSpPr>
          <p:cNvPr id="28" name="文本框 27">
            <a:extLst>
              <a:ext uri="{FF2B5EF4-FFF2-40B4-BE49-F238E27FC236}">
                <a16:creationId xmlns:a16="http://schemas.microsoft.com/office/drawing/2014/main" id="{767DA7BC-7A9E-EA41-A7C8-8162B05BB18B}"/>
              </a:ext>
            </a:extLst>
          </p:cNvPr>
          <p:cNvSpPr txBox="1"/>
          <p:nvPr/>
        </p:nvSpPr>
        <p:spPr>
          <a:xfrm>
            <a:off x="-36512" y="6280885"/>
            <a:ext cx="4609578" cy="520335"/>
          </a:xfrm>
          <a:prstGeom prst="rect">
            <a:avLst/>
          </a:prstGeom>
          <a:noFill/>
        </p:spPr>
        <p:txBody>
          <a:bodyPr wrap="square">
            <a:spAutoFit/>
          </a:bodyPr>
          <a:lstStyle/>
          <a:p>
            <a:r>
              <a:rPr lang="en-US" altLang="zh-CN" sz="1800" b="0" i="0" u="none" strike="noStrike" dirty="0">
                <a:solidFill>
                  <a:schemeClr val="bg1"/>
                </a:solidFill>
                <a:effectLst/>
                <a:latin typeface="+mn-lt"/>
              </a:rPr>
              <a:t>bucket</a:t>
            </a:r>
            <a:endParaRPr lang="zh-CN" altLang="en-US" sz="1800" dirty="0">
              <a:solidFill>
                <a:schemeClr val="bg1"/>
              </a:solidFill>
              <a:latin typeface="+mn-lt"/>
            </a:endParaRPr>
          </a:p>
        </p:txBody>
      </p:sp>
      <p:sp>
        <p:nvSpPr>
          <p:cNvPr id="29" name="矩形标注 28">
            <a:extLst>
              <a:ext uri="{FF2B5EF4-FFF2-40B4-BE49-F238E27FC236}">
                <a16:creationId xmlns:a16="http://schemas.microsoft.com/office/drawing/2014/main" id="{987F1E5E-8263-3F4C-A304-AE21EADF91D7}"/>
              </a:ext>
            </a:extLst>
          </p:cNvPr>
          <p:cNvSpPr/>
          <p:nvPr/>
        </p:nvSpPr>
        <p:spPr bwMode="auto">
          <a:xfrm>
            <a:off x="2824384" y="4955561"/>
            <a:ext cx="2068538" cy="1754326"/>
          </a:xfrm>
          <a:prstGeom prst="wedgeRectCallout">
            <a:avLst>
              <a:gd name="adj1" fmla="val -58548"/>
              <a:gd name="adj2" fmla="val -4754"/>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pPr>
              <a:lnSpc>
                <a:spcPct val="100000"/>
              </a:lnSpc>
            </a:pPr>
            <a:r>
              <a:rPr lang="zh-CN" altLang="en-US" sz="1800" dirty="0"/>
              <a:t>桶：数据库中存储数据的基本元素。它是一块连续的内存空间，相当于一个箱子，用来装载数据的。</a:t>
            </a:r>
            <a:endParaRPr lang="en-US" altLang="zh-CN" sz="1800" dirty="0">
              <a:solidFill>
                <a:schemeClr val="bg2"/>
              </a:solidFill>
              <a:latin typeface="-apple-system"/>
            </a:endParaRPr>
          </a:p>
        </p:txBody>
      </p:sp>
      <p:sp>
        <p:nvSpPr>
          <p:cNvPr id="30" name="磁盘 29">
            <a:extLst>
              <a:ext uri="{FF2B5EF4-FFF2-40B4-BE49-F238E27FC236}">
                <a16:creationId xmlns:a16="http://schemas.microsoft.com/office/drawing/2014/main" id="{84AB7980-67CA-F441-B749-0ECE26A4E32C}"/>
              </a:ext>
            </a:extLst>
          </p:cNvPr>
          <p:cNvSpPr/>
          <p:nvPr/>
        </p:nvSpPr>
        <p:spPr bwMode="auto">
          <a:xfrm>
            <a:off x="5102162" y="4216561"/>
            <a:ext cx="3919439" cy="2628960"/>
          </a:xfrm>
          <a:prstGeom prst="flowChartMagneticDisk">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00000"/>
              </a:lnSpc>
              <a:spcBef>
                <a:spcPct val="0"/>
              </a:spcBef>
              <a:spcAft>
                <a:spcPct val="0"/>
              </a:spcAft>
              <a:buClrTx/>
              <a:buSzTx/>
              <a:buFontTx/>
              <a:buNone/>
              <a:tabLst/>
            </a:pPr>
            <a:r>
              <a:rPr lang="zh-CN" altLang="en-US" sz="2000" b="0" i="0" u="none" strike="noStrike" dirty="0">
                <a:solidFill>
                  <a:srgbClr val="333333"/>
                </a:solidFill>
                <a:effectLst/>
                <a:latin typeface="Arial" panose="020B0604020202020204" pitchFamily="34" charset="0"/>
              </a:rPr>
              <a:t>一台</a:t>
            </a:r>
            <a:r>
              <a:rPr lang="zh-CN" altLang="en-US" sz="2000" b="0" i="0" u="none" strike="noStrike" dirty="0">
                <a:solidFill>
                  <a:srgbClr val="F73131"/>
                </a:solidFill>
                <a:effectLst/>
                <a:latin typeface="Arial" panose="020B0604020202020204" pitchFamily="34" charset="0"/>
              </a:rPr>
              <a:t>输入输出设备所能装载的全部</a:t>
            </a:r>
            <a:r>
              <a:rPr lang="zh-CN" altLang="en-US" sz="2000" b="0" i="0" u="none" strike="noStrike" dirty="0">
                <a:solidFill>
                  <a:srgbClr val="333333"/>
                </a:solidFill>
                <a:effectLst/>
                <a:latin typeface="Arial" panose="020B0604020202020204" pitchFamily="34" charset="0"/>
              </a:rPr>
              <a:t>有用</a:t>
            </a:r>
            <a:r>
              <a:rPr lang="zh-CN" altLang="en-US" sz="2000" b="0" i="0" u="none" strike="noStrike" dirty="0">
                <a:solidFill>
                  <a:srgbClr val="F73131"/>
                </a:solidFill>
                <a:effectLst/>
                <a:latin typeface="Arial" panose="020B0604020202020204" pitchFamily="34" charset="0"/>
              </a:rPr>
              <a:t>信息</a:t>
            </a:r>
            <a:r>
              <a:rPr lang="en-US" altLang="zh-CN" sz="2000" b="0" i="0" u="none" strike="noStrike" dirty="0">
                <a:solidFill>
                  <a:srgbClr val="333333"/>
                </a:solidFill>
                <a:effectLst/>
                <a:latin typeface="Arial" panose="020B0604020202020204" pitchFamily="34" charset="0"/>
              </a:rPr>
              <a:t>,</a:t>
            </a:r>
            <a:r>
              <a:rPr lang="zh-CN" altLang="en-US" sz="2000" b="0" i="0" u="none" strike="noStrike" dirty="0">
                <a:solidFill>
                  <a:srgbClr val="333333"/>
                </a:solidFill>
                <a:effectLst/>
                <a:latin typeface="Arial" panose="020B0604020202020204" pitchFamily="34" charset="0"/>
              </a:rPr>
              <a:t>例如磁带机的一盘磁带即为一卷</a:t>
            </a:r>
            <a:r>
              <a:rPr lang="en-US" altLang="zh-CN" sz="2000" b="0" i="0" u="none" strike="noStrike" dirty="0">
                <a:solidFill>
                  <a:srgbClr val="333333"/>
                </a:solidFill>
                <a:effectLst/>
                <a:latin typeface="Arial" panose="020B0604020202020204" pitchFamily="34" charset="0"/>
              </a:rPr>
              <a:t>,</a:t>
            </a:r>
            <a:r>
              <a:rPr lang="zh-CN" altLang="en-US" sz="2000" b="0" i="0" u="none" strike="noStrike" dirty="0">
                <a:solidFill>
                  <a:srgbClr val="333333"/>
                </a:solidFill>
                <a:effectLst/>
                <a:latin typeface="Arial" panose="020B0604020202020204" pitchFamily="34" charset="0"/>
              </a:rPr>
              <a:t>磁盘设备的一个盘组也是一卷。 </a:t>
            </a:r>
            <a:endParaRPr kumimoji="1" lang="zh-CN" altLang="en-US" sz="2000" b="0" i="0" u="none" strike="noStrike" cap="none" normalizeH="0" baseline="0" dirty="0">
              <a:ln>
                <a:noFill/>
              </a:ln>
              <a:solidFill>
                <a:schemeClr val="tx1"/>
              </a:solidFill>
              <a:effectLst/>
              <a:latin typeface="宋体" pitchFamily="2" charset="-122"/>
              <a:ea typeface="宋体" pitchFamily="2" charset="-122"/>
            </a:endParaRPr>
          </a:p>
        </p:txBody>
      </p:sp>
      <p:sp>
        <p:nvSpPr>
          <p:cNvPr id="31" name="文本框 30">
            <a:extLst>
              <a:ext uri="{FF2B5EF4-FFF2-40B4-BE49-F238E27FC236}">
                <a16:creationId xmlns:a16="http://schemas.microsoft.com/office/drawing/2014/main" id="{4E98DB69-0467-E14B-AD1A-0664F42DF66F}"/>
              </a:ext>
            </a:extLst>
          </p:cNvPr>
          <p:cNvSpPr txBox="1"/>
          <p:nvPr/>
        </p:nvSpPr>
        <p:spPr>
          <a:xfrm>
            <a:off x="8257476" y="6225276"/>
            <a:ext cx="4609578" cy="520335"/>
          </a:xfrm>
          <a:prstGeom prst="rect">
            <a:avLst/>
          </a:prstGeom>
          <a:noFill/>
        </p:spPr>
        <p:txBody>
          <a:bodyPr wrap="square">
            <a:spAutoFit/>
          </a:bodyPr>
          <a:lstStyle/>
          <a:p>
            <a:r>
              <a:rPr lang="en-US" altLang="zh-CN" sz="1800" dirty="0">
                <a:solidFill>
                  <a:schemeClr val="bg1"/>
                </a:solidFill>
                <a:latin typeface="+mn-lt"/>
              </a:rPr>
              <a:t>volume</a:t>
            </a:r>
            <a:endParaRPr lang="zh-CN" altLang="en-US" sz="1800" dirty="0">
              <a:solidFill>
                <a:schemeClr val="bg1"/>
              </a:solidFill>
              <a:latin typeface="+mn-lt"/>
            </a:endParaRPr>
          </a:p>
        </p:txBody>
      </p:sp>
    </p:spTree>
    <p:extLst>
      <p:ext uri="{BB962C8B-B14F-4D97-AF65-F5344CB8AC3E}">
        <p14:creationId xmlns:p14="http://schemas.microsoft.com/office/powerpoint/2010/main" val="4159893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9" grpId="0" animBg="1"/>
      <p:bldP spid="30" grpId="0" animBg="1"/>
      <p:bldP spid="3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2" name="Rectangle 1026"/>
          <p:cNvSpPr>
            <a:spLocks noChangeArrowheads="1"/>
          </p:cNvSpPr>
          <p:nvPr/>
        </p:nvSpPr>
        <p:spPr bwMode="auto">
          <a:xfrm>
            <a:off x="-324544" y="47021"/>
            <a:ext cx="9361040" cy="57582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indent="-228600" eaLnBrk="1" hangingPunct="1">
              <a:lnSpc>
                <a:spcPct val="220000"/>
              </a:lnSpc>
              <a:tabLst>
                <a:tab pos="777875" algn="l"/>
              </a:tabLst>
            </a:pPr>
            <a:r>
              <a:rPr lang="en-US" altLang="zh-CN" sz="3200" b="1" dirty="0">
                <a:solidFill>
                  <a:srgbClr val="000099"/>
                </a:solidFill>
                <a:latin typeface="Times New Roman" pitchFamily="18" charset="0"/>
              </a:rPr>
              <a:t>      </a:t>
            </a:r>
            <a:r>
              <a:rPr lang="zh-CN" altLang="en-US" sz="3200" b="1" dirty="0">
                <a:solidFill>
                  <a:srgbClr val="000099"/>
                </a:solidFill>
                <a:latin typeface="Times New Roman" pitchFamily="18" charset="0"/>
              </a:rPr>
              <a:t>二、数据联系的描述</a:t>
            </a:r>
            <a:r>
              <a:rPr lang="zh-CN" altLang="en-US" sz="3200" b="1" dirty="0">
                <a:solidFill>
                  <a:schemeClr val="bg2"/>
                </a:solidFill>
                <a:latin typeface="Times New Roman" pitchFamily="18" charset="0"/>
              </a:rPr>
              <a:t>     </a:t>
            </a:r>
          </a:p>
          <a:p>
            <a:pPr indent="-228600">
              <a:lnSpc>
                <a:spcPct val="220000"/>
              </a:lnSpc>
              <a:tabLst>
                <a:tab pos="777875" algn="l"/>
              </a:tabLst>
            </a:pPr>
            <a:r>
              <a:rPr lang="zh-CN" altLang="en-US" b="1" dirty="0">
                <a:solidFill>
                  <a:schemeClr val="bg2"/>
                </a:solidFill>
                <a:latin typeface="Times New Roman" pitchFamily="18" charset="0"/>
              </a:rPr>
              <a:t>       信息世界中</a:t>
            </a:r>
            <a:r>
              <a:rPr lang="zh-CN" altLang="en-US" b="1" dirty="0">
                <a:solidFill>
                  <a:schemeClr val="bg2"/>
                </a:solidFill>
              </a:rPr>
              <a:t>，实体与实体之间有联系</a:t>
            </a:r>
            <a:r>
              <a:rPr lang="zh-CN" altLang="en-US" b="1" dirty="0">
                <a:solidFill>
                  <a:schemeClr val="bg2"/>
                </a:solidFill>
                <a:latin typeface="Times New Roman" pitchFamily="18" charset="0"/>
              </a:rPr>
              <a:t>包括：</a:t>
            </a:r>
          </a:p>
          <a:p>
            <a:pPr indent="-228600">
              <a:lnSpc>
                <a:spcPct val="220000"/>
              </a:lnSpc>
              <a:tabLst>
                <a:tab pos="777875" algn="l"/>
              </a:tabLst>
            </a:pPr>
            <a:r>
              <a:rPr lang="zh-CN" altLang="en-US" b="1" dirty="0">
                <a:solidFill>
                  <a:schemeClr val="bg2"/>
                </a:solidFill>
                <a:latin typeface="Times New Roman" pitchFamily="18" charset="0"/>
              </a:rPr>
              <a:t>         </a:t>
            </a:r>
            <a:r>
              <a:rPr lang="en-US" altLang="zh-CN" b="1" dirty="0">
                <a:solidFill>
                  <a:schemeClr val="bg2"/>
                </a:solidFill>
                <a:latin typeface="Times New Roman" pitchFamily="18" charset="0"/>
              </a:rPr>
              <a:t>        </a:t>
            </a:r>
            <a:r>
              <a:rPr lang="zh-CN" altLang="en-US" b="1" dirty="0">
                <a:solidFill>
                  <a:schemeClr val="bg1"/>
                </a:solidFill>
                <a:latin typeface="Times New Roman" pitchFamily="18" charset="0"/>
              </a:rPr>
              <a:t>实体内部的联系</a:t>
            </a:r>
            <a:r>
              <a:rPr lang="zh-CN" altLang="en-US" b="1" dirty="0">
                <a:solidFill>
                  <a:schemeClr val="bg2"/>
                </a:solidFill>
                <a:latin typeface="Times New Roman" pitchFamily="18" charset="0"/>
              </a:rPr>
              <a:t>；   </a:t>
            </a:r>
            <a:r>
              <a:rPr lang="zh-CN" altLang="en-US" b="1" dirty="0">
                <a:solidFill>
                  <a:schemeClr val="bg1"/>
                </a:solidFill>
                <a:latin typeface="Times New Roman" pitchFamily="18" charset="0"/>
              </a:rPr>
              <a:t>实体之间的联系</a:t>
            </a:r>
            <a:r>
              <a:rPr lang="zh-CN" altLang="en-US" b="1" dirty="0">
                <a:solidFill>
                  <a:schemeClr val="bg2"/>
                </a:solidFill>
                <a:latin typeface="Times New Roman" pitchFamily="18" charset="0"/>
              </a:rPr>
              <a:t>。     </a:t>
            </a:r>
          </a:p>
          <a:p>
            <a:pPr indent="-228600">
              <a:lnSpc>
                <a:spcPct val="220000"/>
              </a:lnSpc>
              <a:tabLst>
                <a:tab pos="777875" algn="l"/>
              </a:tabLst>
            </a:pPr>
            <a:r>
              <a:rPr lang="zh-CN" altLang="en-US" b="1" dirty="0">
                <a:solidFill>
                  <a:schemeClr val="bg2"/>
                </a:solidFill>
                <a:latin typeface="Times New Roman" pitchFamily="18" charset="0"/>
              </a:rPr>
              <a:t>  </a:t>
            </a:r>
            <a:r>
              <a:rPr lang="en-US" altLang="zh-CN" b="1" dirty="0">
                <a:solidFill>
                  <a:schemeClr val="bg2"/>
                </a:solidFill>
                <a:latin typeface="Times New Roman" pitchFamily="18" charset="0"/>
              </a:rPr>
              <a:t>     </a:t>
            </a:r>
            <a:r>
              <a:rPr lang="zh-CN" altLang="en-US" b="1" dirty="0">
                <a:solidFill>
                  <a:srgbClr val="800000"/>
                </a:solidFill>
                <a:latin typeface="Times New Roman" pitchFamily="18" charset="0"/>
              </a:rPr>
              <a:t>定义：</a:t>
            </a:r>
            <a:endParaRPr lang="en-US" altLang="zh-CN" b="1" dirty="0">
              <a:solidFill>
                <a:srgbClr val="800000"/>
              </a:solidFill>
              <a:latin typeface="Times New Roman" pitchFamily="18" charset="0"/>
            </a:endParaRPr>
          </a:p>
          <a:p>
            <a:pPr indent="-228600">
              <a:lnSpc>
                <a:spcPct val="220000"/>
              </a:lnSpc>
              <a:tabLst>
                <a:tab pos="777875" algn="l"/>
              </a:tabLst>
            </a:pPr>
            <a:r>
              <a:rPr lang="en-US" altLang="zh-CN" b="1" dirty="0">
                <a:solidFill>
                  <a:srgbClr val="800000"/>
                </a:solidFill>
                <a:latin typeface="Times New Roman" pitchFamily="18" charset="0"/>
              </a:rPr>
              <a:t>             </a:t>
            </a:r>
            <a:r>
              <a:rPr lang="zh-CN" altLang="en-US" b="1" dirty="0">
                <a:solidFill>
                  <a:schemeClr val="bg1"/>
                </a:solidFill>
                <a:latin typeface="Times New Roman" pitchFamily="18" charset="0"/>
              </a:rPr>
              <a:t>联系</a:t>
            </a:r>
            <a:r>
              <a:rPr lang="zh-CN" altLang="en-US" b="1" dirty="0">
                <a:solidFill>
                  <a:schemeClr val="bg2"/>
                </a:solidFill>
                <a:latin typeface="Times New Roman" pitchFamily="18" charset="0"/>
              </a:rPr>
              <a:t>是实体之间的相互关系。</a:t>
            </a:r>
            <a:endParaRPr lang="en-US" altLang="zh-CN" b="1" dirty="0">
              <a:solidFill>
                <a:schemeClr val="bg2"/>
              </a:solidFill>
              <a:latin typeface="Times New Roman" pitchFamily="18" charset="0"/>
            </a:endParaRPr>
          </a:p>
          <a:p>
            <a:pPr indent="-228600">
              <a:lnSpc>
                <a:spcPct val="220000"/>
              </a:lnSpc>
              <a:tabLst>
                <a:tab pos="777875" algn="l"/>
              </a:tabLst>
            </a:pPr>
            <a:r>
              <a:rPr lang="en-US" altLang="zh-CN" b="1" dirty="0">
                <a:solidFill>
                  <a:schemeClr val="bg2"/>
                </a:solidFill>
                <a:latin typeface="Times New Roman" pitchFamily="18" charset="0"/>
              </a:rPr>
              <a:t>             </a:t>
            </a:r>
            <a:r>
              <a:rPr lang="zh-CN" altLang="en-US" b="1" dirty="0">
                <a:solidFill>
                  <a:schemeClr val="bg2"/>
                </a:solidFill>
                <a:latin typeface="Times New Roman" pitchFamily="18" charset="0"/>
              </a:rPr>
              <a:t>与一个联系有关的实体集个数，称为联系的</a:t>
            </a:r>
            <a:r>
              <a:rPr lang="zh-CN" altLang="en-US" b="1" dirty="0">
                <a:solidFill>
                  <a:schemeClr val="bg1"/>
                </a:solidFill>
                <a:latin typeface="Times New Roman" pitchFamily="18" charset="0"/>
              </a:rPr>
              <a:t>元数</a:t>
            </a:r>
            <a:r>
              <a:rPr lang="zh-CN" altLang="en-US" b="1" dirty="0">
                <a:solidFill>
                  <a:schemeClr val="bg2"/>
                </a:solidFill>
                <a:latin typeface="Times New Roman" pitchFamily="18" charset="0"/>
              </a:rPr>
              <a:t>。</a:t>
            </a:r>
          </a:p>
        </p:txBody>
      </p:sp>
      <p:pic>
        <p:nvPicPr>
          <p:cNvPr id="3" name="图片 2">
            <a:extLst>
              <a:ext uri="{FF2B5EF4-FFF2-40B4-BE49-F238E27FC236}">
                <a16:creationId xmlns:a16="http://schemas.microsoft.com/office/drawing/2014/main" id="{20A27050-7401-5A44-9229-EF6B9FEB2E43}"/>
              </a:ext>
            </a:extLst>
          </p:cNvPr>
          <p:cNvPicPr>
            <a:picLocks noChangeAspect="1"/>
          </p:cNvPicPr>
          <p:nvPr/>
        </p:nvPicPr>
        <p:blipFill rotWithShape="1">
          <a:blip r:embed="rId2"/>
          <a:srcRect l="676" t="20973" r="54062" b="13716"/>
          <a:stretch/>
        </p:blipFill>
        <p:spPr>
          <a:xfrm>
            <a:off x="323528" y="510318"/>
            <a:ext cx="577970" cy="55043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498" name="Rectangle 2"/>
          <p:cNvSpPr>
            <a:spLocks noChangeArrowheads="1"/>
          </p:cNvSpPr>
          <p:nvPr/>
        </p:nvSpPr>
        <p:spPr bwMode="auto">
          <a:xfrm>
            <a:off x="0" y="0"/>
            <a:ext cx="9144000" cy="16802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indent="-228600" eaLnBrk="1" hangingPunct="1">
              <a:lnSpc>
                <a:spcPct val="200000"/>
              </a:lnSpc>
              <a:tabLst>
                <a:tab pos="777875" algn="l"/>
              </a:tabLst>
            </a:pPr>
            <a:r>
              <a:rPr lang="en-US" altLang="zh-CN" b="1" dirty="0">
                <a:solidFill>
                  <a:srgbClr val="800000"/>
                </a:solidFill>
                <a:latin typeface="Times New Roman" pitchFamily="18" charset="0"/>
              </a:rPr>
              <a:t>       1</a:t>
            </a:r>
            <a:r>
              <a:rPr lang="zh-CN" altLang="en-US" b="1" dirty="0">
                <a:solidFill>
                  <a:srgbClr val="800000"/>
                </a:solidFill>
                <a:latin typeface="Times New Roman" pitchFamily="18" charset="0"/>
              </a:rPr>
              <a:t>、二元联系：</a:t>
            </a:r>
            <a:r>
              <a:rPr lang="zh-CN" altLang="en-US" b="1" dirty="0">
                <a:solidFill>
                  <a:schemeClr val="bg2"/>
                </a:solidFill>
                <a:latin typeface="Times New Roman" pitchFamily="18" charset="0"/>
              </a:rPr>
              <a:t>两个不同实体集的实体间联系</a:t>
            </a:r>
          </a:p>
          <a:p>
            <a:pPr indent="-228600">
              <a:lnSpc>
                <a:spcPct val="200000"/>
              </a:lnSpc>
              <a:tabLst>
                <a:tab pos="777875" algn="l"/>
              </a:tabLst>
            </a:pPr>
            <a:r>
              <a:rPr lang="zh-CN" altLang="en-US" b="1" dirty="0">
                <a:solidFill>
                  <a:schemeClr val="bg2"/>
                </a:solidFill>
                <a:latin typeface="Times New Roman" pitchFamily="18" charset="0"/>
                <a:cs typeface="Times New Roman" pitchFamily="18" charset="0"/>
              </a:rPr>
              <a:t>        </a:t>
            </a:r>
            <a:r>
              <a:rPr lang="en-US" altLang="zh-CN" b="1" dirty="0">
                <a:solidFill>
                  <a:srgbClr val="000099"/>
                </a:solidFill>
                <a:latin typeface="Times New Roman" pitchFamily="18" charset="0"/>
                <a:cs typeface="Times New Roman" pitchFamily="18" charset="0"/>
              </a:rPr>
              <a:t>1</a:t>
            </a:r>
            <a:r>
              <a:rPr lang="zh-CN" altLang="en-US" b="1" dirty="0">
                <a:solidFill>
                  <a:srgbClr val="000099"/>
                </a:solidFill>
                <a:latin typeface="Times New Roman" pitchFamily="18" charset="0"/>
                <a:cs typeface="Times New Roman" pitchFamily="18" charset="0"/>
              </a:rPr>
              <a:t>：</a:t>
            </a:r>
            <a:r>
              <a:rPr lang="en-US" altLang="zh-CN" b="1" dirty="0">
                <a:solidFill>
                  <a:srgbClr val="000099"/>
                </a:solidFill>
                <a:latin typeface="Times New Roman" pitchFamily="18" charset="0"/>
                <a:cs typeface="Times New Roman" pitchFamily="18" charset="0"/>
              </a:rPr>
              <a:t>1</a:t>
            </a:r>
            <a:r>
              <a:rPr lang="zh-CN" altLang="en-US" b="1" dirty="0">
                <a:solidFill>
                  <a:srgbClr val="000099"/>
                </a:solidFill>
                <a:latin typeface="Times New Roman" pitchFamily="18" charset="0"/>
                <a:cs typeface="Times New Roman" pitchFamily="18" charset="0"/>
              </a:rPr>
              <a:t>联系：</a:t>
            </a:r>
            <a:r>
              <a:rPr lang="zh-CN" altLang="en-US" b="1" dirty="0">
                <a:solidFill>
                  <a:srgbClr val="000099"/>
                </a:solidFill>
                <a:latin typeface="Times New Roman" pitchFamily="18" charset="0"/>
              </a:rPr>
              <a:t>               </a:t>
            </a:r>
            <a:r>
              <a:rPr lang="en-US" altLang="zh-CN" b="1" dirty="0">
                <a:solidFill>
                  <a:srgbClr val="000099"/>
                </a:solidFill>
                <a:latin typeface="Times New Roman" pitchFamily="18" charset="0"/>
                <a:cs typeface="Times New Roman" pitchFamily="18" charset="0"/>
              </a:rPr>
              <a:t>1</a:t>
            </a:r>
            <a:r>
              <a:rPr lang="zh-CN" altLang="en-US" b="1" dirty="0">
                <a:solidFill>
                  <a:srgbClr val="000099"/>
                </a:solidFill>
                <a:latin typeface="Times New Roman" pitchFamily="18" charset="0"/>
                <a:cs typeface="Times New Roman" pitchFamily="18" charset="0"/>
              </a:rPr>
              <a:t>：</a:t>
            </a:r>
            <a:r>
              <a:rPr lang="en-US" altLang="zh-CN" b="1" dirty="0">
                <a:solidFill>
                  <a:srgbClr val="000099"/>
                </a:solidFill>
                <a:latin typeface="Times New Roman" pitchFamily="18" charset="0"/>
              </a:rPr>
              <a:t>n </a:t>
            </a:r>
            <a:r>
              <a:rPr lang="zh-CN" altLang="en-US" b="1" dirty="0">
                <a:solidFill>
                  <a:srgbClr val="000099"/>
                </a:solidFill>
                <a:latin typeface="Times New Roman" pitchFamily="18" charset="0"/>
                <a:cs typeface="Times New Roman" pitchFamily="18" charset="0"/>
              </a:rPr>
              <a:t>联系：             </a:t>
            </a:r>
            <a:r>
              <a:rPr lang="zh-CN" altLang="en-US" b="1" dirty="0">
                <a:solidFill>
                  <a:srgbClr val="000099"/>
                </a:solidFill>
                <a:latin typeface="Times New Roman" pitchFamily="18" charset="0"/>
              </a:rPr>
              <a:t> </a:t>
            </a:r>
            <a:r>
              <a:rPr lang="en-US" altLang="zh-CN" b="1" dirty="0">
                <a:solidFill>
                  <a:srgbClr val="000099"/>
                </a:solidFill>
                <a:latin typeface="Times New Roman" pitchFamily="18" charset="0"/>
                <a:cs typeface="Times New Roman" pitchFamily="18" charset="0"/>
              </a:rPr>
              <a:t>m</a:t>
            </a:r>
            <a:r>
              <a:rPr lang="zh-CN" altLang="en-US" b="1" dirty="0">
                <a:solidFill>
                  <a:srgbClr val="000099"/>
                </a:solidFill>
                <a:latin typeface="Times New Roman" pitchFamily="18" charset="0"/>
                <a:cs typeface="Times New Roman" pitchFamily="18" charset="0"/>
              </a:rPr>
              <a:t>：</a:t>
            </a:r>
            <a:r>
              <a:rPr lang="en-US" altLang="zh-CN" b="1" dirty="0">
                <a:solidFill>
                  <a:srgbClr val="000099"/>
                </a:solidFill>
                <a:latin typeface="Times New Roman" pitchFamily="18" charset="0"/>
                <a:cs typeface="Times New Roman" pitchFamily="18" charset="0"/>
              </a:rPr>
              <a:t>n</a:t>
            </a:r>
            <a:r>
              <a:rPr lang="zh-CN" altLang="en-US" b="1" dirty="0">
                <a:solidFill>
                  <a:srgbClr val="000099"/>
                </a:solidFill>
                <a:latin typeface="Times New Roman" pitchFamily="18" charset="0"/>
                <a:cs typeface="Times New Roman" pitchFamily="18" charset="0"/>
              </a:rPr>
              <a:t>联系：</a:t>
            </a:r>
            <a:r>
              <a:rPr lang="zh-CN" altLang="en-US" sz="2400" b="1" dirty="0">
                <a:solidFill>
                  <a:schemeClr val="bg2"/>
                </a:solidFill>
                <a:latin typeface="Times New Roman" pitchFamily="18" charset="0"/>
              </a:rPr>
              <a:t> </a:t>
            </a:r>
          </a:p>
        </p:txBody>
      </p:sp>
      <p:grpSp>
        <p:nvGrpSpPr>
          <p:cNvPr id="618613" name="Group 117"/>
          <p:cNvGrpSpPr>
            <a:grpSpLocks/>
          </p:cNvGrpSpPr>
          <p:nvPr/>
        </p:nvGrpSpPr>
        <p:grpSpPr bwMode="auto">
          <a:xfrm>
            <a:off x="250825" y="2060278"/>
            <a:ext cx="2879725" cy="2466975"/>
            <a:chOff x="192" y="1920"/>
            <a:chExt cx="1680" cy="1152"/>
          </a:xfrm>
        </p:grpSpPr>
        <p:grpSp>
          <p:nvGrpSpPr>
            <p:cNvPr id="618614" name="Group 118"/>
            <p:cNvGrpSpPr>
              <a:grpSpLocks/>
            </p:cNvGrpSpPr>
            <p:nvPr/>
          </p:nvGrpSpPr>
          <p:grpSpPr bwMode="auto">
            <a:xfrm>
              <a:off x="192" y="1920"/>
              <a:ext cx="1680" cy="1152"/>
              <a:chOff x="192" y="1920"/>
              <a:chExt cx="1680" cy="1152"/>
            </a:xfrm>
          </p:grpSpPr>
          <p:grpSp>
            <p:nvGrpSpPr>
              <p:cNvPr id="618615" name="Group 119"/>
              <p:cNvGrpSpPr>
                <a:grpSpLocks/>
              </p:cNvGrpSpPr>
              <p:nvPr/>
            </p:nvGrpSpPr>
            <p:grpSpPr bwMode="auto">
              <a:xfrm>
                <a:off x="192" y="1920"/>
                <a:ext cx="600" cy="1152"/>
                <a:chOff x="6312" y="14232"/>
                <a:chExt cx="1050" cy="1248"/>
              </a:xfrm>
            </p:grpSpPr>
            <p:sp>
              <p:nvSpPr>
                <p:cNvPr id="618616" name="Oval 120"/>
                <p:cNvSpPr>
                  <a:spLocks noChangeArrowheads="1"/>
                </p:cNvSpPr>
                <p:nvPr/>
              </p:nvSpPr>
              <p:spPr bwMode="auto">
                <a:xfrm>
                  <a:off x="6312" y="14232"/>
                  <a:ext cx="1050" cy="1248"/>
                </a:xfrm>
                <a:prstGeom prst="ellipse">
                  <a:avLst/>
                </a:prstGeom>
                <a:solidFill>
                  <a:schemeClr val="tx1"/>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17" name="Rectangle 121"/>
                <p:cNvSpPr>
                  <a:spLocks noChangeArrowheads="1"/>
                </p:cNvSpPr>
                <p:nvPr/>
              </p:nvSpPr>
              <p:spPr bwMode="auto">
                <a:xfrm>
                  <a:off x="6627" y="14388"/>
                  <a:ext cx="105" cy="156"/>
                </a:xfrm>
                <a:prstGeom prst="rect">
                  <a:avLst/>
                </a:prstGeom>
                <a:solidFill>
                  <a:schemeClr val="tx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18" name="Rectangle 122"/>
                <p:cNvSpPr>
                  <a:spLocks noChangeArrowheads="1"/>
                </p:cNvSpPr>
                <p:nvPr/>
              </p:nvSpPr>
              <p:spPr bwMode="auto">
                <a:xfrm>
                  <a:off x="7047" y="14545"/>
                  <a:ext cx="105" cy="156"/>
                </a:xfrm>
                <a:prstGeom prst="rect">
                  <a:avLst/>
                </a:prstGeom>
                <a:solidFill>
                  <a:schemeClr val="tx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19" name="Rectangle 123"/>
                <p:cNvSpPr>
                  <a:spLocks noChangeArrowheads="1"/>
                </p:cNvSpPr>
                <p:nvPr/>
              </p:nvSpPr>
              <p:spPr bwMode="auto">
                <a:xfrm>
                  <a:off x="6627" y="14700"/>
                  <a:ext cx="105" cy="156"/>
                </a:xfrm>
                <a:prstGeom prst="rect">
                  <a:avLst/>
                </a:prstGeom>
                <a:solidFill>
                  <a:schemeClr val="tx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20" name="Rectangle 124"/>
                <p:cNvSpPr>
                  <a:spLocks noChangeArrowheads="1"/>
                </p:cNvSpPr>
                <p:nvPr/>
              </p:nvSpPr>
              <p:spPr bwMode="auto">
                <a:xfrm>
                  <a:off x="6867" y="14388"/>
                  <a:ext cx="105" cy="156"/>
                </a:xfrm>
                <a:prstGeom prst="rect">
                  <a:avLst/>
                </a:prstGeom>
                <a:solidFill>
                  <a:schemeClr val="tx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21" name="Rectangle 125"/>
                <p:cNvSpPr>
                  <a:spLocks noChangeArrowheads="1"/>
                </p:cNvSpPr>
                <p:nvPr/>
              </p:nvSpPr>
              <p:spPr bwMode="auto">
                <a:xfrm>
                  <a:off x="6522" y="15168"/>
                  <a:ext cx="105" cy="156"/>
                </a:xfrm>
                <a:prstGeom prst="rect">
                  <a:avLst/>
                </a:prstGeom>
                <a:solidFill>
                  <a:schemeClr val="tx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22" name="Rectangle 126"/>
                <p:cNvSpPr>
                  <a:spLocks noChangeArrowheads="1"/>
                </p:cNvSpPr>
                <p:nvPr/>
              </p:nvSpPr>
              <p:spPr bwMode="auto">
                <a:xfrm>
                  <a:off x="6417" y="14856"/>
                  <a:ext cx="105" cy="156"/>
                </a:xfrm>
                <a:prstGeom prst="rect">
                  <a:avLst/>
                </a:prstGeom>
                <a:solidFill>
                  <a:schemeClr val="tx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23" name="Rectangle 127"/>
                <p:cNvSpPr>
                  <a:spLocks noChangeArrowheads="1"/>
                </p:cNvSpPr>
                <p:nvPr/>
              </p:nvSpPr>
              <p:spPr bwMode="auto">
                <a:xfrm>
                  <a:off x="7047" y="14856"/>
                  <a:ext cx="105" cy="156"/>
                </a:xfrm>
                <a:prstGeom prst="rect">
                  <a:avLst/>
                </a:prstGeom>
                <a:solidFill>
                  <a:schemeClr val="tx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24" name="Rectangle 128"/>
                <p:cNvSpPr>
                  <a:spLocks noChangeArrowheads="1"/>
                </p:cNvSpPr>
                <p:nvPr/>
              </p:nvSpPr>
              <p:spPr bwMode="auto">
                <a:xfrm>
                  <a:off x="6837" y="14700"/>
                  <a:ext cx="105" cy="156"/>
                </a:xfrm>
                <a:prstGeom prst="rect">
                  <a:avLst/>
                </a:prstGeom>
                <a:solidFill>
                  <a:schemeClr val="tx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25" name="Rectangle 129"/>
                <p:cNvSpPr>
                  <a:spLocks noChangeArrowheads="1"/>
                </p:cNvSpPr>
                <p:nvPr/>
              </p:nvSpPr>
              <p:spPr bwMode="auto">
                <a:xfrm>
                  <a:off x="6942" y="15169"/>
                  <a:ext cx="105" cy="156"/>
                </a:xfrm>
                <a:prstGeom prst="rect">
                  <a:avLst/>
                </a:prstGeom>
                <a:solidFill>
                  <a:schemeClr val="tx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26" name="Rectangle 130"/>
                <p:cNvSpPr>
                  <a:spLocks noChangeArrowheads="1"/>
                </p:cNvSpPr>
                <p:nvPr/>
              </p:nvSpPr>
              <p:spPr bwMode="auto">
                <a:xfrm>
                  <a:off x="6732" y="15013"/>
                  <a:ext cx="105" cy="156"/>
                </a:xfrm>
                <a:prstGeom prst="rect">
                  <a:avLst/>
                </a:prstGeom>
                <a:solidFill>
                  <a:schemeClr val="tx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618627" name="Group 131"/>
              <p:cNvGrpSpPr>
                <a:grpSpLocks/>
              </p:cNvGrpSpPr>
              <p:nvPr/>
            </p:nvGrpSpPr>
            <p:grpSpPr bwMode="auto">
              <a:xfrm>
                <a:off x="1272" y="1920"/>
                <a:ext cx="600" cy="1152"/>
                <a:chOff x="6312" y="14232"/>
                <a:chExt cx="1050" cy="1248"/>
              </a:xfrm>
            </p:grpSpPr>
            <p:sp>
              <p:nvSpPr>
                <p:cNvPr id="618628" name="Oval 132"/>
                <p:cNvSpPr>
                  <a:spLocks noChangeArrowheads="1"/>
                </p:cNvSpPr>
                <p:nvPr/>
              </p:nvSpPr>
              <p:spPr bwMode="auto">
                <a:xfrm>
                  <a:off x="6312" y="14232"/>
                  <a:ext cx="1050" cy="1248"/>
                </a:xfrm>
                <a:prstGeom prst="ellipse">
                  <a:avLst/>
                </a:prstGeom>
                <a:solidFill>
                  <a:schemeClr val="tx1"/>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29" name="Rectangle 133"/>
                <p:cNvSpPr>
                  <a:spLocks noChangeArrowheads="1"/>
                </p:cNvSpPr>
                <p:nvPr/>
              </p:nvSpPr>
              <p:spPr bwMode="auto">
                <a:xfrm>
                  <a:off x="6627" y="14388"/>
                  <a:ext cx="105" cy="156"/>
                </a:xfrm>
                <a:prstGeom prst="rect">
                  <a:avLst/>
                </a:prstGeom>
                <a:solidFill>
                  <a:schemeClr val="tx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30" name="Rectangle 134"/>
                <p:cNvSpPr>
                  <a:spLocks noChangeArrowheads="1"/>
                </p:cNvSpPr>
                <p:nvPr/>
              </p:nvSpPr>
              <p:spPr bwMode="auto">
                <a:xfrm>
                  <a:off x="7047" y="14545"/>
                  <a:ext cx="105" cy="156"/>
                </a:xfrm>
                <a:prstGeom prst="rect">
                  <a:avLst/>
                </a:prstGeom>
                <a:solidFill>
                  <a:schemeClr val="tx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31" name="Rectangle 135"/>
                <p:cNvSpPr>
                  <a:spLocks noChangeArrowheads="1"/>
                </p:cNvSpPr>
                <p:nvPr/>
              </p:nvSpPr>
              <p:spPr bwMode="auto">
                <a:xfrm>
                  <a:off x="6627" y="14700"/>
                  <a:ext cx="105" cy="156"/>
                </a:xfrm>
                <a:prstGeom prst="rect">
                  <a:avLst/>
                </a:prstGeom>
                <a:solidFill>
                  <a:schemeClr val="tx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32" name="Rectangle 136"/>
                <p:cNvSpPr>
                  <a:spLocks noChangeArrowheads="1"/>
                </p:cNvSpPr>
                <p:nvPr/>
              </p:nvSpPr>
              <p:spPr bwMode="auto">
                <a:xfrm>
                  <a:off x="6867" y="14388"/>
                  <a:ext cx="105" cy="156"/>
                </a:xfrm>
                <a:prstGeom prst="rect">
                  <a:avLst/>
                </a:prstGeom>
                <a:solidFill>
                  <a:schemeClr val="tx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33" name="Rectangle 137"/>
                <p:cNvSpPr>
                  <a:spLocks noChangeArrowheads="1"/>
                </p:cNvSpPr>
                <p:nvPr/>
              </p:nvSpPr>
              <p:spPr bwMode="auto">
                <a:xfrm>
                  <a:off x="6522" y="15168"/>
                  <a:ext cx="105" cy="156"/>
                </a:xfrm>
                <a:prstGeom prst="rect">
                  <a:avLst/>
                </a:prstGeom>
                <a:solidFill>
                  <a:schemeClr val="tx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34" name="Rectangle 138"/>
                <p:cNvSpPr>
                  <a:spLocks noChangeArrowheads="1"/>
                </p:cNvSpPr>
                <p:nvPr/>
              </p:nvSpPr>
              <p:spPr bwMode="auto">
                <a:xfrm>
                  <a:off x="6417" y="14856"/>
                  <a:ext cx="105" cy="156"/>
                </a:xfrm>
                <a:prstGeom prst="rect">
                  <a:avLst/>
                </a:prstGeom>
                <a:solidFill>
                  <a:schemeClr val="tx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35" name="Rectangle 139"/>
                <p:cNvSpPr>
                  <a:spLocks noChangeArrowheads="1"/>
                </p:cNvSpPr>
                <p:nvPr/>
              </p:nvSpPr>
              <p:spPr bwMode="auto">
                <a:xfrm>
                  <a:off x="7047" y="14856"/>
                  <a:ext cx="105" cy="156"/>
                </a:xfrm>
                <a:prstGeom prst="rect">
                  <a:avLst/>
                </a:prstGeom>
                <a:solidFill>
                  <a:schemeClr val="tx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36" name="Rectangle 140"/>
                <p:cNvSpPr>
                  <a:spLocks noChangeArrowheads="1"/>
                </p:cNvSpPr>
                <p:nvPr/>
              </p:nvSpPr>
              <p:spPr bwMode="auto">
                <a:xfrm>
                  <a:off x="6837" y="14700"/>
                  <a:ext cx="105" cy="156"/>
                </a:xfrm>
                <a:prstGeom prst="rect">
                  <a:avLst/>
                </a:prstGeom>
                <a:solidFill>
                  <a:schemeClr val="tx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37" name="Rectangle 141"/>
                <p:cNvSpPr>
                  <a:spLocks noChangeArrowheads="1"/>
                </p:cNvSpPr>
                <p:nvPr/>
              </p:nvSpPr>
              <p:spPr bwMode="auto">
                <a:xfrm>
                  <a:off x="6942" y="15169"/>
                  <a:ext cx="105" cy="156"/>
                </a:xfrm>
                <a:prstGeom prst="rect">
                  <a:avLst/>
                </a:prstGeom>
                <a:solidFill>
                  <a:schemeClr val="tx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38" name="Rectangle 142"/>
                <p:cNvSpPr>
                  <a:spLocks noChangeArrowheads="1"/>
                </p:cNvSpPr>
                <p:nvPr/>
              </p:nvSpPr>
              <p:spPr bwMode="auto">
                <a:xfrm>
                  <a:off x="6732" y="15013"/>
                  <a:ext cx="105" cy="156"/>
                </a:xfrm>
                <a:prstGeom prst="rect">
                  <a:avLst/>
                </a:prstGeom>
                <a:solidFill>
                  <a:schemeClr val="tx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grpSp>
          <p:nvGrpSpPr>
            <p:cNvPr id="618639" name="Group 143"/>
            <p:cNvGrpSpPr>
              <a:grpSpLocks/>
            </p:cNvGrpSpPr>
            <p:nvPr/>
          </p:nvGrpSpPr>
          <p:grpSpPr bwMode="auto">
            <a:xfrm>
              <a:off x="492" y="2112"/>
              <a:ext cx="1188" cy="768"/>
              <a:chOff x="492" y="2112"/>
              <a:chExt cx="1188" cy="768"/>
            </a:xfrm>
          </p:grpSpPr>
          <p:sp>
            <p:nvSpPr>
              <p:cNvPr id="618640" name="Line 144"/>
              <p:cNvSpPr>
                <a:spLocks noChangeShapeType="1"/>
              </p:cNvSpPr>
              <p:nvPr/>
            </p:nvSpPr>
            <p:spPr bwMode="auto">
              <a:xfrm flipV="1">
                <a:off x="672" y="2112"/>
                <a:ext cx="780" cy="144"/>
              </a:xfrm>
              <a:prstGeom prst="line">
                <a:avLst/>
              </a:prstGeom>
              <a:noFill/>
              <a:ln w="381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41" name="Line 145"/>
              <p:cNvSpPr>
                <a:spLocks noChangeShapeType="1"/>
              </p:cNvSpPr>
              <p:nvPr/>
            </p:nvSpPr>
            <p:spPr bwMode="auto">
              <a:xfrm flipV="1">
                <a:off x="528" y="2256"/>
                <a:ext cx="1152" cy="144"/>
              </a:xfrm>
              <a:prstGeom prst="line">
                <a:avLst/>
              </a:prstGeom>
              <a:noFill/>
              <a:ln w="381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42" name="Line 146"/>
              <p:cNvSpPr>
                <a:spLocks noChangeShapeType="1"/>
              </p:cNvSpPr>
              <p:nvPr/>
            </p:nvSpPr>
            <p:spPr bwMode="auto">
              <a:xfrm>
                <a:off x="492" y="2736"/>
                <a:ext cx="900" cy="144"/>
              </a:xfrm>
              <a:prstGeom prst="line">
                <a:avLst/>
              </a:prstGeom>
              <a:noFill/>
              <a:ln w="381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43" name="Line 147"/>
              <p:cNvSpPr>
                <a:spLocks noChangeShapeType="1"/>
              </p:cNvSpPr>
              <p:nvPr/>
            </p:nvSpPr>
            <p:spPr bwMode="auto">
              <a:xfrm>
                <a:off x="672" y="2592"/>
                <a:ext cx="660" cy="0"/>
              </a:xfrm>
              <a:prstGeom prst="line">
                <a:avLst/>
              </a:prstGeom>
              <a:noFill/>
              <a:ln w="381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sp>
        <p:nvSpPr>
          <p:cNvPr id="618645" name="Rectangle 149"/>
          <p:cNvSpPr>
            <a:spLocks noChangeArrowheads="1"/>
          </p:cNvSpPr>
          <p:nvPr/>
        </p:nvSpPr>
        <p:spPr bwMode="auto">
          <a:xfrm>
            <a:off x="179388" y="4779665"/>
            <a:ext cx="1223962" cy="522288"/>
          </a:xfrm>
          <a:prstGeom prst="rect">
            <a:avLst/>
          </a:prstGeom>
          <a:solidFill>
            <a:srgbClr val="FFFFFF"/>
          </a:solidFill>
          <a:ln w="2857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nSpc>
                <a:spcPct val="100000"/>
              </a:lnSpc>
            </a:pPr>
            <a:r>
              <a:rPr kumimoji="0" lang="zh-CN" altLang="en-US" sz="2400" b="1">
                <a:solidFill>
                  <a:srgbClr val="000099"/>
                </a:solidFill>
              </a:rPr>
              <a:t>班主任</a:t>
            </a:r>
            <a:endParaRPr kumimoji="0" lang="zh-CN" altLang="en-US" sz="2400" b="1">
              <a:solidFill>
                <a:srgbClr val="000099"/>
              </a:solidFill>
              <a:latin typeface="Times New Roman" pitchFamily="18" charset="0"/>
            </a:endParaRPr>
          </a:p>
        </p:txBody>
      </p:sp>
      <p:sp>
        <p:nvSpPr>
          <p:cNvPr id="618646" name="Rectangle 150"/>
          <p:cNvSpPr>
            <a:spLocks noChangeArrowheads="1"/>
          </p:cNvSpPr>
          <p:nvPr/>
        </p:nvSpPr>
        <p:spPr bwMode="auto">
          <a:xfrm>
            <a:off x="2235200" y="4779665"/>
            <a:ext cx="895350" cy="522288"/>
          </a:xfrm>
          <a:prstGeom prst="rect">
            <a:avLst/>
          </a:prstGeom>
          <a:solidFill>
            <a:srgbClr val="FFFFFF"/>
          </a:solidFill>
          <a:ln w="2857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nSpc>
                <a:spcPct val="100000"/>
              </a:lnSpc>
            </a:pPr>
            <a:r>
              <a:rPr kumimoji="0" lang="zh-CN" altLang="en-US" sz="2400" b="1">
                <a:solidFill>
                  <a:srgbClr val="000099"/>
                </a:solidFill>
              </a:rPr>
              <a:t>班级</a:t>
            </a:r>
            <a:endParaRPr kumimoji="0" lang="zh-CN" altLang="en-US" sz="2400" b="1">
              <a:solidFill>
                <a:srgbClr val="000099"/>
              </a:solidFill>
              <a:latin typeface="Times New Roman" pitchFamily="18" charset="0"/>
            </a:endParaRPr>
          </a:p>
        </p:txBody>
      </p:sp>
      <p:grpSp>
        <p:nvGrpSpPr>
          <p:cNvPr id="618647" name="Group 151"/>
          <p:cNvGrpSpPr>
            <a:grpSpLocks/>
          </p:cNvGrpSpPr>
          <p:nvPr/>
        </p:nvGrpSpPr>
        <p:grpSpPr bwMode="auto">
          <a:xfrm>
            <a:off x="1403350" y="5016203"/>
            <a:ext cx="812800" cy="69850"/>
            <a:chOff x="768" y="3360"/>
            <a:chExt cx="528" cy="0"/>
          </a:xfrm>
        </p:grpSpPr>
        <p:sp>
          <p:nvSpPr>
            <p:cNvPr id="618648" name="Line 152"/>
            <p:cNvSpPr>
              <a:spLocks noChangeShapeType="1"/>
            </p:cNvSpPr>
            <p:nvPr/>
          </p:nvSpPr>
          <p:spPr bwMode="auto">
            <a:xfrm>
              <a:off x="816" y="3360"/>
              <a:ext cx="480" cy="0"/>
            </a:xfrm>
            <a:prstGeom prst="line">
              <a:avLst/>
            </a:prstGeom>
            <a:noFill/>
            <a:ln w="28575">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618649" name="Line 153"/>
            <p:cNvSpPr>
              <a:spLocks noChangeShapeType="1"/>
            </p:cNvSpPr>
            <p:nvPr/>
          </p:nvSpPr>
          <p:spPr bwMode="auto">
            <a:xfrm flipH="1">
              <a:off x="768" y="3360"/>
              <a:ext cx="336" cy="0"/>
            </a:xfrm>
            <a:prstGeom prst="line">
              <a:avLst/>
            </a:prstGeom>
            <a:noFill/>
            <a:ln w="28575">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618729" name="Group 233"/>
          <p:cNvGrpSpPr>
            <a:grpSpLocks/>
          </p:cNvGrpSpPr>
          <p:nvPr/>
        </p:nvGrpSpPr>
        <p:grpSpPr bwMode="auto">
          <a:xfrm>
            <a:off x="3346452" y="1988840"/>
            <a:ext cx="2894013" cy="3995464"/>
            <a:chOff x="2244" y="1570"/>
            <a:chExt cx="1823" cy="2519"/>
          </a:xfrm>
        </p:grpSpPr>
        <p:grpSp>
          <p:nvGrpSpPr>
            <p:cNvPr id="618727" name="Group 231"/>
            <p:cNvGrpSpPr>
              <a:grpSpLocks/>
            </p:cNvGrpSpPr>
            <p:nvPr/>
          </p:nvGrpSpPr>
          <p:grpSpPr bwMode="auto">
            <a:xfrm>
              <a:off x="2250" y="1570"/>
              <a:ext cx="1764" cy="1598"/>
              <a:chOff x="2250" y="1570"/>
              <a:chExt cx="1764" cy="1598"/>
            </a:xfrm>
          </p:grpSpPr>
          <p:grpSp>
            <p:nvGrpSpPr>
              <p:cNvPr id="618651" name="Group 155"/>
              <p:cNvGrpSpPr>
                <a:grpSpLocks/>
              </p:cNvGrpSpPr>
              <p:nvPr/>
            </p:nvGrpSpPr>
            <p:grpSpPr bwMode="auto">
              <a:xfrm>
                <a:off x="2250" y="1570"/>
                <a:ext cx="630" cy="1598"/>
                <a:chOff x="6312" y="14232"/>
                <a:chExt cx="1050" cy="1248"/>
              </a:xfrm>
            </p:grpSpPr>
            <p:sp>
              <p:nvSpPr>
                <p:cNvPr id="618652" name="Oval 156"/>
                <p:cNvSpPr>
                  <a:spLocks noChangeArrowheads="1"/>
                </p:cNvSpPr>
                <p:nvPr/>
              </p:nvSpPr>
              <p:spPr bwMode="auto">
                <a:xfrm>
                  <a:off x="6312" y="14232"/>
                  <a:ext cx="1050" cy="1248"/>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53" name="Rectangle 157"/>
                <p:cNvSpPr>
                  <a:spLocks noChangeArrowheads="1"/>
                </p:cNvSpPr>
                <p:nvPr/>
              </p:nvSpPr>
              <p:spPr bwMode="auto">
                <a:xfrm>
                  <a:off x="6627" y="14388"/>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54" name="Rectangle 158"/>
                <p:cNvSpPr>
                  <a:spLocks noChangeArrowheads="1"/>
                </p:cNvSpPr>
                <p:nvPr/>
              </p:nvSpPr>
              <p:spPr bwMode="auto">
                <a:xfrm>
                  <a:off x="7047" y="14545"/>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55" name="Rectangle 159"/>
                <p:cNvSpPr>
                  <a:spLocks noChangeArrowheads="1"/>
                </p:cNvSpPr>
                <p:nvPr/>
              </p:nvSpPr>
              <p:spPr bwMode="auto">
                <a:xfrm>
                  <a:off x="6627" y="14700"/>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56" name="Rectangle 160"/>
                <p:cNvSpPr>
                  <a:spLocks noChangeArrowheads="1"/>
                </p:cNvSpPr>
                <p:nvPr/>
              </p:nvSpPr>
              <p:spPr bwMode="auto">
                <a:xfrm>
                  <a:off x="6867" y="14388"/>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57" name="Rectangle 161"/>
                <p:cNvSpPr>
                  <a:spLocks noChangeArrowheads="1"/>
                </p:cNvSpPr>
                <p:nvPr/>
              </p:nvSpPr>
              <p:spPr bwMode="auto">
                <a:xfrm>
                  <a:off x="6522" y="15168"/>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58" name="Rectangle 162"/>
                <p:cNvSpPr>
                  <a:spLocks noChangeArrowheads="1"/>
                </p:cNvSpPr>
                <p:nvPr/>
              </p:nvSpPr>
              <p:spPr bwMode="auto">
                <a:xfrm>
                  <a:off x="6417" y="14856"/>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59" name="Rectangle 163"/>
                <p:cNvSpPr>
                  <a:spLocks noChangeArrowheads="1"/>
                </p:cNvSpPr>
                <p:nvPr/>
              </p:nvSpPr>
              <p:spPr bwMode="auto">
                <a:xfrm>
                  <a:off x="7047" y="14856"/>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60" name="Rectangle 164"/>
                <p:cNvSpPr>
                  <a:spLocks noChangeArrowheads="1"/>
                </p:cNvSpPr>
                <p:nvPr/>
              </p:nvSpPr>
              <p:spPr bwMode="auto">
                <a:xfrm>
                  <a:off x="6837" y="14700"/>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61" name="Rectangle 165"/>
                <p:cNvSpPr>
                  <a:spLocks noChangeArrowheads="1"/>
                </p:cNvSpPr>
                <p:nvPr/>
              </p:nvSpPr>
              <p:spPr bwMode="auto">
                <a:xfrm>
                  <a:off x="6942" y="15169"/>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62" name="Rectangle 166"/>
                <p:cNvSpPr>
                  <a:spLocks noChangeArrowheads="1"/>
                </p:cNvSpPr>
                <p:nvPr/>
              </p:nvSpPr>
              <p:spPr bwMode="auto">
                <a:xfrm>
                  <a:off x="6732" y="15013"/>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618663" name="Group 167"/>
              <p:cNvGrpSpPr>
                <a:grpSpLocks/>
              </p:cNvGrpSpPr>
              <p:nvPr/>
            </p:nvGrpSpPr>
            <p:grpSpPr bwMode="auto">
              <a:xfrm>
                <a:off x="3384" y="1570"/>
                <a:ext cx="630" cy="1598"/>
                <a:chOff x="6312" y="14232"/>
                <a:chExt cx="1050" cy="1248"/>
              </a:xfrm>
            </p:grpSpPr>
            <p:sp>
              <p:nvSpPr>
                <p:cNvPr id="618664" name="Oval 168"/>
                <p:cNvSpPr>
                  <a:spLocks noChangeArrowheads="1"/>
                </p:cNvSpPr>
                <p:nvPr/>
              </p:nvSpPr>
              <p:spPr bwMode="auto">
                <a:xfrm>
                  <a:off x="6312" y="14232"/>
                  <a:ext cx="1050" cy="1248"/>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65" name="Rectangle 169"/>
                <p:cNvSpPr>
                  <a:spLocks noChangeArrowheads="1"/>
                </p:cNvSpPr>
                <p:nvPr/>
              </p:nvSpPr>
              <p:spPr bwMode="auto">
                <a:xfrm>
                  <a:off x="6627" y="14388"/>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66" name="Rectangle 170"/>
                <p:cNvSpPr>
                  <a:spLocks noChangeArrowheads="1"/>
                </p:cNvSpPr>
                <p:nvPr/>
              </p:nvSpPr>
              <p:spPr bwMode="auto">
                <a:xfrm>
                  <a:off x="7047" y="14545"/>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67" name="Rectangle 171"/>
                <p:cNvSpPr>
                  <a:spLocks noChangeArrowheads="1"/>
                </p:cNvSpPr>
                <p:nvPr/>
              </p:nvSpPr>
              <p:spPr bwMode="auto">
                <a:xfrm>
                  <a:off x="6627" y="14700"/>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68" name="Rectangle 172"/>
                <p:cNvSpPr>
                  <a:spLocks noChangeArrowheads="1"/>
                </p:cNvSpPr>
                <p:nvPr/>
              </p:nvSpPr>
              <p:spPr bwMode="auto">
                <a:xfrm>
                  <a:off x="6867" y="14388"/>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69" name="Rectangle 173"/>
                <p:cNvSpPr>
                  <a:spLocks noChangeArrowheads="1"/>
                </p:cNvSpPr>
                <p:nvPr/>
              </p:nvSpPr>
              <p:spPr bwMode="auto">
                <a:xfrm>
                  <a:off x="6522" y="15168"/>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70" name="Rectangle 174"/>
                <p:cNvSpPr>
                  <a:spLocks noChangeArrowheads="1"/>
                </p:cNvSpPr>
                <p:nvPr/>
              </p:nvSpPr>
              <p:spPr bwMode="auto">
                <a:xfrm>
                  <a:off x="6417" y="14856"/>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71" name="Rectangle 175"/>
                <p:cNvSpPr>
                  <a:spLocks noChangeArrowheads="1"/>
                </p:cNvSpPr>
                <p:nvPr/>
              </p:nvSpPr>
              <p:spPr bwMode="auto">
                <a:xfrm>
                  <a:off x="7047" y="14856"/>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72" name="Rectangle 176"/>
                <p:cNvSpPr>
                  <a:spLocks noChangeArrowheads="1"/>
                </p:cNvSpPr>
                <p:nvPr/>
              </p:nvSpPr>
              <p:spPr bwMode="auto">
                <a:xfrm>
                  <a:off x="6837" y="14700"/>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73" name="Rectangle 177"/>
                <p:cNvSpPr>
                  <a:spLocks noChangeArrowheads="1"/>
                </p:cNvSpPr>
                <p:nvPr/>
              </p:nvSpPr>
              <p:spPr bwMode="auto">
                <a:xfrm>
                  <a:off x="6942" y="15169"/>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74" name="Rectangle 178"/>
                <p:cNvSpPr>
                  <a:spLocks noChangeArrowheads="1"/>
                </p:cNvSpPr>
                <p:nvPr/>
              </p:nvSpPr>
              <p:spPr bwMode="auto">
                <a:xfrm>
                  <a:off x="6732" y="15013"/>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618675" name="Group 179"/>
              <p:cNvGrpSpPr>
                <a:grpSpLocks/>
              </p:cNvGrpSpPr>
              <p:nvPr/>
            </p:nvGrpSpPr>
            <p:grpSpPr bwMode="auto">
              <a:xfrm>
                <a:off x="2526" y="1826"/>
                <a:ext cx="1268" cy="1022"/>
                <a:chOff x="2400" y="2160"/>
                <a:chExt cx="1104" cy="768"/>
              </a:xfrm>
            </p:grpSpPr>
            <p:sp>
              <p:nvSpPr>
                <p:cNvPr id="618676" name="Line 180"/>
                <p:cNvSpPr>
                  <a:spLocks noChangeShapeType="1"/>
                </p:cNvSpPr>
                <p:nvPr/>
              </p:nvSpPr>
              <p:spPr bwMode="auto">
                <a:xfrm flipV="1">
                  <a:off x="2496" y="2160"/>
                  <a:ext cx="816" cy="48"/>
                </a:xfrm>
                <a:prstGeom prst="line">
                  <a:avLst/>
                </a:prstGeom>
                <a:noFill/>
                <a:ln w="38100">
                  <a:solidFill>
                    <a:srgbClr val="FF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77" name="Line 181"/>
                <p:cNvSpPr>
                  <a:spLocks noChangeShapeType="1"/>
                </p:cNvSpPr>
                <p:nvPr/>
              </p:nvSpPr>
              <p:spPr bwMode="auto">
                <a:xfrm flipV="1">
                  <a:off x="2496" y="2496"/>
                  <a:ext cx="816" cy="0"/>
                </a:xfrm>
                <a:prstGeom prst="line">
                  <a:avLst/>
                </a:prstGeom>
                <a:noFill/>
                <a:ln w="38100">
                  <a:solidFill>
                    <a:srgbClr val="FF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78" name="Line 182"/>
                <p:cNvSpPr>
                  <a:spLocks noChangeShapeType="1"/>
                </p:cNvSpPr>
                <p:nvPr/>
              </p:nvSpPr>
              <p:spPr bwMode="auto">
                <a:xfrm>
                  <a:off x="2400" y="2784"/>
                  <a:ext cx="816" cy="144"/>
                </a:xfrm>
                <a:prstGeom prst="line">
                  <a:avLst/>
                </a:prstGeom>
                <a:noFill/>
                <a:ln w="38100">
                  <a:solidFill>
                    <a:srgbClr val="FF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79" name="Line 183"/>
                <p:cNvSpPr>
                  <a:spLocks noChangeShapeType="1"/>
                </p:cNvSpPr>
                <p:nvPr/>
              </p:nvSpPr>
              <p:spPr bwMode="auto">
                <a:xfrm>
                  <a:off x="2599" y="2640"/>
                  <a:ext cx="603" cy="0"/>
                </a:xfrm>
                <a:prstGeom prst="line">
                  <a:avLst/>
                </a:prstGeom>
                <a:noFill/>
                <a:ln w="38100">
                  <a:solidFill>
                    <a:srgbClr val="FF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80" name="Line 184"/>
                <p:cNvSpPr>
                  <a:spLocks noChangeShapeType="1"/>
                </p:cNvSpPr>
                <p:nvPr/>
              </p:nvSpPr>
              <p:spPr bwMode="auto">
                <a:xfrm>
                  <a:off x="2496" y="2208"/>
                  <a:ext cx="1008" cy="144"/>
                </a:xfrm>
                <a:prstGeom prst="line">
                  <a:avLst/>
                </a:prstGeom>
                <a:noFill/>
                <a:ln w="38100">
                  <a:solidFill>
                    <a:srgbClr val="FF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81" name="Line 185"/>
                <p:cNvSpPr>
                  <a:spLocks noChangeShapeType="1"/>
                </p:cNvSpPr>
                <p:nvPr/>
              </p:nvSpPr>
              <p:spPr bwMode="auto">
                <a:xfrm flipV="1">
                  <a:off x="2400" y="2784"/>
                  <a:ext cx="960" cy="0"/>
                </a:xfrm>
                <a:prstGeom prst="line">
                  <a:avLst/>
                </a:prstGeom>
                <a:noFill/>
                <a:ln w="38100">
                  <a:solidFill>
                    <a:srgbClr val="FF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grpSp>
          <p:nvGrpSpPr>
            <p:cNvPr id="618682" name="Group 186"/>
            <p:cNvGrpSpPr>
              <a:grpSpLocks/>
            </p:cNvGrpSpPr>
            <p:nvPr/>
          </p:nvGrpSpPr>
          <p:grpSpPr bwMode="auto">
            <a:xfrm>
              <a:off x="2244" y="3751"/>
              <a:ext cx="1823" cy="338"/>
              <a:chOff x="2065" y="3260"/>
              <a:chExt cx="1632" cy="241"/>
            </a:xfrm>
          </p:grpSpPr>
          <p:sp>
            <p:nvSpPr>
              <p:cNvPr id="618683" name="Rectangle 187"/>
              <p:cNvSpPr>
                <a:spLocks noChangeArrowheads="1"/>
              </p:cNvSpPr>
              <p:nvPr/>
            </p:nvSpPr>
            <p:spPr bwMode="auto">
              <a:xfrm>
                <a:off x="2065" y="3260"/>
                <a:ext cx="540" cy="240"/>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zh-CN" altLang="en-US" sz="2400" b="1" dirty="0">
                    <a:solidFill>
                      <a:schemeClr val="bg2"/>
                    </a:solidFill>
                  </a:rPr>
                  <a:t>班级 </a:t>
                </a:r>
                <a:endParaRPr kumimoji="0" lang="zh-CN" altLang="en-US" sz="2400" b="1" dirty="0">
                  <a:solidFill>
                    <a:schemeClr val="bg2"/>
                  </a:solidFill>
                  <a:latin typeface="Times New Roman" pitchFamily="18" charset="0"/>
                </a:endParaRPr>
              </a:p>
            </p:txBody>
          </p:sp>
          <p:sp>
            <p:nvSpPr>
              <p:cNvPr id="618684" name="Rectangle 188"/>
              <p:cNvSpPr>
                <a:spLocks noChangeArrowheads="1"/>
              </p:cNvSpPr>
              <p:nvPr/>
            </p:nvSpPr>
            <p:spPr bwMode="auto">
              <a:xfrm>
                <a:off x="3157" y="3261"/>
                <a:ext cx="540" cy="240"/>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zh-CN" altLang="en-US" sz="2400" b="1" dirty="0">
                    <a:solidFill>
                      <a:schemeClr val="bg2"/>
                    </a:solidFill>
                  </a:rPr>
                  <a:t>学生</a:t>
                </a:r>
                <a:endParaRPr kumimoji="0" lang="zh-CN" altLang="en-US" sz="2400" b="1" dirty="0">
                  <a:solidFill>
                    <a:schemeClr val="bg2"/>
                  </a:solidFill>
                  <a:latin typeface="Times New Roman" pitchFamily="18" charset="0"/>
                </a:endParaRPr>
              </a:p>
            </p:txBody>
          </p:sp>
          <p:grpSp>
            <p:nvGrpSpPr>
              <p:cNvPr id="618685" name="Group 189"/>
              <p:cNvGrpSpPr>
                <a:grpSpLocks/>
              </p:cNvGrpSpPr>
              <p:nvPr/>
            </p:nvGrpSpPr>
            <p:grpSpPr bwMode="auto">
              <a:xfrm>
                <a:off x="2579" y="3360"/>
                <a:ext cx="589" cy="0"/>
                <a:chOff x="2784" y="3552"/>
                <a:chExt cx="528" cy="0"/>
              </a:xfrm>
            </p:grpSpPr>
            <p:sp>
              <p:nvSpPr>
                <p:cNvPr id="618686" name="Line 190"/>
                <p:cNvSpPr>
                  <a:spLocks noChangeShapeType="1"/>
                </p:cNvSpPr>
                <p:nvPr/>
              </p:nvSpPr>
              <p:spPr bwMode="auto">
                <a:xfrm>
                  <a:off x="2784" y="3552"/>
                  <a:ext cx="528" cy="0"/>
                </a:xfrm>
                <a:prstGeom prst="line">
                  <a:avLst/>
                </a:prstGeom>
                <a:noFill/>
                <a:ln w="19050">
                  <a:solidFill>
                    <a:schemeClr val="bg2"/>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618687" name="Line 191"/>
                <p:cNvSpPr>
                  <a:spLocks noChangeShapeType="1"/>
                </p:cNvSpPr>
                <p:nvPr/>
              </p:nvSpPr>
              <p:spPr bwMode="auto">
                <a:xfrm>
                  <a:off x="2928" y="3552"/>
                  <a:ext cx="240" cy="0"/>
                </a:xfrm>
                <a:prstGeom prst="line">
                  <a:avLst/>
                </a:prstGeom>
                <a:noFill/>
                <a:ln w="25400">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grpSp>
      <p:grpSp>
        <p:nvGrpSpPr>
          <p:cNvPr id="618730" name="Group 234"/>
          <p:cNvGrpSpPr>
            <a:grpSpLocks/>
          </p:cNvGrpSpPr>
          <p:nvPr/>
        </p:nvGrpSpPr>
        <p:grpSpPr bwMode="auto">
          <a:xfrm>
            <a:off x="6227763" y="2061865"/>
            <a:ext cx="2819400" cy="3268663"/>
            <a:chOff x="3984" y="1616"/>
            <a:chExt cx="1776" cy="2059"/>
          </a:xfrm>
        </p:grpSpPr>
        <p:grpSp>
          <p:nvGrpSpPr>
            <p:cNvPr id="618688" name="Group 192"/>
            <p:cNvGrpSpPr>
              <a:grpSpLocks/>
            </p:cNvGrpSpPr>
            <p:nvPr/>
          </p:nvGrpSpPr>
          <p:grpSpPr bwMode="auto">
            <a:xfrm>
              <a:off x="4150" y="1616"/>
              <a:ext cx="1588" cy="1543"/>
              <a:chOff x="4080" y="2016"/>
              <a:chExt cx="1440" cy="1152"/>
            </a:xfrm>
          </p:grpSpPr>
          <p:grpSp>
            <p:nvGrpSpPr>
              <p:cNvPr id="618689" name="Group 193"/>
              <p:cNvGrpSpPr>
                <a:grpSpLocks/>
              </p:cNvGrpSpPr>
              <p:nvPr/>
            </p:nvGrpSpPr>
            <p:grpSpPr bwMode="auto">
              <a:xfrm>
                <a:off x="4080" y="2016"/>
                <a:ext cx="514" cy="1152"/>
                <a:chOff x="6312" y="14232"/>
                <a:chExt cx="1050" cy="1248"/>
              </a:xfrm>
            </p:grpSpPr>
            <p:sp>
              <p:nvSpPr>
                <p:cNvPr id="618690" name="Oval 194"/>
                <p:cNvSpPr>
                  <a:spLocks noChangeArrowheads="1"/>
                </p:cNvSpPr>
                <p:nvPr/>
              </p:nvSpPr>
              <p:spPr bwMode="auto">
                <a:xfrm>
                  <a:off x="6312" y="14232"/>
                  <a:ext cx="1050" cy="1248"/>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91" name="Rectangle 195"/>
                <p:cNvSpPr>
                  <a:spLocks noChangeArrowheads="1"/>
                </p:cNvSpPr>
                <p:nvPr/>
              </p:nvSpPr>
              <p:spPr bwMode="auto">
                <a:xfrm>
                  <a:off x="6627" y="14388"/>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92" name="Rectangle 196"/>
                <p:cNvSpPr>
                  <a:spLocks noChangeArrowheads="1"/>
                </p:cNvSpPr>
                <p:nvPr/>
              </p:nvSpPr>
              <p:spPr bwMode="auto">
                <a:xfrm>
                  <a:off x="7047" y="14545"/>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93" name="Rectangle 197"/>
                <p:cNvSpPr>
                  <a:spLocks noChangeArrowheads="1"/>
                </p:cNvSpPr>
                <p:nvPr/>
              </p:nvSpPr>
              <p:spPr bwMode="auto">
                <a:xfrm>
                  <a:off x="6627" y="14700"/>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94" name="Rectangle 198"/>
                <p:cNvSpPr>
                  <a:spLocks noChangeArrowheads="1"/>
                </p:cNvSpPr>
                <p:nvPr/>
              </p:nvSpPr>
              <p:spPr bwMode="auto">
                <a:xfrm>
                  <a:off x="6867" y="14388"/>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95" name="Rectangle 199"/>
                <p:cNvSpPr>
                  <a:spLocks noChangeArrowheads="1"/>
                </p:cNvSpPr>
                <p:nvPr/>
              </p:nvSpPr>
              <p:spPr bwMode="auto">
                <a:xfrm>
                  <a:off x="6522" y="15168"/>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96" name="Rectangle 200"/>
                <p:cNvSpPr>
                  <a:spLocks noChangeArrowheads="1"/>
                </p:cNvSpPr>
                <p:nvPr/>
              </p:nvSpPr>
              <p:spPr bwMode="auto">
                <a:xfrm>
                  <a:off x="6417" y="14856"/>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97" name="Rectangle 201"/>
                <p:cNvSpPr>
                  <a:spLocks noChangeArrowheads="1"/>
                </p:cNvSpPr>
                <p:nvPr/>
              </p:nvSpPr>
              <p:spPr bwMode="auto">
                <a:xfrm>
                  <a:off x="7047" y="14856"/>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98" name="Rectangle 202"/>
                <p:cNvSpPr>
                  <a:spLocks noChangeArrowheads="1"/>
                </p:cNvSpPr>
                <p:nvPr/>
              </p:nvSpPr>
              <p:spPr bwMode="auto">
                <a:xfrm>
                  <a:off x="6837" y="14700"/>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699" name="Rectangle 203"/>
                <p:cNvSpPr>
                  <a:spLocks noChangeArrowheads="1"/>
                </p:cNvSpPr>
                <p:nvPr/>
              </p:nvSpPr>
              <p:spPr bwMode="auto">
                <a:xfrm>
                  <a:off x="6942" y="15169"/>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700" name="Rectangle 204"/>
                <p:cNvSpPr>
                  <a:spLocks noChangeArrowheads="1"/>
                </p:cNvSpPr>
                <p:nvPr/>
              </p:nvSpPr>
              <p:spPr bwMode="auto">
                <a:xfrm>
                  <a:off x="6732" y="15013"/>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618701" name="Group 205"/>
              <p:cNvGrpSpPr>
                <a:grpSpLocks/>
              </p:cNvGrpSpPr>
              <p:nvPr/>
            </p:nvGrpSpPr>
            <p:grpSpPr bwMode="auto">
              <a:xfrm>
                <a:off x="5006" y="2016"/>
                <a:ext cx="514" cy="1152"/>
                <a:chOff x="6312" y="14232"/>
                <a:chExt cx="1050" cy="1248"/>
              </a:xfrm>
            </p:grpSpPr>
            <p:sp>
              <p:nvSpPr>
                <p:cNvPr id="618702" name="Oval 206"/>
                <p:cNvSpPr>
                  <a:spLocks noChangeArrowheads="1"/>
                </p:cNvSpPr>
                <p:nvPr/>
              </p:nvSpPr>
              <p:spPr bwMode="auto">
                <a:xfrm>
                  <a:off x="6312" y="14232"/>
                  <a:ext cx="1050" cy="1248"/>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703" name="Rectangle 207"/>
                <p:cNvSpPr>
                  <a:spLocks noChangeArrowheads="1"/>
                </p:cNvSpPr>
                <p:nvPr/>
              </p:nvSpPr>
              <p:spPr bwMode="auto">
                <a:xfrm>
                  <a:off x="6627" y="14388"/>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704" name="Rectangle 208"/>
                <p:cNvSpPr>
                  <a:spLocks noChangeArrowheads="1"/>
                </p:cNvSpPr>
                <p:nvPr/>
              </p:nvSpPr>
              <p:spPr bwMode="auto">
                <a:xfrm>
                  <a:off x="7047" y="14545"/>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705" name="Rectangle 209"/>
                <p:cNvSpPr>
                  <a:spLocks noChangeArrowheads="1"/>
                </p:cNvSpPr>
                <p:nvPr/>
              </p:nvSpPr>
              <p:spPr bwMode="auto">
                <a:xfrm>
                  <a:off x="6627" y="14700"/>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706" name="Rectangle 210"/>
                <p:cNvSpPr>
                  <a:spLocks noChangeArrowheads="1"/>
                </p:cNvSpPr>
                <p:nvPr/>
              </p:nvSpPr>
              <p:spPr bwMode="auto">
                <a:xfrm>
                  <a:off x="6867" y="14388"/>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707" name="Rectangle 211"/>
                <p:cNvSpPr>
                  <a:spLocks noChangeArrowheads="1"/>
                </p:cNvSpPr>
                <p:nvPr/>
              </p:nvSpPr>
              <p:spPr bwMode="auto">
                <a:xfrm>
                  <a:off x="6522" y="15168"/>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708" name="Rectangle 212"/>
                <p:cNvSpPr>
                  <a:spLocks noChangeArrowheads="1"/>
                </p:cNvSpPr>
                <p:nvPr/>
              </p:nvSpPr>
              <p:spPr bwMode="auto">
                <a:xfrm>
                  <a:off x="6417" y="14856"/>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709" name="Rectangle 213"/>
                <p:cNvSpPr>
                  <a:spLocks noChangeArrowheads="1"/>
                </p:cNvSpPr>
                <p:nvPr/>
              </p:nvSpPr>
              <p:spPr bwMode="auto">
                <a:xfrm>
                  <a:off x="7047" y="14856"/>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710" name="Rectangle 214"/>
                <p:cNvSpPr>
                  <a:spLocks noChangeArrowheads="1"/>
                </p:cNvSpPr>
                <p:nvPr/>
              </p:nvSpPr>
              <p:spPr bwMode="auto">
                <a:xfrm>
                  <a:off x="6837" y="14700"/>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711" name="Rectangle 215"/>
                <p:cNvSpPr>
                  <a:spLocks noChangeArrowheads="1"/>
                </p:cNvSpPr>
                <p:nvPr/>
              </p:nvSpPr>
              <p:spPr bwMode="auto">
                <a:xfrm>
                  <a:off x="6942" y="15169"/>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712" name="Rectangle 216"/>
                <p:cNvSpPr>
                  <a:spLocks noChangeArrowheads="1"/>
                </p:cNvSpPr>
                <p:nvPr/>
              </p:nvSpPr>
              <p:spPr bwMode="auto">
                <a:xfrm>
                  <a:off x="6732" y="15013"/>
                  <a:ext cx="105" cy="1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618713" name="Group 217"/>
              <p:cNvGrpSpPr>
                <a:grpSpLocks/>
              </p:cNvGrpSpPr>
              <p:nvPr/>
            </p:nvGrpSpPr>
            <p:grpSpPr bwMode="auto">
              <a:xfrm>
                <a:off x="4320" y="2208"/>
                <a:ext cx="1056" cy="768"/>
                <a:chOff x="4320" y="2208"/>
                <a:chExt cx="1056" cy="768"/>
              </a:xfrm>
            </p:grpSpPr>
            <p:sp>
              <p:nvSpPr>
                <p:cNvPr id="618714" name="Line 218"/>
                <p:cNvSpPr>
                  <a:spLocks noChangeShapeType="1"/>
                </p:cNvSpPr>
                <p:nvPr/>
              </p:nvSpPr>
              <p:spPr bwMode="auto">
                <a:xfrm flipV="1">
                  <a:off x="4416" y="2208"/>
                  <a:ext cx="768" cy="48"/>
                </a:xfrm>
                <a:prstGeom prst="line">
                  <a:avLst/>
                </a:prstGeom>
                <a:noFill/>
                <a:ln w="381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715" name="Line 219"/>
                <p:cNvSpPr>
                  <a:spLocks noChangeShapeType="1"/>
                </p:cNvSpPr>
                <p:nvPr/>
              </p:nvSpPr>
              <p:spPr bwMode="auto">
                <a:xfrm flipV="1">
                  <a:off x="4464" y="2400"/>
                  <a:ext cx="912" cy="240"/>
                </a:xfrm>
                <a:prstGeom prst="line">
                  <a:avLst/>
                </a:prstGeom>
                <a:noFill/>
                <a:ln w="381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716" name="Line 220"/>
                <p:cNvSpPr>
                  <a:spLocks noChangeShapeType="1"/>
                </p:cNvSpPr>
                <p:nvPr/>
              </p:nvSpPr>
              <p:spPr bwMode="auto">
                <a:xfrm flipV="1">
                  <a:off x="4416" y="2832"/>
                  <a:ext cx="816" cy="96"/>
                </a:xfrm>
                <a:prstGeom prst="line">
                  <a:avLst/>
                </a:prstGeom>
                <a:noFill/>
                <a:ln w="381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717" name="Line 221"/>
                <p:cNvSpPr>
                  <a:spLocks noChangeShapeType="1"/>
                </p:cNvSpPr>
                <p:nvPr/>
              </p:nvSpPr>
              <p:spPr bwMode="auto">
                <a:xfrm>
                  <a:off x="4464" y="2640"/>
                  <a:ext cx="576" cy="48"/>
                </a:xfrm>
                <a:prstGeom prst="line">
                  <a:avLst/>
                </a:prstGeom>
                <a:noFill/>
                <a:ln w="381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718" name="Line 222"/>
                <p:cNvSpPr>
                  <a:spLocks noChangeShapeType="1"/>
                </p:cNvSpPr>
                <p:nvPr/>
              </p:nvSpPr>
              <p:spPr bwMode="auto">
                <a:xfrm flipV="1">
                  <a:off x="4464" y="2352"/>
                  <a:ext cx="912" cy="48"/>
                </a:xfrm>
                <a:prstGeom prst="line">
                  <a:avLst/>
                </a:prstGeom>
                <a:noFill/>
                <a:ln w="381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719" name="Line 223"/>
                <p:cNvSpPr>
                  <a:spLocks noChangeShapeType="1"/>
                </p:cNvSpPr>
                <p:nvPr/>
              </p:nvSpPr>
              <p:spPr bwMode="auto">
                <a:xfrm>
                  <a:off x="4320" y="2784"/>
                  <a:ext cx="912" cy="48"/>
                </a:xfrm>
                <a:prstGeom prst="line">
                  <a:avLst/>
                </a:prstGeom>
                <a:noFill/>
                <a:ln w="381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8720" name="Line 224"/>
                <p:cNvSpPr>
                  <a:spLocks noChangeShapeType="1"/>
                </p:cNvSpPr>
                <p:nvPr/>
              </p:nvSpPr>
              <p:spPr bwMode="auto">
                <a:xfrm>
                  <a:off x="4416" y="2928"/>
                  <a:ext cx="720" cy="48"/>
                </a:xfrm>
                <a:prstGeom prst="line">
                  <a:avLst/>
                </a:prstGeom>
                <a:noFill/>
                <a:ln w="381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grpSp>
          <p:nvGrpSpPr>
            <p:cNvPr id="618721" name="Group 225"/>
            <p:cNvGrpSpPr>
              <a:grpSpLocks/>
            </p:cNvGrpSpPr>
            <p:nvPr/>
          </p:nvGrpSpPr>
          <p:grpSpPr bwMode="auto">
            <a:xfrm>
              <a:off x="3984" y="3339"/>
              <a:ext cx="1776" cy="336"/>
              <a:chOff x="3984" y="3264"/>
              <a:chExt cx="1632" cy="240"/>
            </a:xfrm>
          </p:grpSpPr>
          <p:sp>
            <p:nvSpPr>
              <p:cNvPr id="618722" name="Rectangle 226"/>
              <p:cNvSpPr>
                <a:spLocks noChangeArrowheads="1"/>
              </p:cNvSpPr>
              <p:nvPr/>
            </p:nvSpPr>
            <p:spPr bwMode="auto">
              <a:xfrm>
                <a:off x="3984" y="3264"/>
                <a:ext cx="510" cy="240"/>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zh-CN" altLang="en-US" sz="2400" b="1">
                    <a:solidFill>
                      <a:srgbClr val="000099"/>
                    </a:solidFill>
                  </a:rPr>
                  <a:t>课程</a:t>
                </a:r>
                <a:endParaRPr kumimoji="0" lang="zh-CN" altLang="en-US" sz="2400" b="1">
                  <a:solidFill>
                    <a:srgbClr val="000099"/>
                  </a:solidFill>
                  <a:latin typeface="Times New Roman" pitchFamily="18" charset="0"/>
                </a:endParaRPr>
              </a:p>
            </p:txBody>
          </p:sp>
          <p:sp>
            <p:nvSpPr>
              <p:cNvPr id="618723" name="Rectangle 227"/>
              <p:cNvSpPr>
                <a:spLocks noChangeArrowheads="1"/>
              </p:cNvSpPr>
              <p:nvPr/>
            </p:nvSpPr>
            <p:spPr bwMode="auto">
              <a:xfrm>
                <a:off x="5106" y="3264"/>
                <a:ext cx="510" cy="240"/>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zh-CN" altLang="en-US" sz="2400" b="1">
                    <a:solidFill>
                      <a:srgbClr val="000099"/>
                    </a:solidFill>
                  </a:rPr>
                  <a:t>学生</a:t>
                </a:r>
                <a:endParaRPr kumimoji="0" lang="zh-CN" altLang="en-US" sz="2400" b="1">
                  <a:solidFill>
                    <a:srgbClr val="000099"/>
                  </a:solidFill>
                  <a:latin typeface="Times New Roman" pitchFamily="18" charset="0"/>
                </a:endParaRPr>
              </a:p>
            </p:txBody>
          </p:sp>
          <p:grpSp>
            <p:nvGrpSpPr>
              <p:cNvPr id="618724" name="Group 228"/>
              <p:cNvGrpSpPr>
                <a:grpSpLocks/>
              </p:cNvGrpSpPr>
              <p:nvPr/>
            </p:nvGrpSpPr>
            <p:grpSpPr bwMode="auto">
              <a:xfrm>
                <a:off x="4499" y="3408"/>
                <a:ext cx="589" cy="1"/>
                <a:chOff x="2880" y="3984"/>
                <a:chExt cx="528" cy="0"/>
              </a:xfrm>
            </p:grpSpPr>
            <p:sp>
              <p:nvSpPr>
                <p:cNvPr id="618725" name="Line 229"/>
                <p:cNvSpPr>
                  <a:spLocks noChangeShapeType="1"/>
                </p:cNvSpPr>
                <p:nvPr/>
              </p:nvSpPr>
              <p:spPr bwMode="auto">
                <a:xfrm>
                  <a:off x="2880" y="3984"/>
                  <a:ext cx="528" cy="0"/>
                </a:xfrm>
                <a:prstGeom prst="line">
                  <a:avLst/>
                </a:prstGeom>
                <a:noFill/>
                <a:ln w="19050">
                  <a:solidFill>
                    <a:schemeClr val="bg2"/>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618726" name="Line 230"/>
                <p:cNvSpPr>
                  <a:spLocks noChangeShapeType="1"/>
                </p:cNvSpPr>
                <p:nvPr/>
              </p:nvSpPr>
              <p:spPr bwMode="auto">
                <a:xfrm>
                  <a:off x="3024" y="3984"/>
                  <a:ext cx="240" cy="0"/>
                </a:xfrm>
                <a:prstGeom prst="line">
                  <a:avLst/>
                </a:prstGeom>
                <a:noFill/>
                <a:ln w="25400">
                  <a:solidFill>
                    <a:schemeClr val="bg2"/>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8729"/>
                                        </p:tgtEl>
                                        <p:attrNameLst>
                                          <p:attrName>style.visibility</p:attrName>
                                        </p:attrNameLst>
                                      </p:cBhvr>
                                      <p:to>
                                        <p:strVal val="visible"/>
                                      </p:to>
                                    </p:set>
                                    <p:animEffect transition="in" filter="blinds(horizontal)">
                                      <p:cBhvr>
                                        <p:cTn id="7" dur="500"/>
                                        <p:tgtEl>
                                          <p:spTgt spid="6187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18730"/>
                                        </p:tgtEl>
                                        <p:attrNameLst>
                                          <p:attrName>style.visibility</p:attrName>
                                        </p:attrNameLst>
                                      </p:cBhvr>
                                      <p:to>
                                        <p:strVal val="visible"/>
                                      </p:to>
                                    </p:set>
                                    <p:animEffect transition="in" filter="blinds(horizontal)">
                                      <p:cBhvr>
                                        <p:cTn id="12" dur="500"/>
                                        <p:tgtEl>
                                          <p:spTgt spid="6187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666" name="Rectangle 2"/>
          <p:cNvSpPr>
            <a:spLocks noChangeArrowheads="1"/>
          </p:cNvSpPr>
          <p:nvPr/>
        </p:nvSpPr>
        <p:spPr bwMode="auto">
          <a:xfrm>
            <a:off x="0" y="332656"/>
            <a:ext cx="8763000" cy="16109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lnSpc>
                <a:spcPct val="150000"/>
              </a:lnSpc>
              <a:spcBef>
                <a:spcPct val="50000"/>
              </a:spcBef>
            </a:pPr>
            <a:r>
              <a:rPr lang="en-US" altLang="zh-CN" sz="3200" b="1" dirty="0">
                <a:solidFill>
                  <a:srgbClr val="800000"/>
                </a:solidFill>
              </a:rPr>
              <a:t>   2</a:t>
            </a:r>
            <a:r>
              <a:rPr lang="zh-CN" altLang="en-US" sz="3200" b="1" dirty="0">
                <a:solidFill>
                  <a:srgbClr val="800000"/>
                </a:solidFill>
              </a:rPr>
              <a:t>、其他联系</a:t>
            </a:r>
            <a:r>
              <a:rPr lang="en-US" altLang="zh-CN" sz="3200" b="1" dirty="0">
                <a:solidFill>
                  <a:srgbClr val="800000"/>
                </a:solidFill>
              </a:rPr>
              <a:t>:</a:t>
            </a:r>
          </a:p>
          <a:p>
            <a:pPr>
              <a:lnSpc>
                <a:spcPct val="150000"/>
              </a:lnSpc>
              <a:spcBef>
                <a:spcPct val="50000"/>
              </a:spcBef>
            </a:pPr>
            <a:r>
              <a:rPr lang="en-US" altLang="zh-CN" b="1" dirty="0">
                <a:solidFill>
                  <a:srgbClr val="800000"/>
                </a:solidFill>
                <a:latin typeface="Times New Roman" pitchFamily="18" charset="0"/>
              </a:rPr>
              <a:t>       </a:t>
            </a:r>
            <a:r>
              <a:rPr lang="zh-CN" altLang="en-US" b="1" dirty="0">
                <a:solidFill>
                  <a:srgbClr val="800000"/>
                </a:solidFill>
              </a:rPr>
              <a:t>一元联系：</a:t>
            </a:r>
          </a:p>
        </p:txBody>
      </p:sp>
      <p:cxnSp>
        <p:nvCxnSpPr>
          <p:cNvPr id="625682" name="AutoShape 18"/>
          <p:cNvCxnSpPr>
            <a:cxnSpLocks noChangeShapeType="1"/>
          </p:cNvCxnSpPr>
          <p:nvPr/>
        </p:nvCxnSpPr>
        <p:spPr bwMode="auto">
          <a:xfrm rot="5400000" flipH="1" flipV="1">
            <a:off x="7050663" y="5591820"/>
            <a:ext cx="493713" cy="1588"/>
          </a:xfrm>
          <a:prstGeom prst="curvedConnector5">
            <a:avLst>
              <a:gd name="adj1" fmla="val -46301"/>
              <a:gd name="adj2" fmla="val 55200000"/>
              <a:gd name="adj3" fmla="val 146301"/>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triangle" w="med" len="med"/>
                <a:tailEnd type="triangl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cxnSp>
      <p:grpSp>
        <p:nvGrpSpPr>
          <p:cNvPr id="625718" name="Group 54"/>
          <p:cNvGrpSpPr>
            <a:grpSpLocks/>
          </p:cNvGrpSpPr>
          <p:nvPr/>
        </p:nvGrpSpPr>
        <p:grpSpPr bwMode="auto">
          <a:xfrm>
            <a:off x="1043608" y="2659344"/>
            <a:ext cx="1944687" cy="1376362"/>
            <a:chOff x="1474" y="2750"/>
            <a:chExt cx="1225" cy="867"/>
          </a:xfrm>
        </p:grpSpPr>
        <p:grpSp>
          <p:nvGrpSpPr>
            <p:cNvPr id="625706" name="Group 42"/>
            <p:cNvGrpSpPr>
              <a:grpSpLocks/>
            </p:cNvGrpSpPr>
            <p:nvPr/>
          </p:nvGrpSpPr>
          <p:grpSpPr bwMode="auto">
            <a:xfrm>
              <a:off x="1474" y="2750"/>
              <a:ext cx="817" cy="867"/>
              <a:chOff x="1474" y="2750"/>
              <a:chExt cx="817" cy="867"/>
            </a:xfrm>
          </p:grpSpPr>
          <p:sp>
            <p:nvSpPr>
              <p:cNvPr id="625697" name="Line 33"/>
              <p:cNvSpPr>
                <a:spLocks noChangeShapeType="1"/>
              </p:cNvSpPr>
              <p:nvPr/>
            </p:nvSpPr>
            <p:spPr bwMode="auto">
              <a:xfrm flipH="1">
                <a:off x="1927" y="2750"/>
                <a:ext cx="144" cy="91"/>
              </a:xfrm>
              <a:prstGeom prst="line">
                <a:avLst/>
              </a:prstGeom>
              <a:noFill/>
              <a:ln w="28575">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nvGrpSpPr>
              <p:cNvPr id="625705" name="Group 41"/>
              <p:cNvGrpSpPr>
                <a:grpSpLocks/>
              </p:cNvGrpSpPr>
              <p:nvPr/>
            </p:nvGrpSpPr>
            <p:grpSpPr bwMode="auto">
              <a:xfrm>
                <a:off x="1474" y="3022"/>
                <a:ext cx="817" cy="595"/>
                <a:chOff x="1746" y="2341"/>
                <a:chExt cx="817" cy="595"/>
              </a:xfrm>
            </p:grpSpPr>
            <p:grpSp>
              <p:nvGrpSpPr>
                <p:cNvPr id="625699" name="Group 35"/>
                <p:cNvGrpSpPr>
                  <a:grpSpLocks/>
                </p:cNvGrpSpPr>
                <p:nvPr/>
              </p:nvGrpSpPr>
              <p:grpSpPr bwMode="auto">
                <a:xfrm>
                  <a:off x="1746" y="2341"/>
                  <a:ext cx="817" cy="311"/>
                  <a:chOff x="1296" y="3120"/>
                  <a:chExt cx="817" cy="311"/>
                </a:xfrm>
              </p:grpSpPr>
              <p:sp>
                <p:nvSpPr>
                  <p:cNvPr id="625700" name="Text Box 36"/>
                  <p:cNvSpPr txBox="1">
                    <a:spLocks noChangeArrowheads="1"/>
                  </p:cNvSpPr>
                  <p:nvPr/>
                </p:nvSpPr>
                <p:spPr bwMode="auto">
                  <a:xfrm>
                    <a:off x="1296" y="3120"/>
                    <a:ext cx="817" cy="311"/>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zh-CN" altLang="en-US" sz="2400" b="1">
                        <a:solidFill>
                          <a:schemeClr val="bg2"/>
                        </a:solidFill>
                      </a:rPr>
                      <a:t>零 件</a:t>
                    </a:r>
                    <a:endParaRPr kumimoji="0" lang="zh-CN" altLang="en-US" sz="2400" b="1">
                      <a:solidFill>
                        <a:schemeClr val="bg2"/>
                      </a:solidFill>
                      <a:latin typeface="Times New Roman" pitchFamily="18" charset="0"/>
                    </a:endParaRPr>
                  </a:p>
                </p:txBody>
              </p:sp>
              <p:cxnSp>
                <p:nvCxnSpPr>
                  <p:cNvPr id="625701" name="AutoShape 37"/>
                  <p:cNvCxnSpPr>
                    <a:cxnSpLocks noChangeShapeType="1"/>
                  </p:cNvCxnSpPr>
                  <p:nvPr/>
                </p:nvCxnSpPr>
                <p:spPr bwMode="auto">
                  <a:xfrm rot="5400000" flipH="1" flipV="1">
                    <a:off x="1525" y="3275"/>
                    <a:ext cx="311" cy="1"/>
                  </a:xfrm>
                  <a:prstGeom prst="curvedConnector5">
                    <a:avLst>
                      <a:gd name="adj1" fmla="val -101931"/>
                      <a:gd name="adj2" fmla="val 85299995"/>
                      <a:gd name="adj3" fmla="val 197745"/>
                    </a:avLst>
                  </a:prstGeom>
                  <a:noFill/>
                  <a:ln w="25400">
                    <a:solidFill>
                      <a:schemeClr val="bg2"/>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grpSp>
            <p:sp>
              <p:nvSpPr>
                <p:cNvPr id="625702" name="Line 38"/>
                <p:cNvSpPr>
                  <a:spLocks noChangeShapeType="1"/>
                </p:cNvSpPr>
                <p:nvPr/>
              </p:nvSpPr>
              <p:spPr bwMode="auto">
                <a:xfrm flipH="1" flipV="1">
                  <a:off x="2200" y="2840"/>
                  <a:ext cx="186" cy="96"/>
                </a:xfrm>
                <a:prstGeom prst="line">
                  <a:avLst/>
                </a:prstGeom>
                <a:noFill/>
                <a:ln w="28575">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sp>
          <p:nvSpPr>
            <p:cNvPr id="625703" name="Rectangle 39"/>
            <p:cNvSpPr>
              <a:spLocks noChangeArrowheads="1"/>
            </p:cNvSpPr>
            <p:nvPr/>
          </p:nvSpPr>
          <p:spPr bwMode="auto">
            <a:xfrm>
              <a:off x="1748" y="3208"/>
              <a:ext cx="951" cy="4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indent="609600"/>
              <a:r>
                <a:rPr lang="en-US" altLang="zh-CN" sz="2000" b="1" dirty="0">
                  <a:solidFill>
                    <a:schemeClr val="bg2"/>
                  </a:solidFill>
                </a:rPr>
                <a:t>M:N</a:t>
              </a:r>
            </a:p>
          </p:txBody>
        </p:sp>
      </p:grpSp>
      <p:grpSp>
        <p:nvGrpSpPr>
          <p:cNvPr id="625719" name="Group 55"/>
          <p:cNvGrpSpPr>
            <a:grpSpLocks/>
          </p:cNvGrpSpPr>
          <p:nvPr/>
        </p:nvGrpSpPr>
        <p:grpSpPr bwMode="auto">
          <a:xfrm>
            <a:off x="5996849" y="2766219"/>
            <a:ext cx="1646238" cy="1325562"/>
            <a:chOff x="295" y="1661"/>
            <a:chExt cx="1037" cy="835"/>
          </a:xfrm>
        </p:grpSpPr>
        <p:grpSp>
          <p:nvGrpSpPr>
            <p:cNvPr id="625689" name="Group 25"/>
            <p:cNvGrpSpPr>
              <a:grpSpLocks/>
            </p:cNvGrpSpPr>
            <p:nvPr/>
          </p:nvGrpSpPr>
          <p:grpSpPr bwMode="auto">
            <a:xfrm>
              <a:off x="295" y="1920"/>
              <a:ext cx="817" cy="576"/>
              <a:chOff x="336" y="1920"/>
              <a:chExt cx="817" cy="576"/>
            </a:xfrm>
          </p:grpSpPr>
          <p:grpSp>
            <p:nvGrpSpPr>
              <p:cNvPr id="625690" name="Group 26"/>
              <p:cNvGrpSpPr>
                <a:grpSpLocks/>
              </p:cNvGrpSpPr>
              <p:nvPr/>
            </p:nvGrpSpPr>
            <p:grpSpPr bwMode="auto">
              <a:xfrm>
                <a:off x="336" y="1920"/>
                <a:ext cx="817" cy="311"/>
                <a:chOff x="672" y="1920"/>
                <a:chExt cx="817" cy="311"/>
              </a:xfrm>
            </p:grpSpPr>
            <p:sp>
              <p:nvSpPr>
                <p:cNvPr id="625691" name="Text Box 27"/>
                <p:cNvSpPr txBox="1">
                  <a:spLocks noChangeArrowheads="1"/>
                </p:cNvSpPr>
                <p:nvPr/>
              </p:nvSpPr>
              <p:spPr bwMode="auto">
                <a:xfrm>
                  <a:off x="672" y="1920"/>
                  <a:ext cx="817" cy="311"/>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zh-CN" altLang="en-US" sz="2400" b="1">
                      <a:solidFill>
                        <a:schemeClr val="bg2"/>
                      </a:solidFill>
                    </a:rPr>
                    <a:t>职 工</a:t>
                  </a:r>
                  <a:endParaRPr kumimoji="0" lang="zh-CN" altLang="en-US" sz="2400" b="1">
                    <a:solidFill>
                      <a:schemeClr val="bg2"/>
                    </a:solidFill>
                    <a:latin typeface="Times New Roman" pitchFamily="18" charset="0"/>
                  </a:endParaRPr>
                </a:p>
              </p:txBody>
            </p:sp>
            <p:cxnSp>
              <p:nvCxnSpPr>
                <p:cNvPr id="625692" name="AutoShape 28"/>
                <p:cNvCxnSpPr>
                  <a:cxnSpLocks noChangeShapeType="1"/>
                </p:cNvCxnSpPr>
                <p:nvPr/>
              </p:nvCxnSpPr>
              <p:spPr bwMode="auto">
                <a:xfrm rot="5400000" flipH="1" flipV="1">
                  <a:off x="901" y="2075"/>
                  <a:ext cx="311" cy="1"/>
                </a:xfrm>
                <a:prstGeom prst="curvedConnector5">
                  <a:avLst>
                    <a:gd name="adj1" fmla="val -101931"/>
                    <a:gd name="adj2" fmla="val 85299995"/>
                    <a:gd name="adj3" fmla="val 197745"/>
                  </a:avLst>
                </a:prstGeom>
                <a:noFill/>
                <a:ln w="25400">
                  <a:solidFill>
                    <a:schemeClr val="bg2"/>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grpSp>
          <p:sp>
            <p:nvSpPr>
              <p:cNvPr id="625693" name="Line 29"/>
              <p:cNvSpPr>
                <a:spLocks noChangeShapeType="1"/>
              </p:cNvSpPr>
              <p:nvPr/>
            </p:nvSpPr>
            <p:spPr bwMode="auto">
              <a:xfrm flipH="1" flipV="1">
                <a:off x="816" y="2400"/>
                <a:ext cx="96" cy="96"/>
              </a:xfrm>
              <a:prstGeom prst="line">
                <a:avLst/>
              </a:prstGeom>
              <a:noFill/>
              <a:ln w="127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sp>
          <p:nvSpPr>
            <p:cNvPr id="625694" name="Rectangle 30"/>
            <p:cNvSpPr>
              <a:spLocks noChangeArrowheads="1"/>
            </p:cNvSpPr>
            <p:nvPr/>
          </p:nvSpPr>
          <p:spPr bwMode="auto">
            <a:xfrm>
              <a:off x="592" y="2083"/>
              <a:ext cx="740" cy="4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indent="609600"/>
              <a:r>
                <a:rPr lang="en-US" altLang="zh-CN" sz="2000" b="1" dirty="0">
                  <a:solidFill>
                    <a:schemeClr val="bg2"/>
                  </a:solidFill>
                </a:rPr>
                <a:t>1:N</a:t>
              </a:r>
            </a:p>
          </p:txBody>
        </p:sp>
        <p:sp>
          <p:nvSpPr>
            <p:cNvPr id="625709" name="Line 45"/>
            <p:cNvSpPr>
              <a:spLocks noChangeShapeType="1"/>
            </p:cNvSpPr>
            <p:nvPr/>
          </p:nvSpPr>
          <p:spPr bwMode="auto">
            <a:xfrm flipH="1">
              <a:off x="793" y="1661"/>
              <a:ext cx="137" cy="45"/>
            </a:xfrm>
            <a:prstGeom prst="line">
              <a:avLst/>
            </a:prstGeom>
            <a:noFill/>
            <a:ln w="28575">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sp>
        <p:nvSpPr>
          <p:cNvPr id="2" name="文本框 1">
            <a:extLst>
              <a:ext uri="{FF2B5EF4-FFF2-40B4-BE49-F238E27FC236}">
                <a16:creationId xmlns:a16="http://schemas.microsoft.com/office/drawing/2014/main" id="{D2F29A93-AFE4-8647-8D1D-F3DD843C1DA6}"/>
              </a:ext>
            </a:extLst>
          </p:cNvPr>
          <p:cNvSpPr txBox="1"/>
          <p:nvPr/>
        </p:nvSpPr>
        <p:spPr>
          <a:xfrm>
            <a:off x="2555776" y="1208992"/>
            <a:ext cx="5929828" cy="954107"/>
          </a:xfrm>
          <a:prstGeom prst="rect">
            <a:avLst/>
          </a:prstGeom>
          <a:noFill/>
        </p:spPr>
        <p:txBody>
          <a:bodyPr wrap="none" rtlCol="0">
            <a:spAutoFit/>
          </a:bodyPr>
          <a:lstStyle/>
          <a:p>
            <a:pPr>
              <a:lnSpc>
                <a:spcPct val="100000"/>
              </a:lnSpc>
            </a:pPr>
            <a:r>
              <a:rPr kumimoji="1" lang="zh-CN" altLang="en-US" dirty="0">
                <a:solidFill>
                  <a:schemeClr val="bg2"/>
                </a:solidFill>
              </a:rPr>
              <a:t>一个实体集的实体之间的一元联系，</a:t>
            </a:r>
            <a:endParaRPr kumimoji="1" lang="en-US" altLang="zh-CN" dirty="0">
              <a:solidFill>
                <a:schemeClr val="bg2"/>
              </a:solidFill>
            </a:endParaRPr>
          </a:p>
          <a:p>
            <a:pPr>
              <a:lnSpc>
                <a:spcPct val="100000"/>
              </a:lnSpc>
            </a:pPr>
            <a:r>
              <a:rPr kumimoji="1" lang="zh-CN" altLang="en-US" dirty="0">
                <a:solidFill>
                  <a:schemeClr val="bg2"/>
                </a:solidFill>
              </a:rPr>
              <a:t>也称为</a:t>
            </a:r>
            <a:r>
              <a:rPr kumimoji="1" lang="zh-CN" altLang="en-US" dirty="0">
                <a:solidFill>
                  <a:schemeClr val="bg1"/>
                </a:solidFill>
              </a:rPr>
              <a:t>递归</a:t>
            </a:r>
            <a:r>
              <a:rPr kumimoji="1" lang="zh-CN" altLang="en-US" dirty="0">
                <a:solidFill>
                  <a:schemeClr val="bg2"/>
                </a:solidFill>
              </a:rPr>
              <a:t>联系。</a:t>
            </a:r>
          </a:p>
        </p:txBody>
      </p:sp>
      <p:sp>
        <p:nvSpPr>
          <p:cNvPr id="40" name="文本框 39">
            <a:extLst>
              <a:ext uri="{FF2B5EF4-FFF2-40B4-BE49-F238E27FC236}">
                <a16:creationId xmlns:a16="http://schemas.microsoft.com/office/drawing/2014/main" id="{9DDBD7E0-2FE6-8541-94E3-1B1CBFCD2A03}"/>
              </a:ext>
            </a:extLst>
          </p:cNvPr>
          <p:cNvSpPr txBox="1"/>
          <p:nvPr/>
        </p:nvSpPr>
        <p:spPr>
          <a:xfrm>
            <a:off x="1171043" y="4378661"/>
            <a:ext cx="2339102" cy="642868"/>
          </a:xfrm>
          <a:prstGeom prst="rect">
            <a:avLst/>
          </a:prstGeom>
          <a:noFill/>
        </p:spPr>
        <p:txBody>
          <a:bodyPr wrap="none" rtlCol="0">
            <a:spAutoFit/>
          </a:bodyPr>
          <a:lstStyle/>
          <a:p>
            <a:r>
              <a:rPr kumimoji="1" lang="zh-CN" altLang="en-US" sz="2400" dirty="0">
                <a:solidFill>
                  <a:schemeClr val="bg2"/>
                </a:solidFill>
              </a:rPr>
              <a:t>零件的组合关系</a:t>
            </a:r>
            <a:endParaRPr kumimoji="1" lang="en-US" altLang="zh-CN" sz="2400" dirty="0">
              <a:solidFill>
                <a:schemeClr val="bg2"/>
              </a:solidFill>
            </a:endParaRPr>
          </a:p>
        </p:txBody>
      </p:sp>
      <p:sp>
        <p:nvSpPr>
          <p:cNvPr id="41" name="文本框 40">
            <a:extLst>
              <a:ext uri="{FF2B5EF4-FFF2-40B4-BE49-F238E27FC236}">
                <a16:creationId xmlns:a16="http://schemas.microsoft.com/office/drawing/2014/main" id="{D6AE106C-B1DF-A14E-9F3A-8454A013160A}"/>
              </a:ext>
            </a:extLst>
          </p:cNvPr>
          <p:cNvSpPr txBox="1"/>
          <p:nvPr/>
        </p:nvSpPr>
        <p:spPr>
          <a:xfrm>
            <a:off x="5732274" y="4378661"/>
            <a:ext cx="2646878" cy="642868"/>
          </a:xfrm>
          <a:prstGeom prst="rect">
            <a:avLst/>
          </a:prstGeom>
          <a:noFill/>
        </p:spPr>
        <p:txBody>
          <a:bodyPr wrap="none" rtlCol="0">
            <a:spAutoFit/>
          </a:bodyPr>
          <a:lstStyle/>
          <a:p>
            <a:r>
              <a:rPr lang="zh-CN" altLang="en-US" sz="2400" dirty="0">
                <a:solidFill>
                  <a:schemeClr val="bg2"/>
                </a:solidFill>
              </a:rPr>
              <a:t>职工</a:t>
            </a:r>
            <a:r>
              <a:rPr kumimoji="1" lang="zh-CN" altLang="en-US" sz="2400" dirty="0">
                <a:solidFill>
                  <a:schemeClr val="bg2"/>
                </a:solidFill>
              </a:rPr>
              <a:t>的上下级关系</a:t>
            </a:r>
            <a:endParaRPr kumimoji="1" lang="en-US" altLang="zh-CN" sz="2400" dirty="0">
              <a:solidFill>
                <a:schemeClr val="bg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666" name="Rectangle 2"/>
          <p:cNvSpPr>
            <a:spLocks noChangeArrowheads="1"/>
          </p:cNvSpPr>
          <p:nvPr/>
        </p:nvSpPr>
        <p:spPr bwMode="auto">
          <a:xfrm>
            <a:off x="0" y="0"/>
            <a:ext cx="8763000" cy="15917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lnSpc>
                <a:spcPct val="150000"/>
              </a:lnSpc>
              <a:spcBef>
                <a:spcPct val="50000"/>
              </a:spcBef>
            </a:pPr>
            <a:r>
              <a:rPr lang="en-US" altLang="zh-CN" sz="3200" b="1" dirty="0">
                <a:solidFill>
                  <a:srgbClr val="800000"/>
                </a:solidFill>
              </a:rPr>
              <a:t>   2</a:t>
            </a:r>
            <a:r>
              <a:rPr lang="zh-CN" altLang="en-US" sz="3200" b="1" dirty="0">
                <a:solidFill>
                  <a:srgbClr val="800000"/>
                </a:solidFill>
              </a:rPr>
              <a:t>、其他联系</a:t>
            </a:r>
            <a:r>
              <a:rPr lang="en-US" altLang="zh-CN" sz="3200" b="1" dirty="0">
                <a:solidFill>
                  <a:srgbClr val="800000"/>
                </a:solidFill>
              </a:rPr>
              <a:t>:</a:t>
            </a:r>
          </a:p>
          <a:p>
            <a:pPr>
              <a:lnSpc>
                <a:spcPct val="150000"/>
              </a:lnSpc>
              <a:spcBef>
                <a:spcPct val="50000"/>
              </a:spcBef>
            </a:pPr>
            <a:r>
              <a:rPr lang="zh-CN" altLang="en-US" b="1" dirty="0">
                <a:solidFill>
                  <a:srgbClr val="800000"/>
                </a:solidFill>
              </a:rPr>
              <a:t>     三元联系：</a:t>
            </a:r>
            <a:r>
              <a:rPr lang="zh-CN" altLang="en-US" b="1" dirty="0">
                <a:solidFill>
                  <a:schemeClr val="bg2"/>
                </a:solidFill>
              </a:rPr>
              <a:t>三个实体之间的关系</a:t>
            </a:r>
          </a:p>
        </p:txBody>
      </p:sp>
      <p:cxnSp>
        <p:nvCxnSpPr>
          <p:cNvPr id="625682" name="AutoShape 18"/>
          <p:cNvCxnSpPr>
            <a:cxnSpLocks noChangeShapeType="1"/>
          </p:cNvCxnSpPr>
          <p:nvPr/>
        </p:nvCxnSpPr>
        <p:spPr bwMode="auto">
          <a:xfrm rot="5400000" flipH="1" flipV="1">
            <a:off x="1506537" y="3294063"/>
            <a:ext cx="493713" cy="1588"/>
          </a:xfrm>
          <a:prstGeom prst="curvedConnector5">
            <a:avLst>
              <a:gd name="adj1" fmla="val -46301"/>
              <a:gd name="adj2" fmla="val 55200000"/>
              <a:gd name="adj3" fmla="val 146301"/>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triangle" w="med" len="med"/>
                <a:tailEnd type="triangl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cxnSp>
      <p:grpSp>
        <p:nvGrpSpPr>
          <p:cNvPr id="625733" name="Group 69"/>
          <p:cNvGrpSpPr>
            <a:grpSpLocks/>
          </p:cNvGrpSpPr>
          <p:nvPr/>
        </p:nvGrpSpPr>
        <p:grpSpPr bwMode="auto">
          <a:xfrm>
            <a:off x="5180013" y="1916113"/>
            <a:ext cx="3354387" cy="3097212"/>
            <a:chOff x="3263" y="1207"/>
            <a:chExt cx="2113" cy="1951"/>
          </a:xfrm>
        </p:grpSpPr>
        <p:sp>
          <p:nvSpPr>
            <p:cNvPr id="625667" name="Text Box 3"/>
            <p:cNvSpPr txBox="1">
              <a:spLocks noChangeArrowheads="1"/>
            </p:cNvSpPr>
            <p:nvPr/>
          </p:nvSpPr>
          <p:spPr bwMode="auto">
            <a:xfrm>
              <a:off x="3942" y="1718"/>
              <a:ext cx="400" cy="2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2400" b="1">
                  <a:solidFill>
                    <a:schemeClr val="bg2"/>
                  </a:solidFill>
                </a:rPr>
                <a:t>P</a:t>
              </a:r>
            </a:p>
          </p:txBody>
        </p:sp>
        <p:sp>
          <p:nvSpPr>
            <p:cNvPr id="625669" name="Text Box 5"/>
            <p:cNvSpPr txBox="1">
              <a:spLocks noChangeArrowheads="1"/>
            </p:cNvSpPr>
            <p:nvPr/>
          </p:nvSpPr>
          <p:spPr bwMode="auto">
            <a:xfrm>
              <a:off x="3263" y="2848"/>
              <a:ext cx="781" cy="310"/>
            </a:xfrm>
            <a:prstGeom prst="rect">
              <a:avLst/>
            </a:prstGeom>
            <a:solidFill>
              <a:srgbClr val="FFFFFF"/>
            </a:solidFill>
            <a:ln w="19050">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zh-CN" altLang="en-US" sz="2400" b="1">
                  <a:solidFill>
                    <a:schemeClr val="bg2"/>
                  </a:solidFill>
                </a:rPr>
                <a:t>收银员</a:t>
              </a:r>
              <a:endParaRPr kumimoji="0" lang="zh-CN" altLang="en-US" sz="2400" b="1">
                <a:solidFill>
                  <a:schemeClr val="bg2"/>
                </a:solidFill>
                <a:latin typeface="Times New Roman" pitchFamily="18" charset="0"/>
              </a:endParaRPr>
            </a:p>
          </p:txBody>
        </p:sp>
        <p:sp>
          <p:nvSpPr>
            <p:cNvPr id="625670" name="Text Box 6"/>
            <p:cNvSpPr txBox="1">
              <a:spLocks noChangeArrowheads="1"/>
            </p:cNvSpPr>
            <p:nvPr/>
          </p:nvSpPr>
          <p:spPr bwMode="auto">
            <a:xfrm>
              <a:off x="4559" y="2848"/>
              <a:ext cx="817" cy="310"/>
            </a:xfrm>
            <a:prstGeom prst="rect">
              <a:avLst/>
            </a:prstGeom>
            <a:solidFill>
              <a:srgbClr val="FFFFFF"/>
            </a:solidFill>
            <a:ln w="19050">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zh-CN" sz="2400" b="1">
                  <a:solidFill>
                    <a:schemeClr val="bg2"/>
                  </a:solidFill>
                </a:rPr>
                <a:t>  </a:t>
              </a:r>
              <a:r>
                <a:rPr kumimoji="0" lang="zh-CN" altLang="en-US" sz="2400" b="1">
                  <a:solidFill>
                    <a:schemeClr val="bg2"/>
                  </a:solidFill>
                </a:rPr>
                <a:t>商品</a:t>
              </a:r>
              <a:endParaRPr kumimoji="0" lang="zh-CN" altLang="en-US" sz="2400" b="1">
                <a:solidFill>
                  <a:schemeClr val="bg2"/>
                </a:solidFill>
                <a:latin typeface="Times New Roman" pitchFamily="18" charset="0"/>
              </a:endParaRPr>
            </a:p>
          </p:txBody>
        </p:sp>
        <p:sp>
          <p:nvSpPr>
            <p:cNvPr id="625671" name="Text Box 7"/>
            <p:cNvSpPr txBox="1">
              <a:spLocks noChangeArrowheads="1"/>
            </p:cNvSpPr>
            <p:nvPr/>
          </p:nvSpPr>
          <p:spPr bwMode="auto">
            <a:xfrm>
              <a:off x="3878" y="1207"/>
              <a:ext cx="817" cy="311"/>
            </a:xfrm>
            <a:prstGeom prst="rect">
              <a:avLst/>
            </a:prstGeom>
            <a:solidFill>
              <a:srgbClr val="FFFFFF"/>
            </a:solidFill>
            <a:ln w="19050">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zh-CN" altLang="en-US" sz="2400" b="1">
                  <a:solidFill>
                    <a:schemeClr val="bg2"/>
                  </a:solidFill>
                </a:rPr>
                <a:t>顾客</a:t>
              </a:r>
              <a:endParaRPr kumimoji="0" lang="zh-CN" altLang="en-US" sz="2400" b="1">
                <a:solidFill>
                  <a:schemeClr val="bg2"/>
                </a:solidFill>
                <a:latin typeface="Times New Roman" pitchFamily="18" charset="0"/>
              </a:endParaRPr>
            </a:p>
          </p:txBody>
        </p:sp>
        <p:sp>
          <p:nvSpPr>
            <p:cNvPr id="625716" name="Text Box 52"/>
            <p:cNvSpPr txBox="1">
              <a:spLocks noChangeArrowheads="1"/>
            </p:cNvSpPr>
            <p:nvPr/>
          </p:nvSpPr>
          <p:spPr bwMode="auto">
            <a:xfrm>
              <a:off x="4694" y="2341"/>
              <a:ext cx="400" cy="2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2400" b="1">
                  <a:solidFill>
                    <a:schemeClr val="bg2"/>
                  </a:solidFill>
                </a:rPr>
                <a:t>N</a:t>
              </a:r>
            </a:p>
          </p:txBody>
        </p:sp>
        <p:sp>
          <p:nvSpPr>
            <p:cNvPr id="625717" name="Text Box 53"/>
            <p:cNvSpPr txBox="1">
              <a:spLocks noChangeArrowheads="1"/>
            </p:cNvSpPr>
            <p:nvPr/>
          </p:nvSpPr>
          <p:spPr bwMode="auto">
            <a:xfrm>
              <a:off x="3470" y="2387"/>
              <a:ext cx="400" cy="2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2400" b="1">
                  <a:solidFill>
                    <a:schemeClr val="bg2"/>
                  </a:solidFill>
                </a:rPr>
                <a:t>M</a:t>
              </a:r>
            </a:p>
          </p:txBody>
        </p:sp>
        <p:grpSp>
          <p:nvGrpSpPr>
            <p:cNvPr id="625732" name="Group 68"/>
            <p:cNvGrpSpPr>
              <a:grpSpLocks/>
            </p:cNvGrpSpPr>
            <p:nvPr/>
          </p:nvGrpSpPr>
          <p:grpSpPr bwMode="auto">
            <a:xfrm>
              <a:off x="3606" y="1525"/>
              <a:ext cx="1406" cy="1315"/>
              <a:chOff x="3606" y="1525"/>
              <a:chExt cx="1406" cy="1315"/>
            </a:xfrm>
          </p:grpSpPr>
          <p:grpSp>
            <p:nvGrpSpPr>
              <p:cNvPr id="625679" name="Group 15"/>
              <p:cNvGrpSpPr>
                <a:grpSpLocks/>
              </p:cNvGrpSpPr>
              <p:nvPr/>
            </p:nvGrpSpPr>
            <p:grpSpPr bwMode="auto">
              <a:xfrm>
                <a:off x="4303" y="2236"/>
                <a:ext cx="709" cy="604"/>
                <a:chOff x="3936" y="2160"/>
                <a:chExt cx="624" cy="624"/>
              </a:xfrm>
            </p:grpSpPr>
            <p:sp>
              <p:nvSpPr>
                <p:cNvPr id="625680" name="Line 16"/>
                <p:cNvSpPr>
                  <a:spLocks noChangeShapeType="1"/>
                </p:cNvSpPr>
                <p:nvPr/>
              </p:nvSpPr>
              <p:spPr bwMode="auto">
                <a:xfrm>
                  <a:off x="3936" y="2160"/>
                  <a:ext cx="528" cy="528"/>
                </a:xfrm>
                <a:prstGeom prst="line">
                  <a:avLst/>
                </a:prstGeom>
                <a:noFill/>
                <a:ln w="28575">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25681" name="Line 17"/>
                <p:cNvSpPr>
                  <a:spLocks noChangeShapeType="1"/>
                </p:cNvSpPr>
                <p:nvPr/>
              </p:nvSpPr>
              <p:spPr bwMode="auto">
                <a:xfrm>
                  <a:off x="4032" y="2256"/>
                  <a:ext cx="528" cy="528"/>
                </a:xfrm>
                <a:prstGeom prst="line">
                  <a:avLst/>
                </a:prstGeom>
                <a:noFill/>
                <a:ln w="28575">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625722" name="Group 58"/>
              <p:cNvGrpSpPr>
                <a:grpSpLocks/>
              </p:cNvGrpSpPr>
              <p:nvPr/>
            </p:nvGrpSpPr>
            <p:grpSpPr bwMode="auto">
              <a:xfrm flipH="1">
                <a:off x="3606" y="2229"/>
                <a:ext cx="698" cy="611"/>
                <a:chOff x="3936" y="2160"/>
                <a:chExt cx="624" cy="624"/>
              </a:xfrm>
            </p:grpSpPr>
            <p:sp>
              <p:nvSpPr>
                <p:cNvPr id="625723" name="Line 59"/>
                <p:cNvSpPr>
                  <a:spLocks noChangeShapeType="1"/>
                </p:cNvSpPr>
                <p:nvPr/>
              </p:nvSpPr>
              <p:spPr bwMode="auto">
                <a:xfrm>
                  <a:off x="3936" y="2160"/>
                  <a:ext cx="528" cy="528"/>
                </a:xfrm>
                <a:prstGeom prst="line">
                  <a:avLst/>
                </a:prstGeom>
                <a:noFill/>
                <a:ln w="28575">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25724" name="Line 60"/>
                <p:cNvSpPr>
                  <a:spLocks noChangeShapeType="1"/>
                </p:cNvSpPr>
                <p:nvPr/>
              </p:nvSpPr>
              <p:spPr bwMode="auto">
                <a:xfrm>
                  <a:off x="4032" y="2256"/>
                  <a:ext cx="528" cy="528"/>
                </a:xfrm>
                <a:prstGeom prst="line">
                  <a:avLst/>
                </a:prstGeom>
                <a:noFill/>
                <a:ln w="28575">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625730" name="Group 66"/>
              <p:cNvGrpSpPr>
                <a:grpSpLocks/>
              </p:cNvGrpSpPr>
              <p:nvPr/>
            </p:nvGrpSpPr>
            <p:grpSpPr bwMode="auto">
              <a:xfrm>
                <a:off x="4303" y="1525"/>
                <a:ext cx="0" cy="704"/>
                <a:chOff x="4286" y="1525"/>
                <a:chExt cx="0" cy="680"/>
              </a:xfrm>
            </p:grpSpPr>
            <p:sp>
              <p:nvSpPr>
                <p:cNvPr id="625728" name="Line 64"/>
                <p:cNvSpPr>
                  <a:spLocks noChangeShapeType="1"/>
                </p:cNvSpPr>
                <p:nvPr/>
              </p:nvSpPr>
              <p:spPr bwMode="auto">
                <a:xfrm flipV="1">
                  <a:off x="4286" y="1525"/>
                  <a:ext cx="0" cy="680"/>
                </a:xfrm>
                <a:prstGeom prst="line">
                  <a:avLst/>
                </a:prstGeom>
                <a:noFill/>
                <a:ln w="28575">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625729" name="Line 65"/>
                <p:cNvSpPr>
                  <a:spLocks noChangeShapeType="1"/>
                </p:cNvSpPr>
                <p:nvPr/>
              </p:nvSpPr>
              <p:spPr bwMode="auto">
                <a:xfrm flipV="1">
                  <a:off x="4286" y="1661"/>
                  <a:ext cx="0" cy="544"/>
                </a:xfrm>
                <a:prstGeom prst="line">
                  <a:avLst/>
                </a:prstGeom>
                <a:noFill/>
                <a:ln w="28575">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grpSp>
      <p:sp>
        <p:nvSpPr>
          <p:cNvPr id="625734" name="AutoShape 70">
            <a:hlinkClick r:id="rId2" action="ppaction://hlinksldjump"/>
          </p:cNvPr>
          <p:cNvSpPr>
            <a:spLocks noChangeArrowheads="1"/>
          </p:cNvSpPr>
          <p:nvPr/>
        </p:nvSpPr>
        <p:spPr bwMode="auto">
          <a:xfrm>
            <a:off x="8316913" y="6165850"/>
            <a:ext cx="576262" cy="692150"/>
          </a:xfrm>
          <a:prstGeom prst="curvedLeftArrow">
            <a:avLst>
              <a:gd name="adj1" fmla="val 24022"/>
              <a:gd name="adj2" fmla="val 48044"/>
              <a:gd name="adj3" fmla="val 33333"/>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pSp>
        <p:nvGrpSpPr>
          <p:cNvPr id="39" name="Group 69">
            <a:extLst>
              <a:ext uri="{FF2B5EF4-FFF2-40B4-BE49-F238E27FC236}">
                <a16:creationId xmlns:a16="http://schemas.microsoft.com/office/drawing/2014/main" id="{35B3B1F7-F1B1-C64C-984E-751F6487CB6D}"/>
              </a:ext>
            </a:extLst>
          </p:cNvPr>
          <p:cNvGrpSpPr>
            <a:grpSpLocks/>
          </p:cNvGrpSpPr>
          <p:nvPr/>
        </p:nvGrpSpPr>
        <p:grpSpPr bwMode="auto">
          <a:xfrm>
            <a:off x="818341" y="2003426"/>
            <a:ext cx="3044756" cy="3052763"/>
            <a:chOff x="3263" y="2848"/>
            <a:chExt cx="2113" cy="1923"/>
          </a:xfrm>
        </p:grpSpPr>
        <p:sp>
          <p:nvSpPr>
            <p:cNvPr id="40" name="Text Box 3">
              <a:extLst>
                <a:ext uri="{FF2B5EF4-FFF2-40B4-BE49-F238E27FC236}">
                  <a16:creationId xmlns:a16="http://schemas.microsoft.com/office/drawing/2014/main" id="{0561C561-3EDE-0545-A306-F8708E2F0EFE}"/>
                </a:ext>
              </a:extLst>
            </p:cNvPr>
            <p:cNvSpPr txBox="1">
              <a:spLocks noChangeArrowheads="1"/>
            </p:cNvSpPr>
            <p:nvPr/>
          </p:nvSpPr>
          <p:spPr bwMode="auto">
            <a:xfrm>
              <a:off x="3368" y="3157"/>
              <a:ext cx="400" cy="2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2400" b="1" dirty="0">
                  <a:solidFill>
                    <a:schemeClr val="bg2"/>
                  </a:solidFill>
                </a:rPr>
                <a:t>1</a:t>
              </a:r>
            </a:p>
          </p:txBody>
        </p:sp>
        <p:sp>
          <p:nvSpPr>
            <p:cNvPr id="41" name="Text Box 5">
              <a:extLst>
                <a:ext uri="{FF2B5EF4-FFF2-40B4-BE49-F238E27FC236}">
                  <a16:creationId xmlns:a16="http://schemas.microsoft.com/office/drawing/2014/main" id="{7AAF48DF-E2E4-F248-AA4E-48C13C7DB4A3}"/>
                </a:ext>
              </a:extLst>
            </p:cNvPr>
            <p:cNvSpPr txBox="1">
              <a:spLocks noChangeArrowheads="1"/>
            </p:cNvSpPr>
            <p:nvPr/>
          </p:nvSpPr>
          <p:spPr bwMode="auto">
            <a:xfrm>
              <a:off x="3263" y="2848"/>
              <a:ext cx="781" cy="310"/>
            </a:xfrm>
            <a:prstGeom prst="rect">
              <a:avLst/>
            </a:prstGeom>
            <a:solidFill>
              <a:srgbClr val="FFFFFF"/>
            </a:solidFill>
            <a:ln w="19050">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zh-CN" altLang="en-US" sz="2400" b="1" dirty="0">
                  <a:solidFill>
                    <a:schemeClr val="bg2"/>
                  </a:solidFill>
                </a:rPr>
                <a:t>飞机</a:t>
              </a:r>
              <a:endParaRPr kumimoji="0" lang="zh-CN" altLang="en-US" sz="2400" b="1" dirty="0">
                <a:solidFill>
                  <a:schemeClr val="bg2"/>
                </a:solidFill>
                <a:latin typeface="Times New Roman" pitchFamily="18" charset="0"/>
              </a:endParaRPr>
            </a:p>
          </p:txBody>
        </p:sp>
        <p:sp>
          <p:nvSpPr>
            <p:cNvPr id="42" name="Text Box 6">
              <a:extLst>
                <a:ext uri="{FF2B5EF4-FFF2-40B4-BE49-F238E27FC236}">
                  <a16:creationId xmlns:a16="http://schemas.microsoft.com/office/drawing/2014/main" id="{7005049B-3824-0944-A9AB-7C30DEA3291F}"/>
                </a:ext>
              </a:extLst>
            </p:cNvPr>
            <p:cNvSpPr txBox="1">
              <a:spLocks noChangeArrowheads="1"/>
            </p:cNvSpPr>
            <p:nvPr/>
          </p:nvSpPr>
          <p:spPr bwMode="auto">
            <a:xfrm>
              <a:off x="4559" y="2848"/>
              <a:ext cx="817" cy="310"/>
            </a:xfrm>
            <a:prstGeom prst="rect">
              <a:avLst/>
            </a:prstGeom>
            <a:solidFill>
              <a:srgbClr val="FFFFFF"/>
            </a:solidFill>
            <a:ln w="19050">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zh-CN" altLang="en-US" sz="2400" b="1" dirty="0">
                  <a:solidFill>
                    <a:schemeClr val="bg2"/>
                  </a:solidFill>
                </a:rPr>
                <a:t>驾驶员</a:t>
              </a:r>
              <a:endParaRPr kumimoji="0" lang="zh-CN" altLang="en-US" sz="2400" b="1" dirty="0">
                <a:solidFill>
                  <a:schemeClr val="bg2"/>
                </a:solidFill>
                <a:latin typeface="Times New Roman" pitchFamily="18" charset="0"/>
              </a:endParaRPr>
            </a:p>
          </p:txBody>
        </p:sp>
        <p:sp>
          <p:nvSpPr>
            <p:cNvPr id="43" name="Text Box 7">
              <a:extLst>
                <a:ext uri="{FF2B5EF4-FFF2-40B4-BE49-F238E27FC236}">
                  <a16:creationId xmlns:a16="http://schemas.microsoft.com/office/drawing/2014/main" id="{F2ACFCCA-7773-6045-9E63-F5A524247564}"/>
                </a:ext>
              </a:extLst>
            </p:cNvPr>
            <p:cNvSpPr txBox="1">
              <a:spLocks noChangeArrowheads="1"/>
            </p:cNvSpPr>
            <p:nvPr/>
          </p:nvSpPr>
          <p:spPr bwMode="auto">
            <a:xfrm>
              <a:off x="3787" y="4460"/>
              <a:ext cx="1030" cy="311"/>
            </a:xfrm>
            <a:prstGeom prst="rect">
              <a:avLst/>
            </a:prstGeom>
            <a:solidFill>
              <a:srgbClr val="FFFFFF"/>
            </a:solidFill>
            <a:ln w="19050">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zh-CN" altLang="en-US" sz="2400" b="1" dirty="0">
                  <a:solidFill>
                    <a:schemeClr val="bg2"/>
                  </a:solidFill>
                </a:rPr>
                <a:t>航行班次</a:t>
              </a:r>
              <a:endParaRPr kumimoji="0" lang="zh-CN" altLang="en-US" sz="2400" b="1" dirty="0">
                <a:solidFill>
                  <a:schemeClr val="bg2"/>
                </a:solidFill>
                <a:latin typeface="Times New Roman" pitchFamily="18" charset="0"/>
              </a:endParaRPr>
            </a:p>
          </p:txBody>
        </p:sp>
        <p:sp>
          <p:nvSpPr>
            <p:cNvPr id="44" name="Text Box 52">
              <a:extLst>
                <a:ext uri="{FF2B5EF4-FFF2-40B4-BE49-F238E27FC236}">
                  <a16:creationId xmlns:a16="http://schemas.microsoft.com/office/drawing/2014/main" id="{291AEF72-21A7-F34F-9A7A-431A2E6BDD3D}"/>
                </a:ext>
              </a:extLst>
            </p:cNvPr>
            <p:cNvSpPr txBox="1">
              <a:spLocks noChangeArrowheads="1"/>
            </p:cNvSpPr>
            <p:nvPr/>
          </p:nvSpPr>
          <p:spPr bwMode="auto">
            <a:xfrm>
              <a:off x="4309" y="4180"/>
              <a:ext cx="400" cy="2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2400" b="1" dirty="0">
                  <a:solidFill>
                    <a:schemeClr val="bg2"/>
                  </a:solidFill>
                </a:rPr>
                <a:t>N</a:t>
              </a:r>
            </a:p>
          </p:txBody>
        </p:sp>
        <p:sp>
          <p:nvSpPr>
            <p:cNvPr id="45" name="Text Box 53">
              <a:extLst>
                <a:ext uri="{FF2B5EF4-FFF2-40B4-BE49-F238E27FC236}">
                  <a16:creationId xmlns:a16="http://schemas.microsoft.com/office/drawing/2014/main" id="{61BCAC95-6AED-8A49-B4C5-06BCD46F39DE}"/>
                </a:ext>
              </a:extLst>
            </p:cNvPr>
            <p:cNvSpPr txBox="1">
              <a:spLocks noChangeArrowheads="1"/>
            </p:cNvSpPr>
            <p:nvPr/>
          </p:nvSpPr>
          <p:spPr bwMode="auto">
            <a:xfrm>
              <a:off x="4797" y="3247"/>
              <a:ext cx="400" cy="2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2400" b="1" dirty="0">
                  <a:solidFill>
                    <a:schemeClr val="bg2"/>
                  </a:solidFill>
                </a:rPr>
                <a:t>M</a:t>
              </a:r>
            </a:p>
          </p:txBody>
        </p:sp>
        <p:grpSp>
          <p:nvGrpSpPr>
            <p:cNvPr id="46" name="Group 68">
              <a:extLst>
                <a:ext uri="{FF2B5EF4-FFF2-40B4-BE49-F238E27FC236}">
                  <a16:creationId xmlns:a16="http://schemas.microsoft.com/office/drawing/2014/main" id="{ACE10C0C-905C-7240-BAF8-EEA300B0E024}"/>
                </a:ext>
              </a:extLst>
            </p:cNvPr>
            <p:cNvGrpSpPr>
              <a:grpSpLocks/>
            </p:cNvGrpSpPr>
            <p:nvPr/>
          </p:nvGrpSpPr>
          <p:grpSpPr bwMode="auto">
            <a:xfrm>
              <a:off x="3708" y="3154"/>
              <a:ext cx="1292" cy="1304"/>
              <a:chOff x="3708" y="3154"/>
              <a:chExt cx="1292" cy="1304"/>
            </a:xfrm>
          </p:grpSpPr>
          <p:grpSp>
            <p:nvGrpSpPr>
              <p:cNvPr id="47" name="Group 15">
                <a:extLst>
                  <a:ext uri="{FF2B5EF4-FFF2-40B4-BE49-F238E27FC236}">
                    <a16:creationId xmlns:a16="http://schemas.microsoft.com/office/drawing/2014/main" id="{2CC6FD94-2986-2A4C-9BD2-33BD3B6DEB7C}"/>
                  </a:ext>
                </a:extLst>
              </p:cNvPr>
              <p:cNvGrpSpPr>
                <a:grpSpLocks/>
              </p:cNvGrpSpPr>
              <p:nvPr/>
            </p:nvGrpSpPr>
            <p:grpSpPr bwMode="auto">
              <a:xfrm>
                <a:off x="4299" y="3154"/>
                <a:ext cx="701" cy="669"/>
                <a:chOff x="3933" y="3107"/>
                <a:chExt cx="617" cy="691"/>
              </a:xfrm>
            </p:grpSpPr>
            <p:sp>
              <p:nvSpPr>
                <p:cNvPr id="54" name="Line 16">
                  <a:extLst>
                    <a:ext uri="{FF2B5EF4-FFF2-40B4-BE49-F238E27FC236}">
                      <a16:creationId xmlns:a16="http://schemas.microsoft.com/office/drawing/2014/main" id="{7A5A4091-F101-3E4D-BF1B-54F84182F72A}"/>
                    </a:ext>
                  </a:extLst>
                </p:cNvPr>
                <p:cNvSpPr>
                  <a:spLocks noChangeShapeType="1"/>
                </p:cNvSpPr>
                <p:nvPr/>
              </p:nvSpPr>
              <p:spPr bwMode="auto">
                <a:xfrm flipV="1">
                  <a:off x="3936" y="3214"/>
                  <a:ext cx="518" cy="577"/>
                </a:xfrm>
                <a:prstGeom prst="line">
                  <a:avLst/>
                </a:prstGeom>
                <a:noFill/>
                <a:ln w="28575">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5" name="Line 17">
                  <a:extLst>
                    <a:ext uri="{FF2B5EF4-FFF2-40B4-BE49-F238E27FC236}">
                      <a16:creationId xmlns:a16="http://schemas.microsoft.com/office/drawing/2014/main" id="{660DD30D-1333-5D4F-923C-E1F488B7D6B8}"/>
                    </a:ext>
                  </a:extLst>
                </p:cNvPr>
                <p:cNvSpPr>
                  <a:spLocks noChangeShapeType="1"/>
                </p:cNvSpPr>
                <p:nvPr/>
              </p:nvSpPr>
              <p:spPr bwMode="auto">
                <a:xfrm flipV="1">
                  <a:off x="3933" y="3107"/>
                  <a:ext cx="617" cy="691"/>
                </a:xfrm>
                <a:prstGeom prst="line">
                  <a:avLst/>
                </a:prstGeom>
                <a:noFill/>
                <a:ln w="28575">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53" name="Line 60">
                <a:extLst>
                  <a:ext uri="{FF2B5EF4-FFF2-40B4-BE49-F238E27FC236}">
                    <a16:creationId xmlns:a16="http://schemas.microsoft.com/office/drawing/2014/main" id="{D423F3E8-AD1D-6C4C-8D92-7816BFAB1AA2}"/>
                  </a:ext>
                </a:extLst>
              </p:cNvPr>
              <p:cNvSpPr>
                <a:spLocks noChangeShapeType="1"/>
              </p:cNvSpPr>
              <p:nvPr/>
            </p:nvSpPr>
            <p:spPr bwMode="auto">
              <a:xfrm flipH="1" flipV="1">
                <a:off x="3708" y="3159"/>
                <a:ext cx="589" cy="669"/>
              </a:xfrm>
              <a:prstGeom prst="line">
                <a:avLst/>
              </a:prstGeom>
              <a:noFill/>
              <a:ln w="28575">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49" name="Group 66">
                <a:extLst>
                  <a:ext uri="{FF2B5EF4-FFF2-40B4-BE49-F238E27FC236}">
                    <a16:creationId xmlns:a16="http://schemas.microsoft.com/office/drawing/2014/main" id="{47BDC405-95D4-AD42-BE39-87DCF526FE42}"/>
                  </a:ext>
                </a:extLst>
              </p:cNvPr>
              <p:cNvGrpSpPr>
                <a:grpSpLocks/>
              </p:cNvGrpSpPr>
              <p:nvPr/>
            </p:nvGrpSpPr>
            <p:grpSpPr bwMode="auto">
              <a:xfrm>
                <a:off x="4296" y="3820"/>
                <a:ext cx="4" cy="638"/>
                <a:chOff x="4279" y="3741"/>
                <a:chExt cx="4" cy="616"/>
              </a:xfrm>
            </p:grpSpPr>
            <p:sp>
              <p:nvSpPr>
                <p:cNvPr id="50" name="Line 64">
                  <a:extLst>
                    <a:ext uri="{FF2B5EF4-FFF2-40B4-BE49-F238E27FC236}">
                      <a16:creationId xmlns:a16="http://schemas.microsoft.com/office/drawing/2014/main" id="{32AAE3D5-4E73-B249-B5FB-C9C9BABB34DD}"/>
                    </a:ext>
                  </a:extLst>
                </p:cNvPr>
                <p:cNvSpPr>
                  <a:spLocks noChangeShapeType="1"/>
                </p:cNvSpPr>
                <p:nvPr/>
              </p:nvSpPr>
              <p:spPr bwMode="auto">
                <a:xfrm>
                  <a:off x="4279" y="3741"/>
                  <a:ext cx="1" cy="616"/>
                </a:xfrm>
                <a:prstGeom prst="line">
                  <a:avLst/>
                </a:prstGeom>
                <a:noFill/>
                <a:ln w="28575">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endParaRPr lang="zh-CN" altLang="en-US"/>
                </a:p>
              </p:txBody>
            </p:sp>
            <p:sp>
              <p:nvSpPr>
                <p:cNvPr id="51" name="Line 65">
                  <a:extLst>
                    <a:ext uri="{FF2B5EF4-FFF2-40B4-BE49-F238E27FC236}">
                      <a16:creationId xmlns:a16="http://schemas.microsoft.com/office/drawing/2014/main" id="{0C8B7FE7-BC60-4741-B1EF-E658A73CE229}"/>
                    </a:ext>
                  </a:extLst>
                </p:cNvPr>
                <p:cNvSpPr>
                  <a:spLocks noChangeShapeType="1"/>
                </p:cNvSpPr>
                <p:nvPr/>
              </p:nvSpPr>
              <p:spPr bwMode="auto">
                <a:xfrm flipH="1">
                  <a:off x="4280" y="3741"/>
                  <a:ext cx="3" cy="450"/>
                </a:xfrm>
                <a:prstGeom prst="line">
                  <a:avLst/>
                </a:prstGeom>
                <a:noFill/>
                <a:ln w="28575">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endParaRPr lang="zh-CN" altLang="en-US"/>
                </a:p>
              </p:txBody>
            </p:sp>
          </p:grpSp>
        </p:grpSp>
      </p:grpSp>
    </p:spTree>
    <p:extLst>
      <p:ext uri="{BB962C8B-B14F-4D97-AF65-F5344CB8AC3E}">
        <p14:creationId xmlns:p14="http://schemas.microsoft.com/office/powerpoint/2010/main" val="23099950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格 8">
            <a:extLst>
              <a:ext uri="{FF2B5EF4-FFF2-40B4-BE49-F238E27FC236}">
                <a16:creationId xmlns:a16="http://schemas.microsoft.com/office/drawing/2014/main" id="{C8F6DEAD-904C-C14B-8CB6-83F12169B091}"/>
              </a:ext>
            </a:extLst>
          </p:cNvPr>
          <p:cNvGraphicFramePr>
            <a:graphicFrameLocks noGrp="1"/>
          </p:cNvGraphicFramePr>
          <p:nvPr>
            <p:extLst>
              <p:ext uri="{D42A27DB-BD31-4B8C-83A1-F6EECF244321}">
                <p14:modId xmlns:p14="http://schemas.microsoft.com/office/powerpoint/2010/main" val="3629036488"/>
              </p:ext>
            </p:extLst>
          </p:nvPr>
        </p:nvGraphicFramePr>
        <p:xfrm>
          <a:off x="251520" y="188639"/>
          <a:ext cx="8604448" cy="6480721"/>
        </p:xfrm>
        <a:graphic>
          <a:graphicData uri="http://schemas.openxmlformats.org/drawingml/2006/table">
            <a:tbl>
              <a:tblPr firstRow="1" bandRow="1">
                <a:tableStyleId>{1FECB4D8-DB02-4DC6-A0A2-4F2EBAE1DC90}</a:tableStyleId>
              </a:tblPr>
              <a:tblGrid>
                <a:gridCol w="6192688">
                  <a:extLst>
                    <a:ext uri="{9D8B030D-6E8A-4147-A177-3AD203B41FA5}">
                      <a16:colId xmlns:a16="http://schemas.microsoft.com/office/drawing/2014/main" val="3888323015"/>
                    </a:ext>
                  </a:extLst>
                </a:gridCol>
                <a:gridCol w="2411760">
                  <a:extLst>
                    <a:ext uri="{9D8B030D-6E8A-4147-A177-3AD203B41FA5}">
                      <a16:colId xmlns:a16="http://schemas.microsoft.com/office/drawing/2014/main" val="3957048643"/>
                    </a:ext>
                  </a:extLst>
                </a:gridCol>
              </a:tblGrid>
              <a:tr h="1098473">
                <a:tc>
                  <a:txBody>
                    <a:bodyPr/>
                    <a:lstStyle/>
                    <a:p>
                      <a:pPr algn="ctr"/>
                      <a:endParaRPr lang="zh-CN" altLang="en-US" sz="2000" dirty="0">
                        <a:ln>
                          <a:solidFill>
                            <a:schemeClr val="bg2"/>
                          </a:solidFill>
                        </a:ln>
                        <a:solidFill>
                          <a:schemeClr val="bg2"/>
                        </a:solidFill>
                      </a:endParaRPr>
                    </a:p>
                  </a:txBody>
                  <a:tcPr anchor="ctr"/>
                </a:tc>
                <a:tc>
                  <a:txBody>
                    <a:bodyPr/>
                    <a:lstStyle/>
                    <a:p>
                      <a:pPr algn="ctr"/>
                      <a:r>
                        <a:rPr lang="en-US" altLang="zh-CN" sz="2000" dirty="0">
                          <a:ln>
                            <a:solidFill>
                              <a:schemeClr val="bg2"/>
                            </a:solidFill>
                          </a:ln>
                          <a:solidFill>
                            <a:schemeClr val="bg2"/>
                          </a:solidFill>
                        </a:rPr>
                        <a:t>1</a:t>
                      </a:r>
                      <a:r>
                        <a:rPr lang="zh-CN" altLang="en-US" sz="2000" dirty="0">
                          <a:ln>
                            <a:solidFill>
                              <a:schemeClr val="bg2"/>
                            </a:solidFill>
                          </a:ln>
                          <a:solidFill>
                            <a:schemeClr val="bg2"/>
                          </a:solidFill>
                        </a:rPr>
                        <a:t>：</a:t>
                      </a:r>
                      <a:r>
                        <a:rPr lang="en-US" altLang="zh-CN" sz="2000" dirty="0">
                          <a:ln>
                            <a:solidFill>
                              <a:schemeClr val="bg2"/>
                            </a:solidFill>
                          </a:ln>
                          <a:solidFill>
                            <a:schemeClr val="bg2"/>
                          </a:solidFill>
                        </a:rPr>
                        <a:t>1</a:t>
                      </a:r>
                      <a:endParaRPr lang="zh-CN" altLang="en-US" sz="2000" dirty="0">
                        <a:ln>
                          <a:solidFill>
                            <a:schemeClr val="bg2"/>
                          </a:solidFill>
                        </a:ln>
                        <a:solidFill>
                          <a:schemeClr val="bg2"/>
                        </a:solidFill>
                      </a:endParaRPr>
                    </a:p>
                  </a:txBody>
                  <a:tcPr anchor="ctr"/>
                </a:tc>
                <a:extLst>
                  <a:ext uri="{0D108BD9-81ED-4DB2-BD59-A6C34878D82A}">
                    <a16:rowId xmlns:a16="http://schemas.microsoft.com/office/drawing/2014/main" val="857504213"/>
                  </a:ext>
                </a:extLst>
              </a:tr>
              <a:tr h="1758645">
                <a:tc>
                  <a:txBody>
                    <a:bodyPr/>
                    <a:lstStyle/>
                    <a:p>
                      <a:endParaRPr lang="zh-CN" altLang="en-US" dirty="0">
                        <a:ln>
                          <a:solidFill>
                            <a:schemeClr val="bg2"/>
                          </a:solidFill>
                        </a:ln>
                        <a:solidFill>
                          <a:schemeClr val="bg2"/>
                        </a:solidFill>
                      </a:endParaRPr>
                    </a:p>
                  </a:txBody>
                  <a:tcPr/>
                </a:tc>
                <a:tc>
                  <a:txBody>
                    <a:bodyPr/>
                    <a:lstStyle/>
                    <a:p>
                      <a:pPr algn="ctr"/>
                      <a:r>
                        <a:rPr lang="en-US" altLang="zh-CN" dirty="0">
                          <a:ln>
                            <a:solidFill>
                              <a:schemeClr val="bg2"/>
                            </a:solidFill>
                          </a:ln>
                          <a:solidFill>
                            <a:schemeClr val="bg2"/>
                          </a:solidFill>
                        </a:rPr>
                        <a:t>1</a:t>
                      </a:r>
                      <a:r>
                        <a:rPr lang="zh-CN" altLang="en-US" dirty="0">
                          <a:ln>
                            <a:solidFill>
                              <a:schemeClr val="bg2"/>
                            </a:solidFill>
                          </a:ln>
                          <a:solidFill>
                            <a:schemeClr val="bg2"/>
                          </a:solidFill>
                        </a:rPr>
                        <a:t>对多</a:t>
                      </a:r>
                    </a:p>
                  </a:txBody>
                  <a:tcPr anchor="ctr"/>
                </a:tc>
                <a:extLst>
                  <a:ext uri="{0D108BD9-81ED-4DB2-BD59-A6C34878D82A}">
                    <a16:rowId xmlns:a16="http://schemas.microsoft.com/office/drawing/2014/main" val="1724656350"/>
                  </a:ext>
                </a:extLst>
              </a:tr>
              <a:tr h="995632">
                <a:tc>
                  <a:txBody>
                    <a:bodyPr/>
                    <a:lstStyle/>
                    <a:p>
                      <a:endParaRPr lang="zh-CN" altLang="en-US">
                        <a:ln>
                          <a:solidFill>
                            <a:schemeClr val="bg2"/>
                          </a:solidFill>
                        </a:ln>
                        <a:solidFill>
                          <a:schemeClr val="bg2"/>
                        </a:solidFill>
                      </a:endParaRPr>
                    </a:p>
                  </a:txBody>
                  <a:tcPr/>
                </a:tc>
                <a:tc>
                  <a:txBody>
                    <a:bodyPr/>
                    <a:lstStyle/>
                    <a:p>
                      <a:pPr algn="ctr"/>
                      <a:r>
                        <a:rPr lang="zh-CN" altLang="en-US" dirty="0">
                          <a:ln>
                            <a:solidFill>
                              <a:schemeClr val="bg2"/>
                            </a:solidFill>
                          </a:ln>
                          <a:solidFill>
                            <a:schemeClr val="bg2"/>
                          </a:solidFill>
                        </a:rPr>
                        <a:t>多对多</a:t>
                      </a:r>
                    </a:p>
                  </a:txBody>
                  <a:tcPr anchor="ctr"/>
                </a:tc>
                <a:extLst>
                  <a:ext uri="{0D108BD9-81ED-4DB2-BD59-A6C34878D82A}">
                    <a16:rowId xmlns:a16="http://schemas.microsoft.com/office/drawing/2014/main" val="368828917"/>
                  </a:ext>
                </a:extLst>
              </a:tr>
              <a:tr h="2627971">
                <a:tc>
                  <a:txBody>
                    <a:bodyPr/>
                    <a:lstStyle/>
                    <a:p>
                      <a:endParaRPr lang="zh-CN" altLang="en-US">
                        <a:ln>
                          <a:solidFill>
                            <a:schemeClr val="bg2"/>
                          </a:solidFill>
                        </a:ln>
                        <a:solidFill>
                          <a:schemeClr val="bg2"/>
                        </a:solidFill>
                      </a:endParaRPr>
                    </a:p>
                  </a:txBody>
                  <a:tcPr/>
                </a:tc>
                <a:tc>
                  <a:txBody>
                    <a:bodyPr/>
                    <a:lstStyle/>
                    <a:p>
                      <a:pPr algn="ctr"/>
                      <a:r>
                        <a:rPr lang="zh-CN" altLang="en-US" sz="1800" kern="1200" dirty="0">
                          <a:ln>
                            <a:solidFill>
                              <a:schemeClr val="bg2"/>
                            </a:solidFill>
                          </a:ln>
                          <a:solidFill>
                            <a:schemeClr val="bg2"/>
                          </a:solidFill>
                          <a:latin typeface="+mn-lt"/>
                          <a:ea typeface="+mn-ea"/>
                          <a:cs typeface="+mn-cs"/>
                        </a:rPr>
                        <a:t>多元</a:t>
                      </a:r>
                      <a:r>
                        <a:rPr lang="en-US" altLang="zh-CN" sz="1800" kern="1200" dirty="0">
                          <a:ln>
                            <a:solidFill>
                              <a:schemeClr val="bg2"/>
                            </a:solidFill>
                          </a:ln>
                          <a:solidFill>
                            <a:schemeClr val="bg2"/>
                          </a:solidFill>
                          <a:latin typeface="+mn-lt"/>
                          <a:ea typeface="+mn-ea"/>
                          <a:cs typeface="+mn-cs"/>
                        </a:rPr>
                        <a:t>/</a:t>
                      </a:r>
                      <a:r>
                        <a:rPr lang="zh-CN" altLang="en-US" sz="1800" kern="1200" dirty="0">
                          <a:ln>
                            <a:solidFill>
                              <a:schemeClr val="bg2"/>
                            </a:solidFill>
                          </a:ln>
                          <a:solidFill>
                            <a:schemeClr val="bg2"/>
                          </a:solidFill>
                          <a:latin typeface="+mn-lt"/>
                          <a:ea typeface="+mn-ea"/>
                          <a:cs typeface="+mn-cs"/>
                        </a:rPr>
                        <a:t>多路</a:t>
                      </a:r>
                    </a:p>
                  </a:txBody>
                  <a:tcPr anchor="ctr"/>
                </a:tc>
                <a:extLst>
                  <a:ext uri="{0D108BD9-81ED-4DB2-BD59-A6C34878D82A}">
                    <a16:rowId xmlns:a16="http://schemas.microsoft.com/office/drawing/2014/main" val="2391511646"/>
                  </a:ext>
                </a:extLst>
              </a:tr>
            </a:tbl>
          </a:graphicData>
        </a:graphic>
      </p:graphicFrame>
      <p:pic>
        <p:nvPicPr>
          <p:cNvPr id="2" name="图片 1">
            <a:extLst>
              <a:ext uri="{FF2B5EF4-FFF2-40B4-BE49-F238E27FC236}">
                <a16:creationId xmlns:a16="http://schemas.microsoft.com/office/drawing/2014/main" id="{84327513-1C1A-D348-A52A-C57B94BC4D46}"/>
              </a:ext>
            </a:extLst>
          </p:cNvPr>
          <p:cNvPicPr>
            <a:picLocks noChangeAspect="1"/>
          </p:cNvPicPr>
          <p:nvPr/>
        </p:nvPicPr>
        <p:blipFill>
          <a:blip r:embed="rId3"/>
          <a:stretch>
            <a:fillRect/>
          </a:stretch>
        </p:blipFill>
        <p:spPr>
          <a:xfrm>
            <a:off x="659688" y="404286"/>
            <a:ext cx="5080000" cy="716259"/>
          </a:xfrm>
          <a:prstGeom prst="rect">
            <a:avLst/>
          </a:prstGeom>
        </p:spPr>
      </p:pic>
      <p:pic>
        <p:nvPicPr>
          <p:cNvPr id="3" name="图片 2">
            <a:extLst>
              <a:ext uri="{FF2B5EF4-FFF2-40B4-BE49-F238E27FC236}">
                <a16:creationId xmlns:a16="http://schemas.microsoft.com/office/drawing/2014/main" id="{24C2C65D-C2F8-C34C-9868-240F92DC5886}"/>
              </a:ext>
            </a:extLst>
          </p:cNvPr>
          <p:cNvPicPr>
            <a:picLocks noChangeAspect="1"/>
          </p:cNvPicPr>
          <p:nvPr/>
        </p:nvPicPr>
        <p:blipFill>
          <a:blip r:embed="rId4"/>
          <a:stretch>
            <a:fillRect/>
          </a:stretch>
        </p:blipFill>
        <p:spPr>
          <a:xfrm>
            <a:off x="659688" y="1566370"/>
            <a:ext cx="5588000" cy="1358421"/>
          </a:xfrm>
          <a:prstGeom prst="rect">
            <a:avLst/>
          </a:prstGeom>
        </p:spPr>
      </p:pic>
      <p:pic>
        <p:nvPicPr>
          <p:cNvPr id="4" name="图片 3">
            <a:extLst>
              <a:ext uri="{FF2B5EF4-FFF2-40B4-BE49-F238E27FC236}">
                <a16:creationId xmlns:a16="http://schemas.microsoft.com/office/drawing/2014/main" id="{7E638919-7F35-AF4E-BBD7-7E3C3665CE7E}"/>
              </a:ext>
            </a:extLst>
          </p:cNvPr>
          <p:cNvPicPr>
            <a:picLocks noChangeAspect="1"/>
          </p:cNvPicPr>
          <p:nvPr/>
        </p:nvPicPr>
        <p:blipFill>
          <a:blip r:embed="rId5"/>
          <a:stretch>
            <a:fillRect/>
          </a:stretch>
        </p:blipFill>
        <p:spPr>
          <a:xfrm>
            <a:off x="659688" y="3292844"/>
            <a:ext cx="4940300" cy="790354"/>
          </a:xfrm>
          <a:prstGeom prst="rect">
            <a:avLst/>
          </a:prstGeom>
        </p:spPr>
      </p:pic>
      <p:pic>
        <p:nvPicPr>
          <p:cNvPr id="5" name="图片 4">
            <a:extLst>
              <a:ext uri="{FF2B5EF4-FFF2-40B4-BE49-F238E27FC236}">
                <a16:creationId xmlns:a16="http://schemas.microsoft.com/office/drawing/2014/main" id="{B30E92D2-9ED2-564F-A929-D2A093439A04}"/>
              </a:ext>
            </a:extLst>
          </p:cNvPr>
          <p:cNvPicPr>
            <a:picLocks noChangeAspect="1"/>
          </p:cNvPicPr>
          <p:nvPr/>
        </p:nvPicPr>
        <p:blipFill>
          <a:blip r:embed="rId6"/>
          <a:stretch>
            <a:fillRect/>
          </a:stretch>
        </p:blipFill>
        <p:spPr>
          <a:xfrm>
            <a:off x="683320" y="4271388"/>
            <a:ext cx="4140200" cy="2012933"/>
          </a:xfrm>
          <a:prstGeom prst="rect">
            <a:avLst/>
          </a:prstGeom>
        </p:spPr>
      </p:pic>
    </p:spTree>
    <p:extLst>
      <p:ext uri="{BB962C8B-B14F-4D97-AF65-F5344CB8AC3E}">
        <p14:creationId xmlns:p14="http://schemas.microsoft.com/office/powerpoint/2010/main" val="17895628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514" name="Rectangle 2"/>
          <p:cNvSpPr>
            <a:spLocks noChangeArrowheads="1"/>
          </p:cNvSpPr>
          <p:nvPr/>
        </p:nvSpPr>
        <p:spPr bwMode="auto">
          <a:xfrm>
            <a:off x="-468313" y="1484313"/>
            <a:ext cx="9144001" cy="1847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indent="130175" eaLnBrk="1" hangingPunct="1"/>
            <a:r>
              <a:rPr lang="en-US" altLang="zh-CN" sz="3200" b="1">
                <a:solidFill>
                  <a:srgbClr val="000099"/>
                </a:solidFill>
                <a:effectLst>
                  <a:outerShdw blurRad="38100" dist="38100" dir="2700000" algn="tl">
                    <a:srgbClr val="C0C0C0"/>
                  </a:outerShdw>
                </a:effectLst>
                <a:latin typeface="Times New Roman" pitchFamily="18" charset="0"/>
              </a:rPr>
              <a:t>         </a:t>
            </a:r>
            <a:r>
              <a:rPr lang="zh-CN" altLang="en-US" sz="3200" b="1">
                <a:solidFill>
                  <a:srgbClr val="000099"/>
                </a:solidFill>
              </a:rPr>
              <a:t>一、数据模型的概念</a:t>
            </a:r>
            <a:r>
              <a:rPr lang="en-US" altLang="zh-CN" sz="3200" b="1">
                <a:solidFill>
                  <a:srgbClr val="000099"/>
                </a:solidFill>
              </a:rPr>
              <a:t>:</a:t>
            </a:r>
            <a:r>
              <a:rPr lang="en-US" altLang="zh-CN" sz="3200" b="1">
                <a:solidFill>
                  <a:schemeClr val="bg2"/>
                </a:solidFill>
              </a:rPr>
              <a:t>  </a:t>
            </a:r>
          </a:p>
          <a:p>
            <a:pPr indent="130175"/>
            <a:r>
              <a:rPr lang="en-US" altLang="zh-CN" sz="3200" b="1">
                <a:solidFill>
                  <a:schemeClr val="bg2"/>
                </a:solidFill>
              </a:rPr>
              <a:t>       </a:t>
            </a:r>
            <a:r>
              <a:rPr lang="zh-CN" altLang="en-US" sz="3200" b="1">
                <a:solidFill>
                  <a:schemeClr val="bg2"/>
                </a:solidFill>
              </a:rPr>
              <a:t>表示实体类型及实体间联系的模型。</a:t>
            </a:r>
            <a:r>
              <a:rPr lang="zh-CN" altLang="en-US" sz="2400" b="1">
                <a:solidFill>
                  <a:schemeClr val="bg2"/>
                </a:solidFill>
                <a:latin typeface="Times New Roman" pitchFamily="18" charset="0"/>
              </a:rPr>
              <a:t> </a:t>
            </a:r>
          </a:p>
        </p:txBody>
      </p:sp>
      <p:grpSp>
        <p:nvGrpSpPr>
          <p:cNvPr id="576515" name="Group 3"/>
          <p:cNvGrpSpPr>
            <a:grpSpLocks/>
          </p:cNvGrpSpPr>
          <p:nvPr/>
        </p:nvGrpSpPr>
        <p:grpSpPr bwMode="auto">
          <a:xfrm>
            <a:off x="152400" y="76200"/>
            <a:ext cx="8991600" cy="1143000"/>
            <a:chOff x="0" y="288"/>
            <a:chExt cx="5760" cy="864"/>
          </a:xfrm>
        </p:grpSpPr>
        <p:sp>
          <p:nvSpPr>
            <p:cNvPr id="576516" name="Rectangle 4"/>
            <p:cNvSpPr>
              <a:spLocks noChangeArrowheads="1"/>
            </p:cNvSpPr>
            <p:nvPr/>
          </p:nvSpPr>
          <p:spPr bwMode="ltGray">
            <a:xfrm>
              <a:off x="196" y="377"/>
              <a:ext cx="428" cy="389"/>
            </a:xfrm>
            <a:prstGeom prst="rect">
              <a:avLst/>
            </a:prstGeom>
            <a:gradFill rotWithShape="0">
              <a:gsLst>
                <a:gs pos="0">
                  <a:schemeClr val="bg1"/>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pPr>
              <a:endParaRPr lang="zh-CN" altLang="zh-CN" sz="2400">
                <a:latin typeface="Tahoma" pitchFamily="34" charset="0"/>
              </a:endParaRPr>
            </a:p>
          </p:txBody>
        </p:sp>
        <p:sp>
          <p:nvSpPr>
            <p:cNvPr id="576517" name="Rectangle 5"/>
            <p:cNvSpPr>
              <a:spLocks noChangeArrowheads="1"/>
            </p:cNvSpPr>
            <p:nvPr/>
          </p:nvSpPr>
          <p:spPr bwMode="ltGray">
            <a:xfrm>
              <a:off x="279" y="723"/>
              <a:ext cx="285" cy="39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pPr>
              <a:endParaRPr lang="zh-CN" altLang="zh-CN" sz="2400">
                <a:latin typeface="Tahoma" pitchFamily="34" charset="0"/>
              </a:endParaRPr>
            </a:p>
          </p:txBody>
        </p:sp>
        <p:sp>
          <p:nvSpPr>
            <p:cNvPr id="576518" name="Rectangle 6"/>
            <p:cNvSpPr>
              <a:spLocks noChangeArrowheads="1"/>
            </p:cNvSpPr>
            <p:nvPr/>
          </p:nvSpPr>
          <p:spPr bwMode="ltGray">
            <a:xfrm>
              <a:off x="529" y="723"/>
              <a:ext cx="248" cy="39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pPr>
              <a:endParaRPr lang="zh-CN" altLang="zh-CN" sz="2400">
                <a:latin typeface="Tahoma" pitchFamily="34" charset="0"/>
              </a:endParaRPr>
            </a:p>
          </p:txBody>
        </p:sp>
        <p:sp>
          <p:nvSpPr>
            <p:cNvPr id="576519" name="Rectangle 7"/>
            <p:cNvSpPr>
              <a:spLocks noChangeArrowheads="1"/>
            </p:cNvSpPr>
            <p:nvPr/>
          </p:nvSpPr>
          <p:spPr bwMode="ltGray">
            <a:xfrm>
              <a:off x="0" y="576"/>
              <a:ext cx="432" cy="384"/>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pPr>
              <a:endParaRPr lang="zh-CN" altLang="zh-CN" sz="2400">
                <a:latin typeface="Tahoma" pitchFamily="34" charset="0"/>
              </a:endParaRPr>
            </a:p>
          </p:txBody>
        </p:sp>
        <p:sp>
          <p:nvSpPr>
            <p:cNvPr id="576520" name="Rectangle 8"/>
            <p:cNvSpPr>
              <a:spLocks noChangeArrowheads="1"/>
            </p:cNvSpPr>
            <p:nvPr/>
          </p:nvSpPr>
          <p:spPr bwMode="gray">
            <a:xfrm>
              <a:off x="428" y="288"/>
              <a:ext cx="22" cy="864"/>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pPr>
              <a:endParaRPr lang="zh-CN" altLang="zh-CN" sz="2400">
                <a:latin typeface="Tahoma" pitchFamily="34" charset="0"/>
              </a:endParaRPr>
            </a:p>
          </p:txBody>
        </p:sp>
        <p:sp>
          <p:nvSpPr>
            <p:cNvPr id="576521" name="Rectangle 9"/>
            <p:cNvSpPr>
              <a:spLocks noChangeArrowheads="1"/>
            </p:cNvSpPr>
            <p:nvPr/>
          </p:nvSpPr>
          <p:spPr bwMode="gray">
            <a:xfrm>
              <a:off x="213" y="937"/>
              <a:ext cx="5547" cy="26"/>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pPr>
              <a:endParaRPr lang="zh-CN" altLang="zh-CN" sz="2400">
                <a:latin typeface="Tahoma" pitchFamily="34" charset="0"/>
              </a:endParaRPr>
            </a:p>
          </p:txBody>
        </p:sp>
      </p:grpSp>
      <p:sp>
        <p:nvSpPr>
          <p:cNvPr id="576522" name="Rectangle 10"/>
          <p:cNvSpPr>
            <a:spLocks noChangeArrowheads="1"/>
          </p:cNvSpPr>
          <p:nvPr/>
        </p:nvSpPr>
        <p:spPr bwMode="auto">
          <a:xfrm>
            <a:off x="0" y="3500438"/>
            <a:ext cx="9144000" cy="2397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indent="609600"/>
            <a:r>
              <a:rPr lang="zh-CN" altLang="en-US" b="1">
                <a:solidFill>
                  <a:schemeClr val="bg2"/>
                </a:solidFill>
              </a:rPr>
              <a:t>目前广泛使用的数据模型有两种：</a:t>
            </a:r>
          </a:p>
          <a:p>
            <a:pPr indent="609600"/>
            <a:r>
              <a:rPr lang="zh-CN" altLang="en-US" b="1">
                <a:solidFill>
                  <a:schemeClr val="bg2"/>
                </a:solidFill>
              </a:rPr>
              <a:t>           </a:t>
            </a:r>
            <a:r>
              <a:rPr lang="zh-CN" altLang="en-US" b="1">
                <a:solidFill>
                  <a:srgbClr val="800000"/>
                </a:solidFill>
              </a:rPr>
              <a:t>概念数据模型（实体联系模型） </a:t>
            </a:r>
          </a:p>
          <a:p>
            <a:pPr indent="609600"/>
            <a:r>
              <a:rPr lang="zh-CN" altLang="en-US" b="1">
                <a:solidFill>
                  <a:srgbClr val="800000"/>
                </a:solidFill>
              </a:rPr>
              <a:t>           逻辑数据模型（结构数据模型）</a:t>
            </a:r>
          </a:p>
        </p:txBody>
      </p:sp>
      <p:sp>
        <p:nvSpPr>
          <p:cNvPr id="576523" name="Rectangle 11"/>
          <p:cNvSpPr>
            <a:spLocks noChangeArrowheads="1"/>
          </p:cNvSpPr>
          <p:nvPr/>
        </p:nvSpPr>
        <p:spPr bwMode="auto">
          <a:xfrm>
            <a:off x="1908174" y="0"/>
            <a:ext cx="4248001" cy="734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indent="609600" algn="l"/>
            <a:r>
              <a:rPr lang="en-US" altLang="zh-CN" b="1" dirty="0">
                <a:solidFill>
                  <a:schemeClr val="bg2"/>
                </a:solidFill>
                <a:effectLst>
                  <a:outerShdw blurRad="38100" dist="38100" dir="2700000" algn="tl">
                    <a:srgbClr val="C0C0C0"/>
                  </a:outerShdw>
                </a:effectLst>
              </a:rPr>
              <a:t>§2.2  </a:t>
            </a:r>
            <a:r>
              <a:rPr lang="zh-CN" altLang="en-US" b="1" dirty="0">
                <a:solidFill>
                  <a:schemeClr val="bg2"/>
                </a:solidFill>
                <a:effectLst>
                  <a:outerShdw blurRad="38100" dist="38100" dir="2700000" algn="tl">
                    <a:srgbClr val="C0C0C0"/>
                  </a:outerShdw>
                </a:effectLst>
              </a:rPr>
              <a:t>数据模型</a:t>
            </a:r>
          </a:p>
        </p:txBody>
      </p:sp>
      <p:pic>
        <p:nvPicPr>
          <p:cNvPr id="12" name="图片 11">
            <a:extLst>
              <a:ext uri="{FF2B5EF4-FFF2-40B4-BE49-F238E27FC236}">
                <a16:creationId xmlns:a16="http://schemas.microsoft.com/office/drawing/2014/main" id="{C8EDFB22-471E-354C-BFE9-21CC3D45E488}"/>
              </a:ext>
            </a:extLst>
          </p:cNvPr>
          <p:cNvPicPr>
            <a:picLocks noChangeAspect="1"/>
          </p:cNvPicPr>
          <p:nvPr/>
        </p:nvPicPr>
        <p:blipFill rotWithShape="1">
          <a:blip r:embed="rId2"/>
          <a:srcRect l="676" t="20973" r="54062" b="13716"/>
          <a:stretch/>
        </p:blipFill>
        <p:spPr>
          <a:xfrm>
            <a:off x="492604" y="2624828"/>
            <a:ext cx="577970" cy="55043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76522"/>
                                        </p:tgtEl>
                                        <p:attrNameLst>
                                          <p:attrName>style.visibility</p:attrName>
                                        </p:attrNameLst>
                                      </p:cBhvr>
                                      <p:to>
                                        <p:strVal val="visible"/>
                                      </p:to>
                                    </p:set>
                                    <p:animEffect transition="in" filter="blinds(horizontal)">
                                      <p:cBhvr>
                                        <p:cTn id="7" dur="500"/>
                                        <p:tgtEl>
                                          <p:spTgt spid="57652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652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762" name="Rectangle 2"/>
          <p:cNvSpPr>
            <a:spLocks noChangeArrowheads="1"/>
          </p:cNvSpPr>
          <p:nvPr/>
        </p:nvSpPr>
        <p:spPr bwMode="auto">
          <a:xfrm>
            <a:off x="107950" y="1557338"/>
            <a:ext cx="9144000" cy="48936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00000"/>
              </a:lnSpc>
              <a:spcBef>
                <a:spcPct val="50000"/>
              </a:spcBef>
            </a:pPr>
            <a:r>
              <a:rPr lang="en-US" altLang="zh-CN" sz="2400" b="1" dirty="0">
                <a:solidFill>
                  <a:srgbClr val="000099"/>
                </a:solidFill>
                <a:latin typeface="Times New Roman" pitchFamily="18" charset="0"/>
              </a:rPr>
              <a:t>       </a:t>
            </a:r>
            <a:r>
              <a:rPr lang="zh-CN" altLang="en-US" sz="2400" b="1" dirty="0">
                <a:solidFill>
                  <a:srgbClr val="000099"/>
                </a:solidFill>
                <a:latin typeface="Times New Roman" pitchFamily="18" charset="0"/>
              </a:rPr>
              <a:t>在</a:t>
            </a:r>
            <a:r>
              <a:rPr lang="en-US" altLang="zh-CN" sz="2400" b="1" dirty="0">
                <a:solidFill>
                  <a:srgbClr val="000099"/>
                </a:solidFill>
                <a:latin typeface="Times New Roman" pitchFamily="18" charset="0"/>
              </a:rPr>
              <a:t>ER</a:t>
            </a:r>
            <a:r>
              <a:rPr lang="zh-CN" altLang="en-US" sz="2400" b="1" dirty="0">
                <a:solidFill>
                  <a:srgbClr val="000099"/>
                </a:solidFill>
                <a:latin typeface="Times New Roman" pitchFamily="18" charset="0"/>
              </a:rPr>
              <a:t>模型中有四个基本成分：</a:t>
            </a:r>
            <a:r>
              <a:rPr lang="zh-CN" altLang="en-US" sz="2400" b="1" dirty="0">
                <a:solidFill>
                  <a:schemeClr val="bg2"/>
                </a:solidFill>
                <a:latin typeface="Times New Roman" pitchFamily="18" charset="0"/>
              </a:rPr>
              <a:t> </a:t>
            </a:r>
          </a:p>
          <a:p>
            <a:pPr>
              <a:lnSpc>
                <a:spcPct val="100000"/>
              </a:lnSpc>
              <a:spcBef>
                <a:spcPct val="50000"/>
              </a:spcBef>
            </a:pPr>
            <a:r>
              <a:rPr lang="zh-CN" altLang="en-US" sz="2400" b="1" dirty="0">
                <a:solidFill>
                  <a:schemeClr val="bg2"/>
                </a:solidFill>
                <a:latin typeface="Times New Roman" pitchFamily="18" charset="0"/>
              </a:rPr>
              <a:t>                                     </a:t>
            </a:r>
            <a:r>
              <a:rPr lang="zh-CN" altLang="en-US" sz="2400" b="1" dirty="0">
                <a:solidFill>
                  <a:srgbClr val="660033"/>
                </a:solidFill>
                <a:latin typeface="Times New Roman" pitchFamily="18" charset="0"/>
              </a:rPr>
              <a:t>矩形框</a:t>
            </a:r>
            <a:r>
              <a:rPr lang="zh-CN" altLang="en-US" sz="2400" b="1" dirty="0">
                <a:solidFill>
                  <a:schemeClr val="bg2"/>
                </a:solidFill>
                <a:latin typeface="Times New Roman" pitchFamily="18" charset="0"/>
              </a:rPr>
              <a:t>表示实体类型</a:t>
            </a:r>
            <a:r>
              <a:rPr lang="en-US" altLang="zh-CN" sz="2400" b="1" dirty="0">
                <a:solidFill>
                  <a:schemeClr val="bg2"/>
                </a:solidFill>
                <a:latin typeface="Times New Roman" pitchFamily="18" charset="0"/>
              </a:rPr>
              <a:t>;</a:t>
            </a:r>
          </a:p>
          <a:p>
            <a:pPr>
              <a:lnSpc>
                <a:spcPct val="100000"/>
              </a:lnSpc>
              <a:spcBef>
                <a:spcPct val="50000"/>
              </a:spcBef>
            </a:pPr>
            <a:r>
              <a:rPr lang="en-US" altLang="zh-CN" sz="2400" b="1" dirty="0">
                <a:solidFill>
                  <a:schemeClr val="bg2"/>
                </a:solidFill>
                <a:latin typeface="Times New Roman" pitchFamily="18" charset="0"/>
              </a:rPr>
              <a:t>                                     </a:t>
            </a:r>
            <a:r>
              <a:rPr lang="zh-CN" altLang="en-US" sz="2400" b="1" dirty="0">
                <a:solidFill>
                  <a:srgbClr val="660033"/>
                </a:solidFill>
                <a:latin typeface="Times New Roman" pitchFamily="18" charset="0"/>
              </a:rPr>
              <a:t>菱形框</a:t>
            </a:r>
            <a:r>
              <a:rPr lang="zh-CN" altLang="en-US" sz="2400" b="1" dirty="0">
                <a:solidFill>
                  <a:schemeClr val="bg2"/>
                </a:solidFill>
                <a:latin typeface="Times New Roman" pitchFamily="18" charset="0"/>
              </a:rPr>
              <a:t>表示联系类型（实体间的联系）</a:t>
            </a:r>
            <a:r>
              <a:rPr lang="en-US" altLang="zh-CN" sz="2400" b="1" dirty="0">
                <a:solidFill>
                  <a:schemeClr val="bg2"/>
                </a:solidFill>
                <a:latin typeface="Times New Roman" pitchFamily="18" charset="0"/>
              </a:rPr>
              <a:t>;</a:t>
            </a:r>
          </a:p>
          <a:p>
            <a:pPr>
              <a:lnSpc>
                <a:spcPct val="100000"/>
              </a:lnSpc>
              <a:spcBef>
                <a:spcPct val="50000"/>
              </a:spcBef>
            </a:pPr>
            <a:r>
              <a:rPr lang="en-US" altLang="zh-CN" sz="2400" b="1" dirty="0">
                <a:solidFill>
                  <a:srgbClr val="660033"/>
                </a:solidFill>
                <a:latin typeface="Times New Roman" pitchFamily="18" charset="0"/>
              </a:rPr>
              <a:t>                                     </a:t>
            </a:r>
            <a:r>
              <a:rPr lang="zh-CN" altLang="en-US" sz="2400" b="1" dirty="0">
                <a:solidFill>
                  <a:srgbClr val="660033"/>
                </a:solidFill>
                <a:latin typeface="Times New Roman" pitchFamily="18" charset="0"/>
              </a:rPr>
              <a:t>椭圆形</a:t>
            </a:r>
            <a:r>
              <a:rPr lang="zh-CN" altLang="en-US" sz="2400" b="1" dirty="0">
                <a:solidFill>
                  <a:schemeClr val="bg2"/>
                </a:solidFill>
                <a:latin typeface="Times New Roman" pitchFamily="18" charset="0"/>
              </a:rPr>
              <a:t>框表示实体类型和联系类型的属性</a:t>
            </a:r>
            <a:r>
              <a:rPr lang="en-US" altLang="zh-CN" sz="2400" b="1" dirty="0">
                <a:solidFill>
                  <a:schemeClr val="bg2"/>
                </a:solidFill>
                <a:latin typeface="Times New Roman" pitchFamily="18" charset="0"/>
              </a:rPr>
              <a:t>;</a:t>
            </a:r>
          </a:p>
          <a:p>
            <a:pPr>
              <a:lnSpc>
                <a:spcPct val="100000"/>
              </a:lnSpc>
              <a:spcBef>
                <a:spcPct val="50000"/>
              </a:spcBef>
            </a:pPr>
            <a:r>
              <a:rPr lang="en-US" altLang="zh-CN" sz="2400" b="1" dirty="0">
                <a:solidFill>
                  <a:schemeClr val="bg2"/>
                </a:solidFill>
                <a:latin typeface="Times New Roman" pitchFamily="18" charset="0"/>
              </a:rPr>
              <a:t>                                      </a:t>
            </a:r>
            <a:r>
              <a:rPr lang="zh-CN" altLang="en-US" sz="2400" b="1" dirty="0">
                <a:solidFill>
                  <a:schemeClr val="bg2"/>
                </a:solidFill>
                <a:latin typeface="Times New Roman" pitchFamily="18" charset="0"/>
              </a:rPr>
              <a:t>用</a:t>
            </a:r>
            <a:r>
              <a:rPr lang="zh-CN" altLang="en-US" sz="2400" b="1" dirty="0">
                <a:solidFill>
                  <a:srgbClr val="660033"/>
                </a:solidFill>
                <a:latin typeface="Times New Roman" pitchFamily="18" charset="0"/>
              </a:rPr>
              <a:t>直线</a:t>
            </a:r>
            <a:r>
              <a:rPr lang="zh-CN" altLang="en-US" sz="2400" b="1" dirty="0">
                <a:solidFill>
                  <a:schemeClr val="bg2"/>
                </a:solidFill>
                <a:latin typeface="Times New Roman" pitchFamily="18" charset="0"/>
              </a:rPr>
              <a:t>连接：实体与属性；</a:t>
            </a:r>
          </a:p>
          <a:p>
            <a:pPr>
              <a:lnSpc>
                <a:spcPct val="100000"/>
              </a:lnSpc>
              <a:spcBef>
                <a:spcPct val="50000"/>
              </a:spcBef>
            </a:pPr>
            <a:r>
              <a:rPr lang="zh-CN" altLang="en-US" sz="2400" b="1" dirty="0">
                <a:solidFill>
                  <a:schemeClr val="bg2"/>
                </a:solidFill>
                <a:latin typeface="Times New Roman" pitchFamily="18" charset="0"/>
              </a:rPr>
              <a:t>                                                              联系与属性；</a:t>
            </a:r>
          </a:p>
          <a:p>
            <a:pPr>
              <a:lnSpc>
                <a:spcPct val="100000"/>
              </a:lnSpc>
              <a:spcBef>
                <a:spcPct val="50000"/>
              </a:spcBef>
            </a:pPr>
            <a:r>
              <a:rPr lang="zh-CN" altLang="en-US" sz="2400" b="1" dirty="0">
                <a:solidFill>
                  <a:schemeClr val="bg2"/>
                </a:solidFill>
                <a:latin typeface="Times New Roman" pitchFamily="18" charset="0"/>
              </a:rPr>
              <a:t>                                                              实体与实体；</a:t>
            </a:r>
          </a:p>
          <a:p>
            <a:pPr fontAlgn="t">
              <a:lnSpc>
                <a:spcPct val="100000"/>
              </a:lnSpc>
              <a:spcBef>
                <a:spcPct val="50000"/>
              </a:spcBef>
            </a:pPr>
            <a:r>
              <a:rPr lang="zh-CN" altLang="en-US" sz="2400" b="1" dirty="0">
                <a:solidFill>
                  <a:schemeClr val="bg2"/>
                </a:solidFill>
                <a:latin typeface="Times New Roman" pitchFamily="18" charset="0"/>
              </a:rPr>
              <a:t>        相应的命名均记入各种框中。</a:t>
            </a:r>
          </a:p>
          <a:p>
            <a:pPr fontAlgn="t">
              <a:lnSpc>
                <a:spcPct val="100000"/>
              </a:lnSpc>
              <a:spcBef>
                <a:spcPct val="50000"/>
              </a:spcBef>
            </a:pPr>
            <a:r>
              <a:rPr lang="zh-CN" altLang="en-US" sz="2400" b="1" dirty="0">
                <a:solidFill>
                  <a:schemeClr val="bg2"/>
                </a:solidFill>
                <a:latin typeface="Times New Roman" pitchFamily="18" charset="0"/>
              </a:rPr>
              <a:t>        对于关键码的属性，在属性名下划一横线。</a:t>
            </a:r>
          </a:p>
        </p:txBody>
      </p:sp>
      <p:sp>
        <p:nvSpPr>
          <p:cNvPr id="629764" name="Rectangle 4"/>
          <p:cNvSpPr>
            <a:spLocks noChangeArrowheads="1"/>
          </p:cNvSpPr>
          <p:nvPr/>
        </p:nvSpPr>
        <p:spPr bwMode="auto">
          <a:xfrm>
            <a:off x="-252413" y="-100013"/>
            <a:ext cx="9396413" cy="14184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indent="609600"/>
            <a:r>
              <a:rPr lang="en-US" altLang="zh-CN" b="1" dirty="0">
                <a:solidFill>
                  <a:srgbClr val="800000"/>
                </a:solidFill>
              </a:rPr>
              <a:t>1</a:t>
            </a:r>
            <a:r>
              <a:rPr lang="zh-CN" altLang="en-US" b="1" dirty="0">
                <a:solidFill>
                  <a:srgbClr val="800000"/>
                </a:solidFill>
              </a:rPr>
              <a:t>、概念数据模型</a:t>
            </a:r>
            <a:r>
              <a:rPr lang="en-US" altLang="zh-CN" b="1" dirty="0">
                <a:solidFill>
                  <a:srgbClr val="800000"/>
                </a:solidFill>
              </a:rPr>
              <a:t>--</a:t>
            </a:r>
            <a:r>
              <a:rPr lang="zh-CN" altLang="en-US" b="1" dirty="0">
                <a:solidFill>
                  <a:srgbClr val="800000"/>
                </a:solidFill>
              </a:rPr>
              <a:t>实体联系模型</a:t>
            </a:r>
            <a:r>
              <a:rPr lang="en-US" altLang="zh-CN" b="1" dirty="0">
                <a:solidFill>
                  <a:srgbClr val="800000"/>
                </a:solidFill>
              </a:rPr>
              <a:t>(ER</a:t>
            </a:r>
            <a:r>
              <a:rPr lang="zh-CN" altLang="en-US" b="1" dirty="0">
                <a:solidFill>
                  <a:srgbClr val="800000"/>
                </a:solidFill>
              </a:rPr>
              <a:t>模型</a:t>
            </a:r>
            <a:r>
              <a:rPr lang="en-US" altLang="zh-CN" b="1" dirty="0">
                <a:solidFill>
                  <a:srgbClr val="800000"/>
                </a:solidFill>
              </a:rPr>
              <a:t>)</a:t>
            </a:r>
          </a:p>
          <a:p>
            <a:pPr indent="609600"/>
            <a:r>
              <a:rPr lang="en-US" altLang="zh-CN" sz="2400" b="1" dirty="0">
                <a:solidFill>
                  <a:schemeClr val="bg2"/>
                </a:solidFill>
              </a:rPr>
              <a:t>  </a:t>
            </a:r>
            <a:endParaRPr lang="zh-CN" altLang="en-US" sz="2400" b="1" dirty="0">
              <a:solidFill>
                <a:schemeClr val="bg2"/>
              </a:solidFill>
            </a:endParaRPr>
          </a:p>
        </p:txBody>
      </p:sp>
      <p:sp>
        <p:nvSpPr>
          <p:cNvPr id="2" name="矩形 1">
            <a:extLst>
              <a:ext uri="{FF2B5EF4-FFF2-40B4-BE49-F238E27FC236}">
                <a16:creationId xmlns:a16="http://schemas.microsoft.com/office/drawing/2014/main" id="{C5E6AD85-4943-E84B-9030-3B49D34748A0}"/>
              </a:ext>
            </a:extLst>
          </p:cNvPr>
          <p:cNvSpPr/>
          <p:nvPr/>
        </p:nvSpPr>
        <p:spPr bwMode="auto">
          <a:xfrm>
            <a:off x="1403648" y="2132856"/>
            <a:ext cx="864096" cy="432048"/>
          </a:xfrm>
          <a:prstGeom prst="rect">
            <a:avLst/>
          </a:prstGeom>
          <a:noFill/>
          <a:ln w="9525" cap="flat" cmpd="sng" algn="ctr">
            <a:solidFill>
              <a:schemeClr val="bg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a:ln>
                <a:noFill/>
              </a:ln>
              <a:solidFill>
                <a:schemeClr val="tx1"/>
              </a:solidFill>
              <a:effectLst/>
              <a:latin typeface="宋体" pitchFamily="2" charset="-122"/>
              <a:ea typeface="宋体" pitchFamily="2" charset="-122"/>
            </a:endParaRPr>
          </a:p>
        </p:txBody>
      </p:sp>
      <p:sp>
        <p:nvSpPr>
          <p:cNvPr id="3" name="菱形 2">
            <a:extLst>
              <a:ext uri="{FF2B5EF4-FFF2-40B4-BE49-F238E27FC236}">
                <a16:creationId xmlns:a16="http://schemas.microsoft.com/office/drawing/2014/main" id="{DF4641E1-63EA-CB4C-9D73-6255E4100FD5}"/>
              </a:ext>
            </a:extLst>
          </p:cNvPr>
          <p:cNvSpPr/>
          <p:nvPr/>
        </p:nvSpPr>
        <p:spPr bwMode="auto">
          <a:xfrm>
            <a:off x="1403648" y="2704604"/>
            <a:ext cx="864096" cy="432048"/>
          </a:xfrm>
          <a:prstGeom prst="diamond">
            <a:avLst/>
          </a:prstGeom>
          <a:noFill/>
          <a:ln w="9525" cap="flat" cmpd="sng" algn="ctr">
            <a:solidFill>
              <a:schemeClr val="bg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a:ln>
                <a:noFill/>
              </a:ln>
              <a:solidFill>
                <a:schemeClr val="tx1"/>
              </a:solidFill>
              <a:effectLst/>
              <a:latin typeface="宋体" pitchFamily="2" charset="-122"/>
              <a:ea typeface="宋体" pitchFamily="2" charset="-122"/>
            </a:endParaRPr>
          </a:p>
        </p:txBody>
      </p:sp>
      <p:sp>
        <p:nvSpPr>
          <p:cNvPr id="5" name="椭圆 4">
            <a:extLst>
              <a:ext uri="{FF2B5EF4-FFF2-40B4-BE49-F238E27FC236}">
                <a16:creationId xmlns:a16="http://schemas.microsoft.com/office/drawing/2014/main" id="{D11DAC94-9A8B-0C43-B69D-417CDC101E02}"/>
              </a:ext>
            </a:extLst>
          </p:cNvPr>
          <p:cNvSpPr/>
          <p:nvPr/>
        </p:nvSpPr>
        <p:spPr bwMode="auto">
          <a:xfrm>
            <a:off x="1403648" y="3284984"/>
            <a:ext cx="936104" cy="432048"/>
          </a:xfrm>
          <a:prstGeom prst="ellipse">
            <a:avLst/>
          </a:prstGeom>
          <a:noFill/>
          <a:ln w="9525" cap="flat" cmpd="sng" algn="ctr">
            <a:solidFill>
              <a:schemeClr val="bg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a:ln>
                <a:noFill/>
              </a:ln>
              <a:solidFill>
                <a:schemeClr val="tx1"/>
              </a:solidFill>
              <a:effectLst/>
              <a:latin typeface="宋体" pitchFamily="2" charset="-122"/>
              <a:ea typeface="宋体" pitchFamily="2" charset="-122"/>
            </a:endParaRPr>
          </a:p>
        </p:txBody>
      </p:sp>
      <p:cxnSp>
        <p:nvCxnSpPr>
          <p:cNvPr id="8" name="直线连接符 7">
            <a:extLst>
              <a:ext uri="{FF2B5EF4-FFF2-40B4-BE49-F238E27FC236}">
                <a16:creationId xmlns:a16="http://schemas.microsoft.com/office/drawing/2014/main" id="{603672CF-A90C-8049-991B-E5DB38255461}"/>
              </a:ext>
            </a:extLst>
          </p:cNvPr>
          <p:cNvCxnSpPr/>
          <p:nvPr/>
        </p:nvCxnSpPr>
        <p:spPr bwMode="auto">
          <a:xfrm>
            <a:off x="1547664" y="4077072"/>
            <a:ext cx="720080" cy="0"/>
          </a:xfrm>
          <a:prstGeom prst="line">
            <a:avLst/>
          </a:prstGeom>
          <a:noFill/>
          <a:ln w="9525" cap="flat" cmpd="sng" algn="ctr">
            <a:solidFill>
              <a:schemeClr val="bg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pic>
        <p:nvPicPr>
          <p:cNvPr id="10" name="图片 9">
            <a:extLst>
              <a:ext uri="{FF2B5EF4-FFF2-40B4-BE49-F238E27FC236}">
                <a16:creationId xmlns:a16="http://schemas.microsoft.com/office/drawing/2014/main" id="{4581188B-0542-674E-8449-98575BEF6449}"/>
              </a:ext>
            </a:extLst>
          </p:cNvPr>
          <p:cNvPicPr>
            <a:picLocks noChangeAspect="1"/>
          </p:cNvPicPr>
          <p:nvPr/>
        </p:nvPicPr>
        <p:blipFill rotWithShape="1">
          <a:blip r:embed="rId2"/>
          <a:srcRect l="676" t="20973" r="54062" b="13716"/>
          <a:stretch/>
        </p:blipFill>
        <p:spPr>
          <a:xfrm>
            <a:off x="107950" y="815035"/>
            <a:ext cx="577970" cy="550431"/>
          </a:xfrm>
          <a:prstGeom prst="rect">
            <a:avLst/>
          </a:prstGeom>
        </p:spPr>
      </p:pic>
      <p:sp>
        <p:nvSpPr>
          <p:cNvPr id="12" name="文本框 11">
            <a:extLst>
              <a:ext uri="{FF2B5EF4-FFF2-40B4-BE49-F238E27FC236}">
                <a16:creationId xmlns:a16="http://schemas.microsoft.com/office/drawing/2014/main" id="{2BE447F3-8A14-2843-A1B7-BEE9458B261F}"/>
              </a:ext>
            </a:extLst>
          </p:cNvPr>
          <p:cNvSpPr txBox="1"/>
          <p:nvPr/>
        </p:nvSpPr>
        <p:spPr>
          <a:xfrm>
            <a:off x="792351" y="880294"/>
            <a:ext cx="8185373" cy="46166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00000"/>
              </a:lnSpc>
            </a:pPr>
            <a:r>
              <a:rPr lang="zh-CN" altLang="en-US" sz="2400" b="1" dirty="0">
                <a:solidFill>
                  <a:schemeClr val="bg2"/>
                </a:solidFill>
              </a:rPr>
              <a:t>独立于计算机系统的模型，用于建立信息世界的数据模型。</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29762"/>
                                        </p:tgtEl>
                                        <p:attrNameLst>
                                          <p:attrName>style.visibility</p:attrName>
                                        </p:attrNameLst>
                                      </p:cBhvr>
                                      <p:to>
                                        <p:strVal val="visible"/>
                                      </p:to>
                                    </p:set>
                                    <p:animEffect transition="in" filter="blinds(horizontal)">
                                      <p:cBhvr>
                                        <p:cTn id="7" dur="500"/>
                                        <p:tgtEl>
                                          <p:spTgt spid="62976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976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2" name="Rectangle 2"/>
          <p:cNvSpPr>
            <a:spLocks noChangeArrowheads="1"/>
          </p:cNvSpPr>
          <p:nvPr/>
        </p:nvSpPr>
        <p:spPr bwMode="auto">
          <a:xfrm>
            <a:off x="0" y="6350"/>
            <a:ext cx="9144000" cy="6740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t">
              <a:lnSpc>
                <a:spcPct val="150000"/>
              </a:lnSpc>
              <a:spcBef>
                <a:spcPct val="50000"/>
              </a:spcBef>
            </a:pPr>
            <a:r>
              <a:rPr lang="en-US" altLang="zh-CN" sz="2400" b="1" dirty="0">
                <a:solidFill>
                  <a:srgbClr val="000099"/>
                </a:solidFill>
              </a:rPr>
              <a:t>   </a:t>
            </a:r>
            <a:r>
              <a:rPr lang="zh-CN" altLang="en-US" sz="3200" b="1" dirty="0">
                <a:solidFill>
                  <a:srgbClr val="000099"/>
                </a:solidFill>
              </a:rPr>
              <a:t>建立</a:t>
            </a:r>
            <a:r>
              <a:rPr lang="en-US" altLang="zh-CN" sz="3200" b="1" dirty="0">
                <a:solidFill>
                  <a:srgbClr val="000099"/>
                </a:solidFill>
              </a:rPr>
              <a:t>ER</a:t>
            </a:r>
            <a:r>
              <a:rPr lang="zh-CN" altLang="en-US" sz="3200" b="1" dirty="0">
                <a:solidFill>
                  <a:srgbClr val="000099"/>
                </a:solidFill>
              </a:rPr>
              <a:t>模型的步骤如下：</a:t>
            </a:r>
          </a:p>
          <a:p>
            <a:pPr fontAlgn="t">
              <a:lnSpc>
                <a:spcPct val="150000"/>
              </a:lnSpc>
              <a:spcBef>
                <a:spcPct val="50000"/>
              </a:spcBef>
            </a:pPr>
            <a:endParaRPr lang="en-US" altLang="zh-CN" sz="3200" b="1" dirty="0">
              <a:solidFill>
                <a:schemeClr val="bg2"/>
              </a:solidFill>
            </a:endParaRPr>
          </a:p>
          <a:p>
            <a:pPr fontAlgn="t">
              <a:lnSpc>
                <a:spcPct val="150000"/>
              </a:lnSpc>
              <a:spcBef>
                <a:spcPct val="50000"/>
              </a:spcBef>
            </a:pPr>
            <a:endParaRPr lang="en-US" altLang="zh-CN" sz="3200" b="1" dirty="0">
              <a:solidFill>
                <a:schemeClr val="bg2"/>
              </a:solidFill>
            </a:endParaRPr>
          </a:p>
          <a:p>
            <a:pPr fontAlgn="t">
              <a:lnSpc>
                <a:spcPct val="150000"/>
              </a:lnSpc>
              <a:spcBef>
                <a:spcPct val="50000"/>
              </a:spcBef>
            </a:pPr>
            <a:endParaRPr lang="en-US" altLang="zh-CN" sz="3200" b="1" dirty="0">
              <a:solidFill>
                <a:schemeClr val="bg2"/>
              </a:solidFill>
            </a:endParaRPr>
          </a:p>
          <a:p>
            <a:pPr fontAlgn="t">
              <a:lnSpc>
                <a:spcPct val="150000"/>
              </a:lnSpc>
              <a:spcBef>
                <a:spcPct val="50000"/>
              </a:spcBef>
            </a:pPr>
            <a:endParaRPr lang="en-US" altLang="zh-CN" sz="3200" b="1" dirty="0">
              <a:solidFill>
                <a:schemeClr val="bg2"/>
              </a:solidFill>
            </a:endParaRPr>
          </a:p>
          <a:p>
            <a:pPr fontAlgn="t">
              <a:lnSpc>
                <a:spcPct val="150000"/>
              </a:lnSpc>
              <a:spcBef>
                <a:spcPct val="50000"/>
              </a:spcBef>
            </a:pPr>
            <a:endParaRPr lang="en-US" altLang="zh-CN" sz="3200" b="1" dirty="0">
              <a:solidFill>
                <a:schemeClr val="bg2"/>
              </a:solidFill>
            </a:endParaRPr>
          </a:p>
          <a:p>
            <a:pPr fontAlgn="t">
              <a:lnSpc>
                <a:spcPct val="150000"/>
              </a:lnSpc>
              <a:spcBef>
                <a:spcPct val="50000"/>
              </a:spcBef>
            </a:pPr>
            <a:r>
              <a:rPr lang="zh-CN" altLang="en-US" sz="3200" b="1" dirty="0">
                <a:solidFill>
                  <a:schemeClr val="bg2"/>
                </a:solidFill>
              </a:rPr>
              <a:t>   举例：</a:t>
            </a:r>
            <a:r>
              <a:rPr lang="zh-CN" altLang="en-US" sz="3200" b="1" dirty="0">
                <a:solidFill>
                  <a:schemeClr val="bg2"/>
                </a:solidFill>
                <a:latin typeface="Times New Roman" pitchFamily="18" charset="0"/>
              </a:rPr>
              <a:t> 图书馆图书借阅系统</a:t>
            </a:r>
          </a:p>
        </p:txBody>
      </p:sp>
      <p:graphicFrame>
        <p:nvGraphicFramePr>
          <p:cNvPr id="5" name="图示 4">
            <a:extLst>
              <a:ext uri="{FF2B5EF4-FFF2-40B4-BE49-F238E27FC236}">
                <a16:creationId xmlns:a16="http://schemas.microsoft.com/office/drawing/2014/main" id="{5D2BC16E-D0A9-4746-AF68-C27D75D59CEC}"/>
              </a:ext>
            </a:extLst>
          </p:cNvPr>
          <p:cNvGraphicFramePr/>
          <p:nvPr>
            <p:extLst>
              <p:ext uri="{D42A27DB-BD31-4B8C-83A1-F6EECF244321}">
                <p14:modId xmlns:p14="http://schemas.microsoft.com/office/powerpoint/2010/main" val="2557455484"/>
              </p:ext>
            </p:extLst>
          </p:nvPr>
        </p:nvGraphicFramePr>
        <p:xfrm>
          <a:off x="611560" y="980728"/>
          <a:ext cx="8352928" cy="47525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示 1">
            <a:extLst>
              <a:ext uri="{FF2B5EF4-FFF2-40B4-BE49-F238E27FC236}">
                <a16:creationId xmlns:a16="http://schemas.microsoft.com/office/drawing/2014/main" id="{13D797D0-BB1D-A74F-82D6-A405378A4CDF}"/>
              </a:ext>
            </a:extLst>
          </p:cNvPr>
          <p:cNvGraphicFramePr/>
          <p:nvPr>
            <p:extLst>
              <p:ext uri="{D42A27DB-BD31-4B8C-83A1-F6EECF244321}">
                <p14:modId xmlns:p14="http://schemas.microsoft.com/office/powerpoint/2010/main" val="2492715869"/>
              </p:ext>
            </p:extLst>
          </p:nvPr>
        </p:nvGraphicFramePr>
        <p:xfrm>
          <a:off x="179512" y="620688"/>
          <a:ext cx="2448272" cy="49685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文本框 3">
            <a:extLst>
              <a:ext uri="{FF2B5EF4-FFF2-40B4-BE49-F238E27FC236}">
                <a16:creationId xmlns:a16="http://schemas.microsoft.com/office/drawing/2014/main" id="{A4A69AF9-1852-1441-BCA7-A4C22BCEEE44}"/>
              </a:ext>
            </a:extLst>
          </p:cNvPr>
          <p:cNvSpPr txBox="1"/>
          <p:nvPr/>
        </p:nvSpPr>
        <p:spPr>
          <a:xfrm>
            <a:off x="2953273" y="968818"/>
            <a:ext cx="5469702" cy="4401205"/>
          </a:xfrm>
          <a:prstGeom prst="rect">
            <a:avLst/>
          </a:prstGeom>
          <a:noFill/>
        </p:spPr>
        <p:txBody>
          <a:bodyPr wrap="square" rtlCol="0">
            <a:spAutoFit/>
          </a:bodyPr>
          <a:lstStyle/>
          <a:p>
            <a:pPr>
              <a:lnSpc>
                <a:spcPct val="100000"/>
              </a:lnSpc>
            </a:pPr>
            <a:r>
              <a:rPr lang="zh-CN" altLang="en-US" sz="2000" b="1" dirty="0">
                <a:solidFill>
                  <a:schemeClr val="bg1"/>
                </a:solidFill>
                <a:latin typeface="+mn-lt"/>
              </a:rPr>
              <a:t>任务：</a:t>
            </a:r>
            <a:r>
              <a:rPr lang="zh-CN" altLang="en-US" sz="2000" dirty="0">
                <a:solidFill>
                  <a:schemeClr val="bg2"/>
                </a:solidFill>
                <a:latin typeface="+mn-lt"/>
              </a:rPr>
              <a:t>为某仓库的管理设计一个</a:t>
            </a:r>
            <a:r>
              <a:rPr lang="en-US" altLang="zh-CN" sz="2000" dirty="0">
                <a:solidFill>
                  <a:schemeClr val="bg2"/>
                </a:solidFill>
                <a:latin typeface="+mn-lt"/>
              </a:rPr>
              <a:t>E-R</a:t>
            </a:r>
            <a:r>
              <a:rPr lang="zh-CN" altLang="en-US" sz="2000" dirty="0">
                <a:solidFill>
                  <a:schemeClr val="bg2"/>
                </a:solidFill>
                <a:latin typeface="+mn-lt"/>
              </a:rPr>
              <a:t>模型</a:t>
            </a:r>
            <a:endParaRPr lang="en-US" altLang="zh-CN" sz="2000" dirty="0">
              <a:solidFill>
                <a:schemeClr val="bg2"/>
              </a:solidFill>
              <a:latin typeface="+mn-lt"/>
            </a:endParaRPr>
          </a:p>
          <a:p>
            <a:pPr>
              <a:lnSpc>
                <a:spcPct val="100000"/>
              </a:lnSpc>
            </a:pPr>
            <a:r>
              <a:rPr lang="zh-CN" altLang="en-US" sz="2000" b="1" dirty="0">
                <a:solidFill>
                  <a:schemeClr val="bg1"/>
                </a:solidFill>
                <a:latin typeface="+mn-lt"/>
              </a:rPr>
              <a:t>问题描述：</a:t>
            </a:r>
            <a:r>
              <a:rPr lang="zh-CN" altLang="en-US" sz="2000" dirty="0">
                <a:solidFill>
                  <a:schemeClr val="bg2"/>
                </a:solidFill>
                <a:latin typeface="+mn-lt"/>
              </a:rPr>
              <a:t>仓库主要管理零件的采购和供应等事项。仓库根据需要向外面供应商订购</a:t>
            </a:r>
            <a:r>
              <a:rPr kumimoji="1" lang="zh-CN" altLang="en-US" sz="2000" dirty="0">
                <a:solidFill>
                  <a:schemeClr val="bg2"/>
                </a:solidFill>
                <a:latin typeface="+mn-lt"/>
              </a:rPr>
              <a:t>零件</a:t>
            </a:r>
            <a:r>
              <a:rPr kumimoji="1" lang="en-US" altLang="zh-CN" sz="2000" dirty="0">
                <a:solidFill>
                  <a:schemeClr val="bg2"/>
                </a:solidFill>
                <a:latin typeface="+mn-lt"/>
              </a:rPr>
              <a:t>(Part)</a:t>
            </a:r>
            <a:r>
              <a:rPr kumimoji="1" lang="zh-CN" altLang="en-US" sz="2000" dirty="0">
                <a:solidFill>
                  <a:schemeClr val="bg2"/>
                </a:solidFill>
                <a:latin typeface="+mn-lt"/>
              </a:rPr>
              <a:t>，而许多工程项目需要仓库提供零件。</a:t>
            </a:r>
            <a:endParaRPr kumimoji="1" lang="en-US" altLang="zh-CN" sz="2000" dirty="0">
              <a:solidFill>
                <a:schemeClr val="bg2"/>
              </a:solidFill>
              <a:latin typeface="+mn-lt"/>
            </a:endParaRPr>
          </a:p>
          <a:p>
            <a:pPr>
              <a:lnSpc>
                <a:spcPct val="100000"/>
              </a:lnSpc>
            </a:pPr>
            <a:endParaRPr lang="en-US" altLang="zh-CN" sz="2000" dirty="0">
              <a:solidFill>
                <a:schemeClr val="bg2"/>
              </a:solidFill>
              <a:latin typeface="+mn-lt"/>
            </a:endParaRPr>
          </a:p>
          <a:p>
            <a:pPr>
              <a:lnSpc>
                <a:spcPct val="100000"/>
              </a:lnSpc>
            </a:pPr>
            <a:endParaRPr kumimoji="1" lang="en-US" altLang="zh-CN" sz="2000" dirty="0">
              <a:solidFill>
                <a:schemeClr val="bg2"/>
              </a:solidFill>
              <a:latin typeface="+mn-lt"/>
            </a:endParaRPr>
          </a:p>
          <a:p>
            <a:pPr>
              <a:lnSpc>
                <a:spcPct val="100000"/>
              </a:lnSpc>
            </a:pPr>
            <a:r>
              <a:rPr kumimoji="1" lang="zh-CN" altLang="en-US" sz="2000" b="1" dirty="0">
                <a:solidFill>
                  <a:schemeClr val="bg1"/>
                </a:solidFill>
                <a:latin typeface="+mn-lt"/>
              </a:rPr>
              <a:t>三个实体：</a:t>
            </a:r>
            <a:endParaRPr kumimoji="1" lang="en-US" altLang="zh-CN" sz="2000" b="1" dirty="0">
              <a:solidFill>
                <a:schemeClr val="bg1"/>
              </a:solidFill>
              <a:latin typeface="+mn-lt"/>
            </a:endParaRPr>
          </a:p>
          <a:p>
            <a:pPr>
              <a:lnSpc>
                <a:spcPct val="100000"/>
              </a:lnSpc>
            </a:pPr>
            <a:r>
              <a:rPr lang="zh-CN" altLang="en-US" sz="2000" dirty="0">
                <a:solidFill>
                  <a:schemeClr val="bg2"/>
                </a:solidFill>
                <a:latin typeface="+mn-lt"/>
              </a:rPr>
              <a:t>零件（</a:t>
            </a:r>
            <a:r>
              <a:rPr lang="en-US" altLang="zh-CN" sz="2000" dirty="0">
                <a:solidFill>
                  <a:schemeClr val="bg2"/>
                </a:solidFill>
                <a:latin typeface="+mn-lt"/>
              </a:rPr>
              <a:t>Part</a:t>
            </a:r>
            <a:r>
              <a:rPr lang="zh-CN" altLang="en-US" sz="2000" dirty="0">
                <a:solidFill>
                  <a:schemeClr val="bg2"/>
                </a:solidFill>
                <a:latin typeface="+mn-lt"/>
              </a:rPr>
              <a:t>）、工程项目（</a:t>
            </a:r>
            <a:r>
              <a:rPr lang="en-US" altLang="zh-CN" sz="2000" dirty="0">
                <a:solidFill>
                  <a:schemeClr val="bg2"/>
                </a:solidFill>
                <a:latin typeface="+mn-lt"/>
              </a:rPr>
              <a:t>Project</a:t>
            </a:r>
            <a:r>
              <a:rPr lang="zh-CN" altLang="en-US" sz="2000" dirty="0">
                <a:solidFill>
                  <a:schemeClr val="bg2"/>
                </a:solidFill>
                <a:latin typeface="+mn-lt"/>
              </a:rPr>
              <a:t>）、零件供应商（</a:t>
            </a:r>
            <a:r>
              <a:rPr lang="en-US" altLang="zh-CN" sz="2000" dirty="0">
                <a:solidFill>
                  <a:schemeClr val="bg2"/>
                </a:solidFill>
                <a:latin typeface="+mn-lt"/>
              </a:rPr>
              <a:t>Supplier</a:t>
            </a:r>
            <a:r>
              <a:rPr lang="zh-CN" altLang="en-US" sz="2000" dirty="0">
                <a:solidFill>
                  <a:schemeClr val="bg2"/>
                </a:solidFill>
                <a:latin typeface="+mn-lt"/>
              </a:rPr>
              <a:t>）</a:t>
            </a:r>
            <a:endParaRPr lang="en-US" altLang="zh-CN" sz="2000" dirty="0">
              <a:solidFill>
                <a:schemeClr val="bg2"/>
              </a:solidFill>
              <a:latin typeface="+mn-lt"/>
            </a:endParaRPr>
          </a:p>
          <a:p>
            <a:pPr>
              <a:lnSpc>
                <a:spcPct val="100000"/>
              </a:lnSpc>
            </a:pPr>
            <a:endParaRPr kumimoji="1" lang="en-US" altLang="zh-CN" sz="2000" dirty="0">
              <a:solidFill>
                <a:schemeClr val="bg2"/>
              </a:solidFill>
            </a:endParaRPr>
          </a:p>
          <a:p>
            <a:pPr>
              <a:lnSpc>
                <a:spcPct val="100000"/>
              </a:lnSpc>
            </a:pPr>
            <a:r>
              <a:rPr kumimoji="1" lang="zh-CN" altLang="en-US" sz="2000" b="1" dirty="0">
                <a:solidFill>
                  <a:schemeClr val="bg1"/>
                </a:solidFill>
              </a:rPr>
              <a:t>联系：</a:t>
            </a:r>
            <a:endParaRPr kumimoji="1" lang="en-US" altLang="zh-CN" sz="2000" b="1" dirty="0">
              <a:solidFill>
                <a:schemeClr val="bg1"/>
              </a:solidFill>
            </a:endParaRPr>
          </a:p>
          <a:p>
            <a:pPr>
              <a:lnSpc>
                <a:spcPct val="100000"/>
              </a:lnSpc>
            </a:pPr>
            <a:r>
              <a:rPr lang="zh-CN" altLang="en-US" sz="2000" dirty="0">
                <a:solidFill>
                  <a:schemeClr val="bg2"/>
                </a:solidFill>
              </a:rPr>
              <a:t>工程与零件：</a:t>
            </a:r>
            <a:endParaRPr lang="en-US" altLang="zh-CN" sz="2000" dirty="0">
              <a:solidFill>
                <a:schemeClr val="bg2"/>
              </a:solidFill>
            </a:endParaRPr>
          </a:p>
          <a:p>
            <a:pPr>
              <a:lnSpc>
                <a:spcPct val="100000"/>
              </a:lnSpc>
            </a:pPr>
            <a:r>
              <a:rPr lang="zh-CN" altLang="en-US" sz="2000" dirty="0">
                <a:solidFill>
                  <a:schemeClr val="bg2"/>
                </a:solidFill>
              </a:rPr>
              <a:t>零件与供应商：</a:t>
            </a:r>
            <a:endParaRPr lang="en-US" altLang="zh-CN" sz="2000" dirty="0">
              <a:solidFill>
                <a:schemeClr val="bg2"/>
              </a:solidFill>
            </a:endParaRPr>
          </a:p>
          <a:p>
            <a:pPr>
              <a:lnSpc>
                <a:spcPct val="100000"/>
              </a:lnSpc>
            </a:pPr>
            <a:endParaRPr kumimoji="1" lang="zh-CN" altLang="en-US" sz="2000" dirty="0">
              <a:solidFill>
                <a:schemeClr val="bg2"/>
              </a:solidFill>
            </a:endParaRPr>
          </a:p>
        </p:txBody>
      </p:sp>
      <p:sp>
        <p:nvSpPr>
          <p:cNvPr id="5" name="Text Box 10">
            <a:extLst>
              <a:ext uri="{FF2B5EF4-FFF2-40B4-BE49-F238E27FC236}">
                <a16:creationId xmlns:a16="http://schemas.microsoft.com/office/drawing/2014/main" id="{A006D7DA-4AAD-CF42-ADCB-5AFD912E27A4}"/>
              </a:ext>
            </a:extLst>
          </p:cNvPr>
          <p:cNvSpPr txBox="1">
            <a:spLocks noChangeArrowheads="1"/>
          </p:cNvSpPr>
          <p:nvPr/>
        </p:nvSpPr>
        <p:spPr bwMode="auto">
          <a:xfrm>
            <a:off x="4427984" y="4293096"/>
            <a:ext cx="1025525" cy="687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1800" dirty="0">
                <a:solidFill>
                  <a:schemeClr val="bg2"/>
                </a:solidFill>
                <a:latin typeface="Times New Roman" pitchFamily="18" charset="0"/>
              </a:rPr>
              <a:t>M:N</a:t>
            </a:r>
          </a:p>
        </p:txBody>
      </p:sp>
      <p:sp>
        <p:nvSpPr>
          <p:cNvPr id="9" name="Text Box 10">
            <a:extLst>
              <a:ext uri="{FF2B5EF4-FFF2-40B4-BE49-F238E27FC236}">
                <a16:creationId xmlns:a16="http://schemas.microsoft.com/office/drawing/2014/main" id="{01E054AE-80D7-F440-A2DD-1895F869E8B8}"/>
              </a:ext>
            </a:extLst>
          </p:cNvPr>
          <p:cNvSpPr txBox="1">
            <a:spLocks noChangeArrowheads="1"/>
          </p:cNvSpPr>
          <p:nvPr/>
        </p:nvSpPr>
        <p:spPr bwMode="auto">
          <a:xfrm>
            <a:off x="4572000" y="4636790"/>
            <a:ext cx="1025525" cy="687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1800" dirty="0">
                <a:solidFill>
                  <a:schemeClr val="bg2"/>
                </a:solidFill>
                <a:latin typeface="Times New Roman" pitchFamily="18" charset="0"/>
              </a:rPr>
              <a:t>M:N</a:t>
            </a:r>
          </a:p>
        </p:txBody>
      </p:sp>
      <p:sp>
        <p:nvSpPr>
          <p:cNvPr id="11" name="圆角矩形 10">
            <a:extLst>
              <a:ext uri="{FF2B5EF4-FFF2-40B4-BE49-F238E27FC236}">
                <a16:creationId xmlns:a16="http://schemas.microsoft.com/office/drawing/2014/main" id="{37190F75-5032-F649-8F0C-882CB91384AC}"/>
              </a:ext>
            </a:extLst>
          </p:cNvPr>
          <p:cNvSpPr/>
          <p:nvPr/>
        </p:nvSpPr>
        <p:spPr bwMode="auto">
          <a:xfrm>
            <a:off x="2411760" y="620688"/>
            <a:ext cx="6192688" cy="4968552"/>
          </a:xfrm>
          <a:prstGeom prst="round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a:ln>
                <a:noFill/>
              </a:ln>
              <a:solidFill>
                <a:schemeClr val="tx1"/>
              </a:solidFill>
              <a:effectLst/>
              <a:latin typeface="宋体" pitchFamily="2" charset="-122"/>
              <a:ea typeface="宋体" pitchFamily="2" charset="-122"/>
            </a:endParaRPr>
          </a:p>
        </p:txBody>
      </p:sp>
      <p:pic>
        <p:nvPicPr>
          <p:cNvPr id="13" name="图片 12">
            <a:extLst>
              <a:ext uri="{FF2B5EF4-FFF2-40B4-BE49-F238E27FC236}">
                <a16:creationId xmlns:a16="http://schemas.microsoft.com/office/drawing/2014/main" id="{97DFFC47-59EF-2649-A358-CAB6EC343080}"/>
              </a:ext>
            </a:extLst>
          </p:cNvPr>
          <p:cNvPicPr>
            <a:picLocks noChangeAspect="1"/>
          </p:cNvPicPr>
          <p:nvPr/>
        </p:nvPicPr>
        <p:blipFill rotWithShape="1">
          <a:blip r:embed="rId7"/>
          <a:srcRect l="21377" t="9709" r="20826" b="8302"/>
          <a:stretch/>
        </p:blipFill>
        <p:spPr>
          <a:xfrm>
            <a:off x="7458258" y="3789040"/>
            <a:ext cx="812132" cy="1535138"/>
          </a:xfrm>
          <a:prstGeom prst="rect">
            <a:avLst/>
          </a:prstGeom>
        </p:spPr>
      </p:pic>
    </p:spTree>
    <p:extLst>
      <p:ext uri="{BB962C8B-B14F-4D97-AF65-F5344CB8AC3E}">
        <p14:creationId xmlns:p14="http://schemas.microsoft.com/office/powerpoint/2010/main" val="3895247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5521" name="Group 33"/>
          <p:cNvGrpSpPr>
            <a:grpSpLocks/>
          </p:cNvGrpSpPr>
          <p:nvPr/>
        </p:nvGrpSpPr>
        <p:grpSpPr bwMode="auto">
          <a:xfrm>
            <a:off x="539552" y="1916832"/>
            <a:ext cx="4835882" cy="3654152"/>
            <a:chOff x="720" y="864"/>
            <a:chExt cx="4224" cy="2880"/>
          </a:xfrm>
        </p:grpSpPr>
        <p:sp>
          <p:nvSpPr>
            <p:cNvPr id="575505" name="Text Box 17"/>
            <p:cNvSpPr txBox="1">
              <a:spLocks noChangeArrowheads="1"/>
            </p:cNvSpPr>
            <p:nvPr/>
          </p:nvSpPr>
          <p:spPr bwMode="auto">
            <a:xfrm>
              <a:off x="720" y="3290"/>
              <a:ext cx="1206" cy="454"/>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0000"/>
                </a:lnSpc>
              </a:pPr>
              <a:r>
                <a:rPr kumimoji="0" lang="en-US" altLang="zh-CN" sz="2400" b="1" dirty="0">
                  <a:solidFill>
                    <a:schemeClr val="bg2"/>
                  </a:solidFill>
                </a:rPr>
                <a:t>Part</a:t>
              </a:r>
              <a:endParaRPr kumimoji="0" lang="zh-CN" altLang="en-US" sz="2400" b="1" dirty="0">
                <a:solidFill>
                  <a:schemeClr val="bg2"/>
                </a:solidFill>
                <a:latin typeface="Times New Roman" pitchFamily="18" charset="0"/>
              </a:endParaRPr>
            </a:p>
          </p:txBody>
        </p:sp>
        <p:sp>
          <p:nvSpPr>
            <p:cNvPr id="575506" name="Text Box 18"/>
            <p:cNvSpPr txBox="1">
              <a:spLocks noChangeArrowheads="1"/>
            </p:cNvSpPr>
            <p:nvPr/>
          </p:nvSpPr>
          <p:spPr bwMode="auto">
            <a:xfrm>
              <a:off x="3683" y="3290"/>
              <a:ext cx="1261" cy="454"/>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0000"/>
                </a:lnSpc>
              </a:pPr>
              <a:r>
                <a:rPr kumimoji="0" lang="en-US" altLang="zh-CN" sz="2400" b="1" dirty="0">
                  <a:solidFill>
                    <a:schemeClr val="bg2"/>
                  </a:solidFill>
                </a:rPr>
                <a:t>Supplier</a:t>
              </a:r>
              <a:endParaRPr kumimoji="0" lang="zh-CN" altLang="en-US" sz="2400" b="1" dirty="0">
                <a:solidFill>
                  <a:schemeClr val="bg2"/>
                </a:solidFill>
                <a:latin typeface="Times New Roman" pitchFamily="18" charset="0"/>
              </a:endParaRPr>
            </a:p>
          </p:txBody>
        </p:sp>
        <p:sp>
          <p:nvSpPr>
            <p:cNvPr id="575507" name="Text Box 19"/>
            <p:cNvSpPr txBox="1">
              <a:spLocks noChangeArrowheads="1"/>
            </p:cNvSpPr>
            <p:nvPr/>
          </p:nvSpPr>
          <p:spPr bwMode="auto">
            <a:xfrm>
              <a:off x="3746" y="2556"/>
              <a:ext cx="617"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2000" dirty="0">
                  <a:solidFill>
                    <a:schemeClr val="bg2"/>
                  </a:solidFill>
                  <a:latin typeface="Times New Roman" pitchFamily="18" charset="0"/>
                </a:rPr>
                <a:t>P</a:t>
              </a:r>
            </a:p>
          </p:txBody>
        </p:sp>
        <p:sp>
          <p:nvSpPr>
            <p:cNvPr id="575508" name="Text Box 20"/>
            <p:cNvSpPr txBox="1">
              <a:spLocks noChangeArrowheads="1"/>
            </p:cNvSpPr>
            <p:nvPr/>
          </p:nvSpPr>
          <p:spPr bwMode="auto">
            <a:xfrm>
              <a:off x="1223" y="2608"/>
              <a:ext cx="548" cy="4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2000" dirty="0">
                  <a:solidFill>
                    <a:schemeClr val="bg2"/>
                  </a:solidFill>
                  <a:latin typeface="Times New Roman" pitchFamily="18" charset="0"/>
                </a:rPr>
                <a:t>N</a:t>
              </a:r>
            </a:p>
          </p:txBody>
        </p:sp>
        <p:sp>
          <p:nvSpPr>
            <p:cNvPr id="575509" name="Text Box 21"/>
            <p:cNvSpPr txBox="1">
              <a:spLocks noChangeArrowheads="1"/>
            </p:cNvSpPr>
            <p:nvPr/>
          </p:nvSpPr>
          <p:spPr bwMode="auto">
            <a:xfrm>
              <a:off x="2146" y="864"/>
              <a:ext cx="1262" cy="456"/>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0000"/>
                </a:lnSpc>
              </a:pPr>
              <a:r>
                <a:rPr kumimoji="0" lang="en-US" altLang="zh-CN" sz="2400" b="1" dirty="0">
                  <a:solidFill>
                    <a:schemeClr val="bg2"/>
                  </a:solidFill>
                </a:rPr>
                <a:t>Project</a:t>
              </a:r>
              <a:endParaRPr kumimoji="0" lang="zh-CN" altLang="en-US" sz="2400" b="1" dirty="0">
                <a:solidFill>
                  <a:schemeClr val="bg2"/>
                </a:solidFill>
                <a:latin typeface="Times New Roman" pitchFamily="18" charset="0"/>
              </a:endParaRPr>
            </a:p>
          </p:txBody>
        </p:sp>
        <p:sp>
          <p:nvSpPr>
            <p:cNvPr id="575510" name="AutoShape 22"/>
            <p:cNvSpPr>
              <a:spLocks noChangeArrowheads="1"/>
            </p:cNvSpPr>
            <p:nvPr/>
          </p:nvSpPr>
          <p:spPr bwMode="auto">
            <a:xfrm>
              <a:off x="1926" y="2078"/>
              <a:ext cx="1757" cy="605"/>
            </a:xfrm>
            <a:prstGeom prst="flowChartDecision">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2400" b="1" dirty="0">
                  <a:solidFill>
                    <a:schemeClr val="bg2"/>
                  </a:solidFill>
                </a:rPr>
                <a:t>P_P_S</a:t>
              </a:r>
              <a:endParaRPr kumimoji="0" lang="zh-CN" altLang="en-US" sz="2400" b="1" dirty="0">
                <a:solidFill>
                  <a:schemeClr val="bg2"/>
                </a:solidFill>
                <a:latin typeface="Times New Roman" pitchFamily="18" charset="0"/>
              </a:endParaRPr>
            </a:p>
          </p:txBody>
        </p:sp>
        <p:sp>
          <p:nvSpPr>
            <p:cNvPr id="575511" name="Text Box 23"/>
            <p:cNvSpPr txBox="1">
              <a:spLocks noChangeArrowheads="1"/>
            </p:cNvSpPr>
            <p:nvPr/>
          </p:nvSpPr>
          <p:spPr bwMode="auto">
            <a:xfrm>
              <a:off x="2698" y="1600"/>
              <a:ext cx="617" cy="4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2000" dirty="0">
                  <a:solidFill>
                    <a:schemeClr val="bg2"/>
                  </a:solidFill>
                  <a:latin typeface="Times New Roman" pitchFamily="18" charset="0"/>
                </a:rPr>
                <a:t>M</a:t>
              </a:r>
            </a:p>
          </p:txBody>
        </p:sp>
        <p:grpSp>
          <p:nvGrpSpPr>
            <p:cNvPr id="575513" name="Group 25"/>
            <p:cNvGrpSpPr>
              <a:grpSpLocks/>
            </p:cNvGrpSpPr>
            <p:nvPr/>
          </p:nvGrpSpPr>
          <p:grpSpPr bwMode="auto">
            <a:xfrm>
              <a:off x="1268" y="1320"/>
              <a:ext cx="3073" cy="1970"/>
              <a:chOff x="789" y="1189"/>
              <a:chExt cx="1732" cy="1198"/>
            </a:xfrm>
          </p:grpSpPr>
          <p:sp>
            <p:nvSpPr>
              <p:cNvPr id="575514" name="Line 26"/>
              <p:cNvSpPr>
                <a:spLocks noChangeShapeType="1"/>
              </p:cNvSpPr>
              <p:nvPr/>
            </p:nvSpPr>
            <p:spPr bwMode="auto">
              <a:xfrm>
                <a:off x="1655" y="1189"/>
                <a:ext cx="0" cy="461"/>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75515" name="Line 27"/>
              <p:cNvSpPr>
                <a:spLocks noChangeShapeType="1"/>
              </p:cNvSpPr>
              <p:nvPr/>
            </p:nvSpPr>
            <p:spPr bwMode="auto">
              <a:xfrm flipH="1">
                <a:off x="789" y="1834"/>
                <a:ext cx="371" cy="553"/>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75516" name="Line 28"/>
              <p:cNvSpPr>
                <a:spLocks noChangeShapeType="1"/>
              </p:cNvSpPr>
              <p:nvPr/>
            </p:nvSpPr>
            <p:spPr bwMode="auto">
              <a:xfrm>
                <a:off x="2150" y="1834"/>
                <a:ext cx="371" cy="553"/>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sp>
        <p:nvSpPr>
          <p:cNvPr id="575518" name="Rectangle 30"/>
          <p:cNvSpPr>
            <a:spLocks noChangeArrowheads="1"/>
          </p:cNvSpPr>
          <p:nvPr/>
        </p:nvSpPr>
        <p:spPr bwMode="auto">
          <a:xfrm>
            <a:off x="1683834" y="900941"/>
            <a:ext cx="4191000" cy="433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lnSpc>
                <a:spcPct val="80000"/>
              </a:lnSpc>
              <a:spcBef>
                <a:spcPct val="50000"/>
              </a:spcBef>
            </a:pPr>
            <a:r>
              <a:rPr lang="en-US" altLang="zh-CN" sz="2400" b="1" dirty="0">
                <a:solidFill>
                  <a:srgbClr val="000099"/>
                </a:solidFill>
              </a:rPr>
              <a:t>  </a:t>
            </a:r>
            <a:r>
              <a:rPr lang="zh-CN" altLang="en-US" b="1" dirty="0">
                <a:solidFill>
                  <a:srgbClr val="000099"/>
                </a:solidFill>
              </a:rPr>
              <a:t>三元联系：</a:t>
            </a:r>
          </a:p>
        </p:txBody>
      </p:sp>
      <p:sp>
        <p:nvSpPr>
          <p:cNvPr id="34" name="Text Box 21">
            <a:extLst>
              <a:ext uri="{FF2B5EF4-FFF2-40B4-BE49-F238E27FC236}">
                <a16:creationId xmlns:a16="http://schemas.microsoft.com/office/drawing/2014/main" id="{B40F9B31-5CB0-9F4A-8FD2-5C283A9462D8}"/>
              </a:ext>
            </a:extLst>
          </p:cNvPr>
          <p:cNvSpPr txBox="1">
            <a:spLocks noChangeArrowheads="1"/>
          </p:cNvSpPr>
          <p:nvPr/>
        </p:nvSpPr>
        <p:spPr bwMode="auto">
          <a:xfrm>
            <a:off x="5724128" y="2348880"/>
            <a:ext cx="2592281" cy="578574"/>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0000"/>
              </a:lnSpc>
            </a:pPr>
            <a:r>
              <a:rPr kumimoji="0" lang="en-US" altLang="zh-CN" sz="2400" b="1" dirty="0">
                <a:solidFill>
                  <a:schemeClr val="bg2"/>
                </a:solidFill>
              </a:rPr>
              <a:t>Part</a:t>
            </a:r>
            <a:endParaRPr kumimoji="0" lang="zh-CN" altLang="en-US" sz="2400" b="1" dirty="0">
              <a:solidFill>
                <a:schemeClr val="bg2"/>
              </a:solidFill>
              <a:latin typeface="Times New Roman" pitchFamily="18" charset="0"/>
            </a:endParaRPr>
          </a:p>
        </p:txBody>
      </p:sp>
      <p:sp>
        <p:nvSpPr>
          <p:cNvPr id="35" name="AutoShape 22">
            <a:extLst>
              <a:ext uri="{FF2B5EF4-FFF2-40B4-BE49-F238E27FC236}">
                <a16:creationId xmlns:a16="http://schemas.microsoft.com/office/drawing/2014/main" id="{BFC78990-64EA-254E-955B-8A9727AC138F}"/>
              </a:ext>
            </a:extLst>
          </p:cNvPr>
          <p:cNvSpPr>
            <a:spLocks noChangeArrowheads="1"/>
          </p:cNvSpPr>
          <p:nvPr/>
        </p:nvSpPr>
        <p:spPr bwMode="auto">
          <a:xfrm>
            <a:off x="5724128" y="3889207"/>
            <a:ext cx="2592288" cy="767626"/>
          </a:xfrm>
          <a:prstGeom prst="flowChartDecision">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2400" b="1" dirty="0">
                <a:solidFill>
                  <a:schemeClr val="bg2"/>
                </a:solidFill>
              </a:rPr>
              <a:t>SUBPART</a:t>
            </a:r>
            <a:endParaRPr kumimoji="0" lang="zh-CN" altLang="en-US" sz="2400" b="1" dirty="0">
              <a:solidFill>
                <a:schemeClr val="bg2"/>
              </a:solidFill>
              <a:latin typeface="Times New Roman" pitchFamily="18" charset="0"/>
            </a:endParaRPr>
          </a:p>
        </p:txBody>
      </p:sp>
      <p:sp>
        <p:nvSpPr>
          <p:cNvPr id="36" name="Text Box 23">
            <a:extLst>
              <a:ext uri="{FF2B5EF4-FFF2-40B4-BE49-F238E27FC236}">
                <a16:creationId xmlns:a16="http://schemas.microsoft.com/office/drawing/2014/main" id="{44C2ED4D-A12A-9F41-9744-7C7702F39BB6}"/>
              </a:ext>
            </a:extLst>
          </p:cNvPr>
          <p:cNvSpPr txBox="1">
            <a:spLocks noChangeArrowheads="1"/>
          </p:cNvSpPr>
          <p:nvPr/>
        </p:nvSpPr>
        <p:spPr bwMode="auto">
          <a:xfrm>
            <a:off x="5874834" y="2906664"/>
            <a:ext cx="706378" cy="5785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2000" dirty="0">
                <a:solidFill>
                  <a:schemeClr val="bg2"/>
                </a:solidFill>
                <a:latin typeface="Times New Roman" pitchFamily="18" charset="0"/>
              </a:rPr>
              <a:t>M</a:t>
            </a:r>
          </a:p>
        </p:txBody>
      </p:sp>
      <p:sp>
        <p:nvSpPr>
          <p:cNvPr id="37" name="Line 26">
            <a:extLst>
              <a:ext uri="{FF2B5EF4-FFF2-40B4-BE49-F238E27FC236}">
                <a16:creationId xmlns:a16="http://schemas.microsoft.com/office/drawing/2014/main" id="{89BD09C7-12FD-DA4C-BC75-5694050CA04D}"/>
              </a:ext>
            </a:extLst>
          </p:cNvPr>
          <p:cNvSpPr>
            <a:spLocks noChangeShapeType="1"/>
          </p:cNvSpPr>
          <p:nvPr/>
        </p:nvSpPr>
        <p:spPr bwMode="auto">
          <a:xfrm>
            <a:off x="6444208" y="2948078"/>
            <a:ext cx="0" cy="111556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8" name="Line 26">
            <a:extLst>
              <a:ext uri="{FF2B5EF4-FFF2-40B4-BE49-F238E27FC236}">
                <a16:creationId xmlns:a16="http://schemas.microsoft.com/office/drawing/2014/main" id="{C69FE43B-504F-A244-AE94-3015145D273E}"/>
              </a:ext>
            </a:extLst>
          </p:cNvPr>
          <p:cNvSpPr>
            <a:spLocks noChangeShapeType="1"/>
          </p:cNvSpPr>
          <p:nvPr/>
        </p:nvSpPr>
        <p:spPr bwMode="auto">
          <a:xfrm>
            <a:off x="7575157" y="2927454"/>
            <a:ext cx="0" cy="111556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 name="Text Box 23">
            <a:extLst>
              <a:ext uri="{FF2B5EF4-FFF2-40B4-BE49-F238E27FC236}">
                <a16:creationId xmlns:a16="http://schemas.microsoft.com/office/drawing/2014/main" id="{B7D1CB5C-1BDF-564A-BB9C-84E7312E8C4D}"/>
              </a:ext>
            </a:extLst>
          </p:cNvPr>
          <p:cNvSpPr txBox="1">
            <a:spLocks noChangeArrowheads="1"/>
          </p:cNvSpPr>
          <p:nvPr/>
        </p:nvSpPr>
        <p:spPr bwMode="auto">
          <a:xfrm>
            <a:off x="7496955" y="2927288"/>
            <a:ext cx="706378" cy="5785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2000" dirty="0">
                <a:solidFill>
                  <a:schemeClr val="bg2"/>
                </a:solidFill>
                <a:latin typeface="Times New Roman" pitchFamily="18" charset="0"/>
              </a:rPr>
              <a:t>N</a:t>
            </a:r>
          </a:p>
        </p:txBody>
      </p:sp>
      <p:sp>
        <p:nvSpPr>
          <p:cNvPr id="41" name="Rectangle 30">
            <a:extLst>
              <a:ext uri="{FF2B5EF4-FFF2-40B4-BE49-F238E27FC236}">
                <a16:creationId xmlns:a16="http://schemas.microsoft.com/office/drawing/2014/main" id="{3D03B7B7-D34E-CE49-9D37-1112F75B30EB}"/>
              </a:ext>
            </a:extLst>
          </p:cNvPr>
          <p:cNvSpPr>
            <a:spLocks noChangeArrowheads="1"/>
          </p:cNvSpPr>
          <p:nvPr/>
        </p:nvSpPr>
        <p:spPr bwMode="auto">
          <a:xfrm>
            <a:off x="5754644" y="901739"/>
            <a:ext cx="4191000" cy="433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eaLnBrk="1" hangingPunct="1">
              <a:lnSpc>
                <a:spcPct val="80000"/>
              </a:lnSpc>
              <a:spcBef>
                <a:spcPct val="50000"/>
              </a:spcBef>
            </a:pPr>
            <a:r>
              <a:rPr lang="en-US" altLang="zh-CN" sz="2400" b="1" dirty="0">
                <a:solidFill>
                  <a:srgbClr val="000099"/>
                </a:solidFill>
              </a:rPr>
              <a:t>  </a:t>
            </a:r>
            <a:r>
              <a:rPr lang="zh-CN" altLang="en-US" b="1" dirty="0">
                <a:solidFill>
                  <a:srgbClr val="000099"/>
                </a:solidFill>
              </a:rPr>
              <a:t>一元联系：</a:t>
            </a:r>
          </a:p>
        </p:txBody>
      </p:sp>
    </p:spTree>
    <p:extLst>
      <p:ext uri="{BB962C8B-B14F-4D97-AF65-F5344CB8AC3E}">
        <p14:creationId xmlns:p14="http://schemas.microsoft.com/office/powerpoint/2010/main" val="9216893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5521" name="Group 33"/>
          <p:cNvGrpSpPr>
            <a:grpSpLocks/>
          </p:cNvGrpSpPr>
          <p:nvPr/>
        </p:nvGrpSpPr>
        <p:grpSpPr bwMode="auto">
          <a:xfrm>
            <a:off x="3633338" y="2420888"/>
            <a:ext cx="5146821" cy="3635896"/>
            <a:chOff x="720" y="864"/>
            <a:chExt cx="4224" cy="2880"/>
          </a:xfrm>
        </p:grpSpPr>
        <p:sp>
          <p:nvSpPr>
            <p:cNvPr id="575505" name="Text Box 17"/>
            <p:cNvSpPr txBox="1">
              <a:spLocks noChangeArrowheads="1"/>
            </p:cNvSpPr>
            <p:nvPr/>
          </p:nvSpPr>
          <p:spPr bwMode="auto">
            <a:xfrm>
              <a:off x="720" y="3290"/>
              <a:ext cx="1206" cy="454"/>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0000"/>
                </a:lnSpc>
              </a:pPr>
              <a:r>
                <a:rPr kumimoji="0" lang="zh-CN" altLang="en-US" sz="2400" b="1" dirty="0">
                  <a:solidFill>
                    <a:schemeClr val="bg2"/>
                  </a:solidFill>
                </a:rPr>
                <a:t>收银员</a:t>
              </a:r>
              <a:endParaRPr kumimoji="0" lang="zh-CN" altLang="en-US" sz="2400" b="1" dirty="0">
                <a:solidFill>
                  <a:schemeClr val="bg2"/>
                </a:solidFill>
                <a:latin typeface="Times New Roman" pitchFamily="18" charset="0"/>
              </a:endParaRPr>
            </a:p>
          </p:txBody>
        </p:sp>
        <p:sp>
          <p:nvSpPr>
            <p:cNvPr id="575506" name="Text Box 18"/>
            <p:cNvSpPr txBox="1">
              <a:spLocks noChangeArrowheads="1"/>
            </p:cNvSpPr>
            <p:nvPr/>
          </p:nvSpPr>
          <p:spPr bwMode="auto">
            <a:xfrm>
              <a:off x="3683" y="3290"/>
              <a:ext cx="1261" cy="454"/>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0000"/>
                </a:lnSpc>
              </a:pPr>
              <a:r>
                <a:rPr kumimoji="0" lang="zh-CN" altLang="en-US" sz="2400" b="1" dirty="0">
                  <a:solidFill>
                    <a:schemeClr val="bg2"/>
                  </a:solidFill>
                </a:rPr>
                <a:t> 商品</a:t>
              </a:r>
              <a:endParaRPr kumimoji="0" lang="zh-CN" altLang="en-US" sz="2400" b="1" dirty="0">
                <a:solidFill>
                  <a:schemeClr val="bg2"/>
                </a:solidFill>
                <a:latin typeface="Times New Roman" pitchFamily="18" charset="0"/>
              </a:endParaRPr>
            </a:p>
          </p:txBody>
        </p:sp>
        <p:sp>
          <p:nvSpPr>
            <p:cNvPr id="575507" name="Text Box 19"/>
            <p:cNvSpPr txBox="1">
              <a:spLocks noChangeArrowheads="1"/>
            </p:cNvSpPr>
            <p:nvPr/>
          </p:nvSpPr>
          <p:spPr bwMode="auto">
            <a:xfrm>
              <a:off x="3786" y="2443"/>
              <a:ext cx="617"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2400" b="1">
                  <a:solidFill>
                    <a:schemeClr val="bg2"/>
                  </a:solidFill>
                  <a:latin typeface="Times New Roman" pitchFamily="18" charset="0"/>
                </a:rPr>
                <a:t>P</a:t>
              </a:r>
            </a:p>
          </p:txBody>
        </p:sp>
        <p:sp>
          <p:nvSpPr>
            <p:cNvPr id="575508" name="Text Box 20"/>
            <p:cNvSpPr txBox="1">
              <a:spLocks noChangeArrowheads="1"/>
            </p:cNvSpPr>
            <p:nvPr/>
          </p:nvSpPr>
          <p:spPr bwMode="auto">
            <a:xfrm>
              <a:off x="1169" y="2519"/>
              <a:ext cx="548" cy="4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2400" b="1" dirty="0">
                  <a:solidFill>
                    <a:schemeClr val="bg2"/>
                  </a:solidFill>
                  <a:latin typeface="Times New Roman" pitchFamily="18" charset="0"/>
                </a:rPr>
                <a:t>N</a:t>
              </a:r>
            </a:p>
          </p:txBody>
        </p:sp>
        <p:sp>
          <p:nvSpPr>
            <p:cNvPr id="575509" name="Text Box 21"/>
            <p:cNvSpPr txBox="1">
              <a:spLocks noChangeArrowheads="1"/>
            </p:cNvSpPr>
            <p:nvPr/>
          </p:nvSpPr>
          <p:spPr bwMode="auto">
            <a:xfrm>
              <a:off x="2146" y="864"/>
              <a:ext cx="1262" cy="456"/>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0000"/>
                </a:lnSpc>
              </a:pPr>
              <a:r>
                <a:rPr kumimoji="0" lang="zh-CN" altLang="en-US" sz="2400" b="1">
                  <a:solidFill>
                    <a:schemeClr val="bg2"/>
                  </a:solidFill>
                </a:rPr>
                <a:t>顾 客</a:t>
              </a:r>
              <a:endParaRPr kumimoji="0" lang="zh-CN" altLang="en-US" sz="2400" b="1">
                <a:solidFill>
                  <a:schemeClr val="bg2"/>
                </a:solidFill>
                <a:latin typeface="Times New Roman" pitchFamily="18" charset="0"/>
              </a:endParaRPr>
            </a:p>
          </p:txBody>
        </p:sp>
        <p:sp>
          <p:nvSpPr>
            <p:cNvPr id="575510" name="AutoShape 22"/>
            <p:cNvSpPr>
              <a:spLocks noChangeArrowheads="1"/>
            </p:cNvSpPr>
            <p:nvPr/>
          </p:nvSpPr>
          <p:spPr bwMode="auto">
            <a:xfrm>
              <a:off x="2036" y="2078"/>
              <a:ext cx="1537" cy="605"/>
            </a:xfrm>
            <a:prstGeom prst="flowChartDecision">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zh-CN" altLang="en-US" sz="2400" b="1">
                  <a:solidFill>
                    <a:schemeClr val="bg2"/>
                  </a:solidFill>
                </a:rPr>
                <a:t>销售</a:t>
              </a:r>
              <a:endParaRPr kumimoji="0" lang="zh-CN" altLang="en-US" sz="2400" b="1">
                <a:solidFill>
                  <a:schemeClr val="bg2"/>
                </a:solidFill>
                <a:latin typeface="Times New Roman" pitchFamily="18" charset="0"/>
              </a:endParaRPr>
            </a:p>
          </p:txBody>
        </p:sp>
        <p:sp>
          <p:nvSpPr>
            <p:cNvPr id="575511" name="Text Box 23"/>
            <p:cNvSpPr txBox="1">
              <a:spLocks noChangeArrowheads="1"/>
            </p:cNvSpPr>
            <p:nvPr/>
          </p:nvSpPr>
          <p:spPr bwMode="auto">
            <a:xfrm>
              <a:off x="2805" y="1622"/>
              <a:ext cx="617" cy="4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2400" b="1">
                  <a:solidFill>
                    <a:schemeClr val="bg2"/>
                  </a:solidFill>
                  <a:latin typeface="Times New Roman" pitchFamily="18" charset="0"/>
                </a:rPr>
                <a:t>M</a:t>
              </a:r>
            </a:p>
          </p:txBody>
        </p:sp>
        <p:sp>
          <p:nvSpPr>
            <p:cNvPr id="575512" name="Oval 24"/>
            <p:cNvSpPr>
              <a:spLocks noChangeArrowheads="1"/>
            </p:cNvSpPr>
            <p:nvPr/>
          </p:nvSpPr>
          <p:spPr bwMode="auto">
            <a:xfrm>
              <a:off x="3683" y="1471"/>
              <a:ext cx="988" cy="454"/>
            </a:xfrm>
            <a:prstGeom prst="ellipse">
              <a:avLst/>
            </a:prstGeom>
            <a:solidFill>
              <a:srgbClr val="FFFFFF"/>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zh-CN" altLang="en-US" sz="2400" b="1">
                  <a:solidFill>
                    <a:schemeClr val="bg2"/>
                  </a:solidFill>
                  <a:latin typeface="Times New Roman" pitchFamily="18" charset="0"/>
                </a:rPr>
                <a:t>数量</a:t>
              </a:r>
            </a:p>
          </p:txBody>
        </p:sp>
        <p:grpSp>
          <p:nvGrpSpPr>
            <p:cNvPr id="575513" name="Group 25"/>
            <p:cNvGrpSpPr>
              <a:grpSpLocks/>
            </p:cNvGrpSpPr>
            <p:nvPr/>
          </p:nvGrpSpPr>
          <p:grpSpPr bwMode="auto">
            <a:xfrm>
              <a:off x="1268" y="1320"/>
              <a:ext cx="3073" cy="1970"/>
              <a:chOff x="789" y="1189"/>
              <a:chExt cx="1732" cy="1198"/>
            </a:xfrm>
          </p:grpSpPr>
          <p:sp>
            <p:nvSpPr>
              <p:cNvPr id="575514" name="Line 26"/>
              <p:cNvSpPr>
                <a:spLocks noChangeShapeType="1"/>
              </p:cNvSpPr>
              <p:nvPr/>
            </p:nvSpPr>
            <p:spPr bwMode="auto">
              <a:xfrm>
                <a:off x="1655" y="1189"/>
                <a:ext cx="0" cy="461"/>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75515" name="Line 27"/>
              <p:cNvSpPr>
                <a:spLocks noChangeShapeType="1"/>
              </p:cNvSpPr>
              <p:nvPr/>
            </p:nvSpPr>
            <p:spPr bwMode="auto">
              <a:xfrm flipH="1">
                <a:off x="789" y="1834"/>
                <a:ext cx="433" cy="553"/>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75516" name="Line 28"/>
              <p:cNvSpPr>
                <a:spLocks noChangeShapeType="1"/>
              </p:cNvSpPr>
              <p:nvPr/>
            </p:nvSpPr>
            <p:spPr bwMode="auto">
              <a:xfrm>
                <a:off x="2088" y="1834"/>
                <a:ext cx="433" cy="553"/>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75517" name="Line 29"/>
              <p:cNvSpPr>
                <a:spLocks noChangeShapeType="1"/>
              </p:cNvSpPr>
              <p:nvPr/>
            </p:nvSpPr>
            <p:spPr bwMode="auto">
              <a:xfrm flipV="1">
                <a:off x="1903" y="1557"/>
                <a:ext cx="371" cy="1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sp>
        <p:nvSpPr>
          <p:cNvPr id="575518" name="Rectangle 30"/>
          <p:cNvSpPr>
            <a:spLocks noChangeArrowheads="1"/>
          </p:cNvSpPr>
          <p:nvPr/>
        </p:nvSpPr>
        <p:spPr bwMode="auto">
          <a:xfrm>
            <a:off x="250825" y="476250"/>
            <a:ext cx="4191000" cy="433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lnSpc>
                <a:spcPct val="80000"/>
              </a:lnSpc>
              <a:spcBef>
                <a:spcPct val="50000"/>
              </a:spcBef>
            </a:pPr>
            <a:r>
              <a:rPr lang="en-US" altLang="zh-CN" sz="2400" b="1">
                <a:solidFill>
                  <a:srgbClr val="000099"/>
                </a:solidFill>
              </a:rPr>
              <a:t>  </a:t>
            </a:r>
            <a:r>
              <a:rPr lang="zh-CN" altLang="en-US" b="1">
                <a:solidFill>
                  <a:srgbClr val="000099"/>
                </a:solidFill>
              </a:rPr>
              <a:t>三元联系：</a:t>
            </a:r>
          </a:p>
        </p:txBody>
      </p:sp>
      <p:grpSp>
        <p:nvGrpSpPr>
          <p:cNvPr id="17" name="Group 69">
            <a:extLst>
              <a:ext uri="{FF2B5EF4-FFF2-40B4-BE49-F238E27FC236}">
                <a16:creationId xmlns:a16="http://schemas.microsoft.com/office/drawing/2014/main" id="{525B1F22-6EF4-6B4B-8AED-BD65D695C4BC}"/>
              </a:ext>
            </a:extLst>
          </p:cNvPr>
          <p:cNvGrpSpPr>
            <a:grpSpLocks/>
          </p:cNvGrpSpPr>
          <p:nvPr/>
        </p:nvGrpSpPr>
        <p:grpSpPr bwMode="auto">
          <a:xfrm>
            <a:off x="93945" y="1036128"/>
            <a:ext cx="3354387" cy="3097212"/>
            <a:chOff x="3263" y="1207"/>
            <a:chExt cx="2113" cy="1951"/>
          </a:xfrm>
        </p:grpSpPr>
        <p:sp>
          <p:nvSpPr>
            <p:cNvPr id="18" name="Text Box 3">
              <a:extLst>
                <a:ext uri="{FF2B5EF4-FFF2-40B4-BE49-F238E27FC236}">
                  <a16:creationId xmlns:a16="http://schemas.microsoft.com/office/drawing/2014/main" id="{6621EF8A-0043-1E42-B027-A34A0B1BB085}"/>
                </a:ext>
              </a:extLst>
            </p:cNvPr>
            <p:cNvSpPr txBox="1">
              <a:spLocks noChangeArrowheads="1"/>
            </p:cNvSpPr>
            <p:nvPr/>
          </p:nvSpPr>
          <p:spPr bwMode="auto">
            <a:xfrm>
              <a:off x="3942" y="1718"/>
              <a:ext cx="400" cy="2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2400" b="1">
                  <a:solidFill>
                    <a:schemeClr val="bg2"/>
                  </a:solidFill>
                </a:rPr>
                <a:t>P</a:t>
              </a:r>
            </a:p>
          </p:txBody>
        </p:sp>
        <p:sp>
          <p:nvSpPr>
            <p:cNvPr id="19" name="Text Box 5">
              <a:extLst>
                <a:ext uri="{FF2B5EF4-FFF2-40B4-BE49-F238E27FC236}">
                  <a16:creationId xmlns:a16="http://schemas.microsoft.com/office/drawing/2014/main" id="{6EB48730-F9A7-214F-9688-600DDD514E6E}"/>
                </a:ext>
              </a:extLst>
            </p:cNvPr>
            <p:cNvSpPr txBox="1">
              <a:spLocks noChangeArrowheads="1"/>
            </p:cNvSpPr>
            <p:nvPr/>
          </p:nvSpPr>
          <p:spPr bwMode="auto">
            <a:xfrm>
              <a:off x="3263" y="2848"/>
              <a:ext cx="781" cy="310"/>
            </a:xfrm>
            <a:prstGeom prst="rect">
              <a:avLst/>
            </a:prstGeom>
            <a:solidFill>
              <a:srgbClr val="FFFFFF"/>
            </a:solidFill>
            <a:ln w="19050">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zh-CN" altLang="en-US" sz="2400" b="1">
                  <a:solidFill>
                    <a:schemeClr val="bg2"/>
                  </a:solidFill>
                </a:rPr>
                <a:t>收银员</a:t>
              </a:r>
              <a:endParaRPr kumimoji="0" lang="zh-CN" altLang="en-US" sz="2400" b="1">
                <a:solidFill>
                  <a:schemeClr val="bg2"/>
                </a:solidFill>
                <a:latin typeface="Times New Roman" pitchFamily="18" charset="0"/>
              </a:endParaRPr>
            </a:p>
          </p:txBody>
        </p:sp>
        <p:sp>
          <p:nvSpPr>
            <p:cNvPr id="20" name="Text Box 6">
              <a:extLst>
                <a:ext uri="{FF2B5EF4-FFF2-40B4-BE49-F238E27FC236}">
                  <a16:creationId xmlns:a16="http://schemas.microsoft.com/office/drawing/2014/main" id="{9AED500C-7176-E040-BF18-8C61556AD9E7}"/>
                </a:ext>
              </a:extLst>
            </p:cNvPr>
            <p:cNvSpPr txBox="1">
              <a:spLocks noChangeArrowheads="1"/>
            </p:cNvSpPr>
            <p:nvPr/>
          </p:nvSpPr>
          <p:spPr bwMode="auto">
            <a:xfrm>
              <a:off x="4559" y="2848"/>
              <a:ext cx="817" cy="310"/>
            </a:xfrm>
            <a:prstGeom prst="rect">
              <a:avLst/>
            </a:prstGeom>
            <a:solidFill>
              <a:srgbClr val="FFFFFF"/>
            </a:solidFill>
            <a:ln w="19050">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zh-CN" sz="2400" b="1">
                  <a:solidFill>
                    <a:schemeClr val="bg2"/>
                  </a:solidFill>
                </a:rPr>
                <a:t>  </a:t>
              </a:r>
              <a:r>
                <a:rPr kumimoji="0" lang="zh-CN" altLang="en-US" sz="2400" b="1">
                  <a:solidFill>
                    <a:schemeClr val="bg2"/>
                  </a:solidFill>
                </a:rPr>
                <a:t>商品</a:t>
              </a:r>
              <a:endParaRPr kumimoji="0" lang="zh-CN" altLang="en-US" sz="2400" b="1">
                <a:solidFill>
                  <a:schemeClr val="bg2"/>
                </a:solidFill>
                <a:latin typeface="Times New Roman" pitchFamily="18" charset="0"/>
              </a:endParaRPr>
            </a:p>
          </p:txBody>
        </p:sp>
        <p:sp>
          <p:nvSpPr>
            <p:cNvPr id="21" name="Text Box 7">
              <a:extLst>
                <a:ext uri="{FF2B5EF4-FFF2-40B4-BE49-F238E27FC236}">
                  <a16:creationId xmlns:a16="http://schemas.microsoft.com/office/drawing/2014/main" id="{97EE83D1-7E54-6743-93C9-677A72F2AE3C}"/>
                </a:ext>
              </a:extLst>
            </p:cNvPr>
            <p:cNvSpPr txBox="1">
              <a:spLocks noChangeArrowheads="1"/>
            </p:cNvSpPr>
            <p:nvPr/>
          </p:nvSpPr>
          <p:spPr bwMode="auto">
            <a:xfrm>
              <a:off x="3878" y="1207"/>
              <a:ext cx="817" cy="311"/>
            </a:xfrm>
            <a:prstGeom prst="rect">
              <a:avLst/>
            </a:prstGeom>
            <a:solidFill>
              <a:srgbClr val="FFFFFF"/>
            </a:solidFill>
            <a:ln w="19050">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zh-CN" altLang="en-US" sz="2400" b="1">
                  <a:solidFill>
                    <a:schemeClr val="bg2"/>
                  </a:solidFill>
                </a:rPr>
                <a:t>顾客</a:t>
              </a:r>
              <a:endParaRPr kumimoji="0" lang="zh-CN" altLang="en-US" sz="2400" b="1">
                <a:solidFill>
                  <a:schemeClr val="bg2"/>
                </a:solidFill>
                <a:latin typeface="Times New Roman" pitchFamily="18" charset="0"/>
              </a:endParaRPr>
            </a:p>
          </p:txBody>
        </p:sp>
        <p:sp>
          <p:nvSpPr>
            <p:cNvPr id="22" name="Text Box 52">
              <a:extLst>
                <a:ext uri="{FF2B5EF4-FFF2-40B4-BE49-F238E27FC236}">
                  <a16:creationId xmlns:a16="http://schemas.microsoft.com/office/drawing/2014/main" id="{D4BF61A0-E80B-1E44-8A02-E8BE393304F0}"/>
                </a:ext>
              </a:extLst>
            </p:cNvPr>
            <p:cNvSpPr txBox="1">
              <a:spLocks noChangeArrowheads="1"/>
            </p:cNvSpPr>
            <p:nvPr/>
          </p:nvSpPr>
          <p:spPr bwMode="auto">
            <a:xfrm>
              <a:off x="4694" y="2341"/>
              <a:ext cx="400" cy="2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2400" b="1">
                  <a:solidFill>
                    <a:schemeClr val="bg2"/>
                  </a:solidFill>
                </a:rPr>
                <a:t>N</a:t>
              </a:r>
            </a:p>
          </p:txBody>
        </p:sp>
        <p:sp>
          <p:nvSpPr>
            <p:cNvPr id="23" name="Text Box 53">
              <a:extLst>
                <a:ext uri="{FF2B5EF4-FFF2-40B4-BE49-F238E27FC236}">
                  <a16:creationId xmlns:a16="http://schemas.microsoft.com/office/drawing/2014/main" id="{7257B08C-E4AA-C145-B374-C5BE42150A5A}"/>
                </a:ext>
              </a:extLst>
            </p:cNvPr>
            <p:cNvSpPr txBox="1">
              <a:spLocks noChangeArrowheads="1"/>
            </p:cNvSpPr>
            <p:nvPr/>
          </p:nvSpPr>
          <p:spPr bwMode="auto">
            <a:xfrm>
              <a:off x="3470" y="2387"/>
              <a:ext cx="400" cy="2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2400" b="1">
                  <a:solidFill>
                    <a:schemeClr val="bg2"/>
                  </a:solidFill>
                </a:rPr>
                <a:t>M</a:t>
              </a:r>
            </a:p>
          </p:txBody>
        </p:sp>
        <p:grpSp>
          <p:nvGrpSpPr>
            <p:cNvPr id="24" name="Group 68">
              <a:extLst>
                <a:ext uri="{FF2B5EF4-FFF2-40B4-BE49-F238E27FC236}">
                  <a16:creationId xmlns:a16="http://schemas.microsoft.com/office/drawing/2014/main" id="{3FA43F74-EB8E-264C-9700-8E38D1817C71}"/>
                </a:ext>
              </a:extLst>
            </p:cNvPr>
            <p:cNvGrpSpPr>
              <a:grpSpLocks/>
            </p:cNvGrpSpPr>
            <p:nvPr/>
          </p:nvGrpSpPr>
          <p:grpSpPr bwMode="auto">
            <a:xfrm>
              <a:off x="3606" y="1525"/>
              <a:ext cx="1406" cy="1315"/>
              <a:chOff x="3606" y="1525"/>
              <a:chExt cx="1406" cy="1315"/>
            </a:xfrm>
          </p:grpSpPr>
          <p:grpSp>
            <p:nvGrpSpPr>
              <p:cNvPr id="25" name="Group 15">
                <a:extLst>
                  <a:ext uri="{FF2B5EF4-FFF2-40B4-BE49-F238E27FC236}">
                    <a16:creationId xmlns:a16="http://schemas.microsoft.com/office/drawing/2014/main" id="{6D25A4E2-29CF-D840-A339-272F3502E50E}"/>
                  </a:ext>
                </a:extLst>
              </p:cNvPr>
              <p:cNvGrpSpPr>
                <a:grpSpLocks/>
              </p:cNvGrpSpPr>
              <p:nvPr/>
            </p:nvGrpSpPr>
            <p:grpSpPr bwMode="auto">
              <a:xfrm>
                <a:off x="4303" y="2236"/>
                <a:ext cx="709" cy="604"/>
                <a:chOff x="3936" y="2160"/>
                <a:chExt cx="624" cy="624"/>
              </a:xfrm>
            </p:grpSpPr>
            <p:sp>
              <p:nvSpPr>
                <p:cNvPr id="32" name="Line 16">
                  <a:extLst>
                    <a:ext uri="{FF2B5EF4-FFF2-40B4-BE49-F238E27FC236}">
                      <a16:creationId xmlns:a16="http://schemas.microsoft.com/office/drawing/2014/main" id="{BF715CF2-681C-9F49-91DD-AB7C988DE1EF}"/>
                    </a:ext>
                  </a:extLst>
                </p:cNvPr>
                <p:cNvSpPr>
                  <a:spLocks noChangeShapeType="1"/>
                </p:cNvSpPr>
                <p:nvPr/>
              </p:nvSpPr>
              <p:spPr bwMode="auto">
                <a:xfrm>
                  <a:off x="3936" y="2160"/>
                  <a:ext cx="528" cy="528"/>
                </a:xfrm>
                <a:prstGeom prst="line">
                  <a:avLst/>
                </a:prstGeom>
                <a:noFill/>
                <a:ln w="28575">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 name="Line 17">
                  <a:extLst>
                    <a:ext uri="{FF2B5EF4-FFF2-40B4-BE49-F238E27FC236}">
                      <a16:creationId xmlns:a16="http://schemas.microsoft.com/office/drawing/2014/main" id="{754BD4F1-79A2-3546-9058-A9C240A7FB52}"/>
                    </a:ext>
                  </a:extLst>
                </p:cNvPr>
                <p:cNvSpPr>
                  <a:spLocks noChangeShapeType="1"/>
                </p:cNvSpPr>
                <p:nvPr/>
              </p:nvSpPr>
              <p:spPr bwMode="auto">
                <a:xfrm>
                  <a:off x="4032" y="2256"/>
                  <a:ext cx="528" cy="528"/>
                </a:xfrm>
                <a:prstGeom prst="line">
                  <a:avLst/>
                </a:prstGeom>
                <a:noFill/>
                <a:ln w="28575">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26" name="Group 58">
                <a:extLst>
                  <a:ext uri="{FF2B5EF4-FFF2-40B4-BE49-F238E27FC236}">
                    <a16:creationId xmlns:a16="http://schemas.microsoft.com/office/drawing/2014/main" id="{724C79C6-DC3A-FB43-BDE4-34768D589CBC}"/>
                  </a:ext>
                </a:extLst>
              </p:cNvPr>
              <p:cNvGrpSpPr>
                <a:grpSpLocks/>
              </p:cNvGrpSpPr>
              <p:nvPr/>
            </p:nvGrpSpPr>
            <p:grpSpPr bwMode="auto">
              <a:xfrm flipH="1">
                <a:off x="3606" y="2229"/>
                <a:ext cx="698" cy="611"/>
                <a:chOff x="3936" y="2160"/>
                <a:chExt cx="624" cy="624"/>
              </a:xfrm>
            </p:grpSpPr>
            <p:sp>
              <p:nvSpPr>
                <p:cNvPr id="30" name="Line 59">
                  <a:extLst>
                    <a:ext uri="{FF2B5EF4-FFF2-40B4-BE49-F238E27FC236}">
                      <a16:creationId xmlns:a16="http://schemas.microsoft.com/office/drawing/2014/main" id="{21C5B875-040F-E44C-9FEB-9EE5E41C8E3F}"/>
                    </a:ext>
                  </a:extLst>
                </p:cNvPr>
                <p:cNvSpPr>
                  <a:spLocks noChangeShapeType="1"/>
                </p:cNvSpPr>
                <p:nvPr/>
              </p:nvSpPr>
              <p:spPr bwMode="auto">
                <a:xfrm>
                  <a:off x="3936" y="2160"/>
                  <a:ext cx="528" cy="528"/>
                </a:xfrm>
                <a:prstGeom prst="line">
                  <a:avLst/>
                </a:prstGeom>
                <a:noFill/>
                <a:ln w="28575">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 name="Line 60">
                  <a:extLst>
                    <a:ext uri="{FF2B5EF4-FFF2-40B4-BE49-F238E27FC236}">
                      <a16:creationId xmlns:a16="http://schemas.microsoft.com/office/drawing/2014/main" id="{DD0E4E13-490A-0547-BE9A-3A8D503524EC}"/>
                    </a:ext>
                  </a:extLst>
                </p:cNvPr>
                <p:cNvSpPr>
                  <a:spLocks noChangeShapeType="1"/>
                </p:cNvSpPr>
                <p:nvPr/>
              </p:nvSpPr>
              <p:spPr bwMode="auto">
                <a:xfrm>
                  <a:off x="4032" y="2256"/>
                  <a:ext cx="528" cy="528"/>
                </a:xfrm>
                <a:prstGeom prst="line">
                  <a:avLst/>
                </a:prstGeom>
                <a:noFill/>
                <a:ln w="28575">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27" name="Group 66">
                <a:extLst>
                  <a:ext uri="{FF2B5EF4-FFF2-40B4-BE49-F238E27FC236}">
                    <a16:creationId xmlns:a16="http://schemas.microsoft.com/office/drawing/2014/main" id="{67A01DF0-0FB5-A546-B611-6123E573CFC2}"/>
                  </a:ext>
                </a:extLst>
              </p:cNvPr>
              <p:cNvGrpSpPr>
                <a:grpSpLocks/>
              </p:cNvGrpSpPr>
              <p:nvPr/>
            </p:nvGrpSpPr>
            <p:grpSpPr bwMode="auto">
              <a:xfrm>
                <a:off x="4303" y="1525"/>
                <a:ext cx="0" cy="704"/>
                <a:chOff x="4286" y="1525"/>
                <a:chExt cx="0" cy="680"/>
              </a:xfrm>
            </p:grpSpPr>
            <p:sp>
              <p:nvSpPr>
                <p:cNvPr id="28" name="Line 64">
                  <a:extLst>
                    <a:ext uri="{FF2B5EF4-FFF2-40B4-BE49-F238E27FC236}">
                      <a16:creationId xmlns:a16="http://schemas.microsoft.com/office/drawing/2014/main" id="{11CB2069-E959-084C-BA30-93961386EEA9}"/>
                    </a:ext>
                  </a:extLst>
                </p:cNvPr>
                <p:cNvSpPr>
                  <a:spLocks noChangeShapeType="1"/>
                </p:cNvSpPr>
                <p:nvPr/>
              </p:nvSpPr>
              <p:spPr bwMode="auto">
                <a:xfrm flipV="1">
                  <a:off x="4286" y="1525"/>
                  <a:ext cx="0" cy="680"/>
                </a:xfrm>
                <a:prstGeom prst="line">
                  <a:avLst/>
                </a:prstGeom>
                <a:noFill/>
                <a:ln w="28575">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29" name="Line 65">
                  <a:extLst>
                    <a:ext uri="{FF2B5EF4-FFF2-40B4-BE49-F238E27FC236}">
                      <a16:creationId xmlns:a16="http://schemas.microsoft.com/office/drawing/2014/main" id="{1B73B85B-BE1E-324A-AE18-126A882B979A}"/>
                    </a:ext>
                  </a:extLst>
                </p:cNvPr>
                <p:cNvSpPr>
                  <a:spLocks noChangeShapeType="1"/>
                </p:cNvSpPr>
                <p:nvPr/>
              </p:nvSpPr>
              <p:spPr bwMode="auto">
                <a:xfrm flipV="1">
                  <a:off x="4286" y="1661"/>
                  <a:ext cx="0" cy="544"/>
                </a:xfrm>
                <a:prstGeom prst="line">
                  <a:avLst/>
                </a:prstGeom>
                <a:noFill/>
                <a:ln w="28575">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示 1">
            <a:extLst>
              <a:ext uri="{FF2B5EF4-FFF2-40B4-BE49-F238E27FC236}">
                <a16:creationId xmlns:a16="http://schemas.microsoft.com/office/drawing/2014/main" id="{13D797D0-BB1D-A74F-82D6-A405378A4CDF}"/>
              </a:ext>
            </a:extLst>
          </p:cNvPr>
          <p:cNvGraphicFramePr/>
          <p:nvPr>
            <p:extLst>
              <p:ext uri="{D42A27DB-BD31-4B8C-83A1-F6EECF244321}">
                <p14:modId xmlns:p14="http://schemas.microsoft.com/office/powerpoint/2010/main" val="3076765963"/>
              </p:ext>
            </p:extLst>
          </p:nvPr>
        </p:nvGraphicFramePr>
        <p:xfrm>
          <a:off x="179512" y="620688"/>
          <a:ext cx="2448272" cy="49685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矩形 4">
            <a:extLst>
              <a:ext uri="{FF2B5EF4-FFF2-40B4-BE49-F238E27FC236}">
                <a16:creationId xmlns:a16="http://schemas.microsoft.com/office/drawing/2014/main" id="{1703B120-D14B-7E4F-B6B7-6712C3487AA1}"/>
              </a:ext>
            </a:extLst>
          </p:cNvPr>
          <p:cNvSpPr/>
          <p:nvPr/>
        </p:nvSpPr>
        <p:spPr bwMode="auto">
          <a:xfrm>
            <a:off x="2627784" y="2945550"/>
            <a:ext cx="843084" cy="453976"/>
          </a:xfrm>
          <a:prstGeom prst="rect">
            <a:avLst/>
          </a:prstGeom>
          <a:ln/>
        </p:spPr>
        <p:style>
          <a:lnRef idx="2">
            <a:schemeClr val="dk1"/>
          </a:lnRef>
          <a:fillRef idx="1">
            <a:schemeClr val="lt1"/>
          </a:fillRef>
          <a:effectRef idx="0">
            <a:schemeClr val="dk1"/>
          </a:effectRef>
          <a:fontRef idx="minor">
            <a:schemeClr val="dk1"/>
          </a:fontRef>
        </p:style>
        <p:txBody>
          <a:bodyPr vert="horz" wrap="square" lIns="18000" tIns="36000" rIns="36000" bIns="36000" numCol="1" rtlCol="0" anchor="ctr" anchorCtr="0" compatLnSpc="1">
            <a:prstTxWarp prst="textNoShape">
              <a:avLst/>
            </a:prstTxWarp>
            <a:noAutofit/>
          </a:bodyPr>
          <a:lstStyle/>
          <a:p>
            <a:pPr marR="0" indent="11113" algn="ctr" defTabSz="914400" rtl="0" eaLnBrk="0" fontAlgn="base" latinLnBrk="0" hangingPunct="0">
              <a:lnSpc>
                <a:spcPct val="100000"/>
              </a:lnSpc>
              <a:spcBef>
                <a:spcPct val="0"/>
              </a:spcBef>
              <a:spcAft>
                <a:spcPct val="0"/>
              </a:spcAft>
              <a:buClrTx/>
              <a:buSzTx/>
              <a:buFontTx/>
              <a:buNone/>
            </a:pPr>
            <a:r>
              <a:rPr lang="en-US" altLang="zh-CN" sz="2000" dirty="0">
                <a:solidFill>
                  <a:schemeClr val="bg2"/>
                </a:solidFill>
                <a:ea typeface="宋体" pitchFamily="2" charset="-122"/>
              </a:rPr>
              <a:t>Project</a:t>
            </a:r>
            <a:endParaRPr kumimoji="1" lang="zh-CN" altLang="en-US" sz="2000" b="0" i="0" u="none" strike="noStrike" cap="none" normalizeH="0" baseline="0" dirty="0">
              <a:ln>
                <a:noFill/>
              </a:ln>
              <a:solidFill>
                <a:schemeClr val="bg2"/>
              </a:solidFill>
              <a:effectLst/>
              <a:ea typeface="宋体" pitchFamily="2" charset="-122"/>
            </a:endParaRPr>
          </a:p>
        </p:txBody>
      </p:sp>
      <p:sp>
        <p:nvSpPr>
          <p:cNvPr id="6" name="矩形 5">
            <a:extLst>
              <a:ext uri="{FF2B5EF4-FFF2-40B4-BE49-F238E27FC236}">
                <a16:creationId xmlns:a16="http://schemas.microsoft.com/office/drawing/2014/main" id="{6221DE09-7D8B-904A-B11C-6D3DE4ED7065}"/>
              </a:ext>
            </a:extLst>
          </p:cNvPr>
          <p:cNvSpPr/>
          <p:nvPr/>
        </p:nvSpPr>
        <p:spPr bwMode="auto">
          <a:xfrm>
            <a:off x="5077596" y="2945549"/>
            <a:ext cx="648072" cy="453976"/>
          </a:xfrm>
          <a:prstGeom prst="rect">
            <a:avLst/>
          </a:prstGeom>
          <a:ln/>
        </p:spPr>
        <p:style>
          <a:lnRef idx="2">
            <a:schemeClr val="dk1"/>
          </a:lnRef>
          <a:fillRef idx="1">
            <a:schemeClr val="lt1"/>
          </a:fillRef>
          <a:effectRef idx="0">
            <a:schemeClr val="dk1"/>
          </a:effectRef>
          <a:fontRef idx="minor">
            <a:schemeClr val="dk1"/>
          </a:fontRef>
        </p:style>
        <p:txBody>
          <a:bodyPr vert="horz" wrap="square" lIns="18000" tIns="36000" rIns="36000" bIns="36000" numCol="1" rtlCol="0" anchor="ctr" anchorCtr="0" compatLnSpc="1">
            <a:prstTxWarp prst="textNoShape">
              <a:avLst/>
            </a:prstTxWarp>
            <a:noAutofit/>
          </a:bodyPr>
          <a:lstStyle/>
          <a:p>
            <a:pPr marR="0" indent="11113" algn="ctr" defTabSz="914400" rtl="0" eaLnBrk="0" fontAlgn="base" latinLnBrk="0" hangingPunct="0">
              <a:lnSpc>
                <a:spcPct val="100000"/>
              </a:lnSpc>
              <a:spcBef>
                <a:spcPct val="0"/>
              </a:spcBef>
              <a:spcAft>
                <a:spcPct val="0"/>
              </a:spcAft>
              <a:buClrTx/>
              <a:buSzTx/>
              <a:buFontTx/>
              <a:buNone/>
            </a:pPr>
            <a:r>
              <a:rPr lang="en-US" altLang="zh-CN" sz="2000" dirty="0">
                <a:solidFill>
                  <a:schemeClr val="bg2"/>
                </a:solidFill>
                <a:ea typeface="宋体" pitchFamily="2" charset="-122"/>
              </a:rPr>
              <a:t>Part</a:t>
            </a:r>
            <a:endParaRPr kumimoji="1" lang="zh-CN" altLang="en-US" sz="2000" b="0" i="0" u="none" strike="noStrike" cap="none" normalizeH="0" baseline="0" dirty="0">
              <a:ln>
                <a:noFill/>
              </a:ln>
              <a:solidFill>
                <a:schemeClr val="bg2"/>
              </a:solidFill>
              <a:effectLst/>
              <a:ea typeface="宋体" pitchFamily="2" charset="-122"/>
            </a:endParaRPr>
          </a:p>
        </p:txBody>
      </p:sp>
      <p:sp>
        <p:nvSpPr>
          <p:cNvPr id="7" name="矩形 6">
            <a:extLst>
              <a:ext uri="{FF2B5EF4-FFF2-40B4-BE49-F238E27FC236}">
                <a16:creationId xmlns:a16="http://schemas.microsoft.com/office/drawing/2014/main" id="{66689E32-95E4-1648-86D8-761E5FB7F6E7}"/>
              </a:ext>
            </a:extLst>
          </p:cNvPr>
          <p:cNvSpPr/>
          <p:nvPr/>
        </p:nvSpPr>
        <p:spPr bwMode="auto">
          <a:xfrm>
            <a:off x="7340052" y="2959565"/>
            <a:ext cx="1052734" cy="439960"/>
          </a:xfrm>
          <a:prstGeom prst="rect">
            <a:avLst/>
          </a:prstGeom>
          <a:ln/>
        </p:spPr>
        <p:style>
          <a:lnRef idx="2">
            <a:schemeClr val="dk1"/>
          </a:lnRef>
          <a:fillRef idx="1">
            <a:schemeClr val="lt1"/>
          </a:fillRef>
          <a:effectRef idx="0">
            <a:schemeClr val="dk1"/>
          </a:effectRef>
          <a:fontRef idx="minor">
            <a:schemeClr val="dk1"/>
          </a:fontRef>
        </p:style>
        <p:txBody>
          <a:bodyPr vert="horz" wrap="square" lIns="18000" tIns="36000" rIns="36000" bIns="36000" numCol="1" rtlCol="0" anchor="ctr" anchorCtr="0" compatLnSpc="1">
            <a:prstTxWarp prst="textNoShape">
              <a:avLst/>
            </a:prstTxWarp>
            <a:noAutofit/>
          </a:bodyPr>
          <a:lstStyle/>
          <a:p>
            <a:pPr marR="0" indent="11113" algn="ctr" defTabSz="914400" rtl="0" eaLnBrk="0" fontAlgn="base" latinLnBrk="0" hangingPunct="0">
              <a:lnSpc>
                <a:spcPct val="100000"/>
              </a:lnSpc>
              <a:spcBef>
                <a:spcPct val="0"/>
              </a:spcBef>
              <a:spcAft>
                <a:spcPct val="0"/>
              </a:spcAft>
              <a:buClrTx/>
              <a:buSzTx/>
              <a:buFontTx/>
              <a:buNone/>
            </a:pPr>
            <a:r>
              <a:rPr lang="en-US" altLang="zh-CN" sz="2000" dirty="0">
                <a:solidFill>
                  <a:schemeClr val="bg2"/>
                </a:solidFill>
                <a:ea typeface="宋体" pitchFamily="2" charset="-122"/>
              </a:rPr>
              <a:t>Supplier</a:t>
            </a:r>
            <a:endParaRPr kumimoji="1" lang="zh-CN" altLang="en-US" sz="2000" b="0" i="0" u="none" strike="noStrike" cap="none" normalizeH="0" baseline="0" dirty="0">
              <a:ln>
                <a:noFill/>
              </a:ln>
              <a:solidFill>
                <a:schemeClr val="bg2"/>
              </a:solidFill>
              <a:effectLst/>
              <a:ea typeface="宋体" pitchFamily="2" charset="-122"/>
            </a:endParaRPr>
          </a:p>
        </p:txBody>
      </p:sp>
      <p:sp>
        <p:nvSpPr>
          <p:cNvPr id="8" name="菱形 7">
            <a:extLst>
              <a:ext uri="{FF2B5EF4-FFF2-40B4-BE49-F238E27FC236}">
                <a16:creationId xmlns:a16="http://schemas.microsoft.com/office/drawing/2014/main" id="{755A63D8-F15E-3C45-92B6-F6DF83BBC899}"/>
              </a:ext>
            </a:extLst>
          </p:cNvPr>
          <p:cNvSpPr/>
          <p:nvPr/>
        </p:nvSpPr>
        <p:spPr bwMode="auto">
          <a:xfrm>
            <a:off x="3878188" y="2893737"/>
            <a:ext cx="744466" cy="539674"/>
          </a:xfrm>
          <a:prstGeom prst="diamond">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noAutofit/>
          </a:bodyPr>
          <a:lstStyle/>
          <a:p>
            <a:pPr marR="0" indent="11113" algn="just" defTabSz="914400" rtl="0" eaLnBrk="0" fontAlgn="base" latinLnBrk="0" hangingPunct="0">
              <a:lnSpc>
                <a:spcPct val="100000"/>
              </a:lnSpc>
              <a:spcBef>
                <a:spcPct val="0"/>
              </a:spcBef>
              <a:spcAft>
                <a:spcPct val="0"/>
              </a:spcAft>
              <a:buClrTx/>
              <a:buSzTx/>
              <a:buFontTx/>
              <a:buNone/>
            </a:pPr>
            <a:endParaRPr kumimoji="1" lang="zh-CN" altLang="en-US" sz="1800" b="0" i="0" u="none" strike="noStrike" cap="none" normalizeH="0" baseline="0" dirty="0">
              <a:ln>
                <a:noFill/>
              </a:ln>
              <a:solidFill>
                <a:schemeClr val="bg2"/>
              </a:solidFill>
              <a:effectLst/>
              <a:latin typeface="宋体" pitchFamily="2" charset="-122"/>
              <a:ea typeface="宋体" pitchFamily="2" charset="-122"/>
            </a:endParaRPr>
          </a:p>
        </p:txBody>
      </p:sp>
      <p:sp>
        <p:nvSpPr>
          <p:cNvPr id="10" name="文本框 9">
            <a:extLst>
              <a:ext uri="{FF2B5EF4-FFF2-40B4-BE49-F238E27FC236}">
                <a16:creationId xmlns:a16="http://schemas.microsoft.com/office/drawing/2014/main" id="{00D9B3F1-9911-434B-B57C-C57F5D413938}"/>
              </a:ext>
            </a:extLst>
          </p:cNvPr>
          <p:cNvSpPr txBox="1"/>
          <p:nvPr/>
        </p:nvSpPr>
        <p:spPr>
          <a:xfrm>
            <a:off x="3999076" y="2978908"/>
            <a:ext cx="587915" cy="369332"/>
          </a:xfrm>
          <a:prstGeom prst="rect">
            <a:avLst/>
          </a:prstGeom>
          <a:noFill/>
        </p:spPr>
        <p:txBody>
          <a:bodyPr wrap="square">
            <a:spAutoFit/>
          </a:bodyPr>
          <a:lstStyle/>
          <a:p>
            <a:pPr marR="0" indent="11113" algn="just" defTabSz="914400" rtl="0" eaLnBrk="0" fontAlgn="base" latinLnBrk="0" hangingPunct="0">
              <a:lnSpc>
                <a:spcPct val="100000"/>
              </a:lnSpc>
              <a:spcBef>
                <a:spcPct val="0"/>
              </a:spcBef>
              <a:spcAft>
                <a:spcPct val="0"/>
              </a:spcAft>
              <a:buClrTx/>
              <a:buSzTx/>
              <a:buFontTx/>
              <a:buNone/>
            </a:pPr>
            <a:r>
              <a:rPr kumimoji="1" lang="en-US" altLang="zh-CN" sz="1800" b="0" i="0" u="none" strike="noStrike" cap="none" normalizeH="0" baseline="0" dirty="0">
                <a:ln>
                  <a:noFill/>
                </a:ln>
                <a:solidFill>
                  <a:schemeClr val="bg2"/>
                </a:solidFill>
                <a:effectLst/>
                <a:latin typeface="+mn-lt"/>
                <a:ea typeface="宋体" pitchFamily="2" charset="-122"/>
              </a:rPr>
              <a:t>P_P</a:t>
            </a:r>
            <a:endParaRPr kumimoji="1" lang="zh-CN" altLang="en-US" sz="1800" b="0" i="0" u="none" strike="noStrike" cap="none" normalizeH="0" baseline="0" dirty="0">
              <a:ln>
                <a:noFill/>
              </a:ln>
              <a:solidFill>
                <a:schemeClr val="bg2"/>
              </a:solidFill>
              <a:effectLst/>
              <a:latin typeface="+mn-lt"/>
              <a:ea typeface="宋体" pitchFamily="2" charset="-122"/>
            </a:endParaRPr>
          </a:p>
        </p:txBody>
      </p:sp>
      <p:cxnSp>
        <p:nvCxnSpPr>
          <p:cNvPr id="12" name="直线连接符 11">
            <a:extLst>
              <a:ext uri="{FF2B5EF4-FFF2-40B4-BE49-F238E27FC236}">
                <a16:creationId xmlns:a16="http://schemas.microsoft.com/office/drawing/2014/main" id="{1911C198-B6F7-B24E-82DD-B2904C7FF8AB}"/>
              </a:ext>
            </a:extLst>
          </p:cNvPr>
          <p:cNvCxnSpPr>
            <a:cxnSpLocks/>
            <a:stCxn id="5" idx="3"/>
            <a:endCxn id="8" idx="1"/>
          </p:cNvCxnSpPr>
          <p:nvPr/>
        </p:nvCxnSpPr>
        <p:spPr bwMode="auto">
          <a:xfrm flipV="1">
            <a:off x="3470868" y="3163574"/>
            <a:ext cx="407320" cy="8964"/>
          </a:xfrm>
          <a:prstGeom prst="line">
            <a:avLst/>
          </a:prstGeom>
          <a:ln/>
        </p:spPr>
        <p:style>
          <a:lnRef idx="1">
            <a:schemeClr val="dk1"/>
          </a:lnRef>
          <a:fillRef idx="0">
            <a:schemeClr val="dk1"/>
          </a:fillRef>
          <a:effectRef idx="0">
            <a:schemeClr val="dk1"/>
          </a:effectRef>
          <a:fontRef idx="minor">
            <a:schemeClr val="tx1"/>
          </a:fontRef>
        </p:style>
      </p:cxnSp>
      <p:cxnSp>
        <p:nvCxnSpPr>
          <p:cNvPr id="16" name="直线连接符 15">
            <a:extLst>
              <a:ext uri="{FF2B5EF4-FFF2-40B4-BE49-F238E27FC236}">
                <a16:creationId xmlns:a16="http://schemas.microsoft.com/office/drawing/2014/main" id="{29BE385B-DA46-D94A-B452-90E95E5CB714}"/>
              </a:ext>
            </a:extLst>
          </p:cNvPr>
          <p:cNvCxnSpPr/>
          <p:nvPr/>
        </p:nvCxnSpPr>
        <p:spPr bwMode="auto">
          <a:xfrm>
            <a:off x="-930515" y="3459523"/>
            <a:ext cx="914400" cy="914400"/>
          </a:xfrm>
          <a:prstGeom prst="line">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5" name="直线连接符 24">
            <a:extLst>
              <a:ext uri="{FF2B5EF4-FFF2-40B4-BE49-F238E27FC236}">
                <a16:creationId xmlns:a16="http://schemas.microsoft.com/office/drawing/2014/main" id="{34CF67F1-21FE-9F48-9ABB-320ECB5025A1}"/>
              </a:ext>
            </a:extLst>
          </p:cNvPr>
          <p:cNvCxnSpPr>
            <a:cxnSpLocks/>
            <a:stCxn id="8" idx="3"/>
          </p:cNvCxnSpPr>
          <p:nvPr/>
        </p:nvCxnSpPr>
        <p:spPr bwMode="auto">
          <a:xfrm flipV="1">
            <a:off x="4622654" y="3154610"/>
            <a:ext cx="454942" cy="8964"/>
          </a:xfrm>
          <a:prstGeom prst="line">
            <a:avLst/>
          </a:prstGeom>
          <a:ln/>
        </p:spPr>
        <p:style>
          <a:lnRef idx="1">
            <a:schemeClr val="dk1"/>
          </a:lnRef>
          <a:fillRef idx="0">
            <a:schemeClr val="dk1"/>
          </a:fillRef>
          <a:effectRef idx="0">
            <a:schemeClr val="dk1"/>
          </a:effectRef>
          <a:fontRef idx="minor">
            <a:schemeClr val="tx1"/>
          </a:fontRef>
        </p:style>
      </p:cxnSp>
      <p:sp>
        <p:nvSpPr>
          <p:cNvPr id="27" name="菱形 26">
            <a:extLst>
              <a:ext uri="{FF2B5EF4-FFF2-40B4-BE49-F238E27FC236}">
                <a16:creationId xmlns:a16="http://schemas.microsoft.com/office/drawing/2014/main" id="{7FABD4E8-E203-1F40-B746-1B6A1D1C8B34}"/>
              </a:ext>
            </a:extLst>
          </p:cNvPr>
          <p:cNvSpPr/>
          <p:nvPr/>
        </p:nvSpPr>
        <p:spPr bwMode="auto">
          <a:xfrm>
            <a:off x="6135487" y="2884773"/>
            <a:ext cx="744466" cy="539674"/>
          </a:xfrm>
          <a:prstGeom prst="diamond">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noAutofit/>
          </a:bodyPr>
          <a:lstStyle/>
          <a:p>
            <a:pPr marR="0" indent="11113" algn="just" defTabSz="914400" rtl="0" eaLnBrk="0" fontAlgn="base" latinLnBrk="0" hangingPunct="0">
              <a:lnSpc>
                <a:spcPct val="100000"/>
              </a:lnSpc>
              <a:spcBef>
                <a:spcPct val="0"/>
              </a:spcBef>
              <a:spcAft>
                <a:spcPct val="0"/>
              </a:spcAft>
              <a:buClrTx/>
              <a:buSzTx/>
              <a:buFontTx/>
              <a:buNone/>
            </a:pPr>
            <a:endParaRPr kumimoji="1" lang="zh-CN" altLang="en-US" sz="1800" b="0" i="0" u="none" strike="noStrike" cap="none" normalizeH="0" baseline="0" dirty="0">
              <a:ln>
                <a:noFill/>
              </a:ln>
              <a:solidFill>
                <a:schemeClr val="bg2"/>
              </a:solidFill>
              <a:effectLst/>
              <a:latin typeface="宋体" pitchFamily="2" charset="-122"/>
              <a:ea typeface="宋体" pitchFamily="2" charset="-122"/>
            </a:endParaRPr>
          </a:p>
        </p:txBody>
      </p:sp>
      <p:sp>
        <p:nvSpPr>
          <p:cNvPr id="28" name="文本框 27">
            <a:extLst>
              <a:ext uri="{FF2B5EF4-FFF2-40B4-BE49-F238E27FC236}">
                <a16:creationId xmlns:a16="http://schemas.microsoft.com/office/drawing/2014/main" id="{79D17F02-283B-1B4D-95B2-1AC0F4953C4A}"/>
              </a:ext>
            </a:extLst>
          </p:cNvPr>
          <p:cNvSpPr txBox="1"/>
          <p:nvPr/>
        </p:nvSpPr>
        <p:spPr>
          <a:xfrm>
            <a:off x="6256375" y="2969944"/>
            <a:ext cx="587915" cy="369332"/>
          </a:xfrm>
          <a:prstGeom prst="rect">
            <a:avLst/>
          </a:prstGeom>
          <a:noFill/>
        </p:spPr>
        <p:txBody>
          <a:bodyPr wrap="square">
            <a:spAutoFit/>
          </a:bodyPr>
          <a:lstStyle/>
          <a:p>
            <a:pPr marR="0" indent="11113" algn="just" defTabSz="914400" rtl="0" eaLnBrk="0" fontAlgn="base" latinLnBrk="0" hangingPunct="0">
              <a:lnSpc>
                <a:spcPct val="100000"/>
              </a:lnSpc>
              <a:spcBef>
                <a:spcPct val="0"/>
              </a:spcBef>
              <a:spcAft>
                <a:spcPct val="0"/>
              </a:spcAft>
              <a:buClrTx/>
              <a:buSzTx/>
              <a:buFontTx/>
              <a:buNone/>
            </a:pPr>
            <a:r>
              <a:rPr kumimoji="1" lang="en-US" altLang="zh-CN" sz="1800" b="0" i="0" u="none" strike="noStrike" cap="none" normalizeH="0" baseline="0" dirty="0">
                <a:ln>
                  <a:noFill/>
                </a:ln>
                <a:solidFill>
                  <a:schemeClr val="bg2"/>
                </a:solidFill>
                <a:effectLst/>
                <a:latin typeface="+mn-lt"/>
                <a:ea typeface="宋体" pitchFamily="2" charset="-122"/>
              </a:rPr>
              <a:t>P_S</a:t>
            </a:r>
            <a:endParaRPr kumimoji="1" lang="zh-CN" altLang="en-US" sz="1800" b="0" i="0" u="none" strike="noStrike" cap="none" normalizeH="0" baseline="0" dirty="0">
              <a:ln>
                <a:noFill/>
              </a:ln>
              <a:solidFill>
                <a:schemeClr val="bg2"/>
              </a:solidFill>
              <a:effectLst/>
              <a:latin typeface="+mn-lt"/>
              <a:ea typeface="宋体" pitchFamily="2" charset="-122"/>
            </a:endParaRPr>
          </a:p>
        </p:txBody>
      </p:sp>
      <p:cxnSp>
        <p:nvCxnSpPr>
          <p:cNvPr id="29" name="直线连接符 28">
            <a:extLst>
              <a:ext uri="{FF2B5EF4-FFF2-40B4-BE49-F238E27FC236}">
                <a16:creationId xmlns:a16="http://schemas.microsoft.com/office/drawing/2014/main" id="{3405F176-BA79-0F4B-9587-1A1C2E0D6343}"/>
              </a:ext>
            </a:extLst>
          </p:cNvPr>
          <p:cNvCxnSpPr>
            <a:cxnSpLocks/>
            <a:endCxn id="27" idx="1"/>
          </p:cNvCxnSpPr>
          <p:nvPr/>
        </p:nvCxnSpPr>
        <p:spPr bwMode="auto">
          <a:xfrm flipV="1">
            <a:off x="5728167" y="3154610"/>
            <a:ext cx="407320" cy="8964"/>
          </a:xfrm>
          <a:prstGeom prst="line">
            <a:avLst/>
          </a:prstGeom>
          <a:ln/>
        </p:spPr>
        <p:style>
          <a:lnRef idx="1">
            <a:schemeClr val="dk1"/>
          </a:lnRef>
          <a:fillRef idx="0">
            <a:schemeClr val="dk1"/>
          </a:fillRef>
          <a:effectRef idx="0">
            <a:schemeClr val="dk1"/>
          </a:effectRef>
          <a:fontRef idx="minor">
            <a:schemeClr val="tx1"/>
          </a:fontRef>
        </p:style>
      </p:cxnSp>
      <p:cxnSp>
        <p:nvCxnSpPr>
          <p:cNvPr id="30" name="直线连接符 29">
            <a:extLst>
              <a:ext uri="{FF2B5EF4-FFF2-40B4-BE49-F238E27FC236}">
                <a16:creationId xmlns:a16="http://schemas.microsoft.com/office/drawing/2014/main" id="{A5F09991-71FF-4649-A710-135D5655E601}"/>
              </a:ext>
            </a:extLst>
          </p:cNvPr>
          <p:cNvCxnSpPr>
            <a:cxnSpLocks/>
            <a:stCxn id="27" idx="3"/>
          </p:cNvCxnSpPr>
          <p:nvPr/>
        </p:nvCxnSpPr>
        <p:spPr bwMode="auto">
          <a:xfrm flipV="1">
            <a:off x="6879953" y="3145646"/>
            <a:ext cx="454942" cy="8964"/>
          </a:xfrm>
          <a:prstGeom prst="line">
            <a:avLst/>
          </a:prstGeom>
          <a:ln/>
        </p:spPr>
        <p:style>
          <a:lnRef idx="1">
            <a:schemeClr val="dk1"/>
          </a:lnRef>
          <a:fillRef idx="0">
            <a:schemeClr val="dk1"/>
          </a:fillRef>
          <a:effectRef idx="0">
            <a:schemeClr val="dk1"/>
          </a:effectRef>
          <a:fontRef idx="minor">
            <a:schemeClr val="tx1"/>
          </a:fontRef>
        </p:style>
      </p:cxnSp>
      <p:sp>
        <p:nvSpPr>
          <p:cNvPr id="34" name="圆角矩形 33">
            <a:extLst>
              <a:ext uri="{FF2B5EF4-FFF2-40B4-BE49-F238E27FC236}">
                <a16:creationId xmlns:a16="http://schemas.microsoft.com/office/drawing/2014/main" id="{B316F40B-044E-EE4B-9C38-16F7B1EBA999}"/>
              </a:ext>
            </a:extLst>
          </p:cNvPr>
          <p:cNvSpPr/>
          <p:nvPr/>
        </p:nvSpPr>
        <p:spPr bwMode="auto">
          <a:xfrm>
            <a:off x="2411760" y="620688"/>
            <a:ext cx="6192688" cy="4968552"/>
          </a:xfrm>
          <a:prstGeom prst="round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a:ln>
                <a:noFill/>
              </a:ln>
              <a:solidFill>
                <a:schemeClr val="tx1"/>
              </a:solidFill>
              <a:effectLst/>
              <a:latin typeface="宋体" pitchFamily="2" charset="-122"/>
              <a:ea typeface="宋体" pitchFamily="2" charset="-122"/>
            </a:endParaRPr>
          </a:p>
        </p:txBody>
      </p:sp>
      <p:sp>
        <p:nvSpPr>
          <p:cNvPr id="17" name="Text Box 10">
            <a:extLst>
              <a:ext uri="{FF2B5EF4-FFF2-40B4-BE49-F238E27FC236}">
                <a16:creationId xmlns:a16="http://schemas.microsoft.com/office/drawing/2014/main" id="{5EF73B2D-A170-7F40-A5D2-40F72688FDB0}"/>
              </a:ext>
            </a:extLst>
          </p:cNvPr>
          <p:cNvSpPr txBox="1">
            <a:spLocks noChangeArrowheads="1"/>
          </p:cNvSpPr>
          <p:nvPr/>
        </p:nvSpPr>
        <p:spPr bwMode="auto">
          <a:xfrm>
            <a:off x="3185577" y="2822373"/>
            <a:ext cx="1025525" cy="687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1800" dirty="0">
                <a:solidFill>
                  <a:schemeClr val="bg2"/>
                </a:solidFill>
                <a:latin typeface="Times New Roman" pitchFamily="18" charset="0"/>
              </a:rPr>
              <a:t>M</a:t>
            </a:r>
          </a:p>
        </p:txBody>
      </p:sp>
      <p:sp>
        <p:nvSpPr>
          <p:cNvPr id="18" name="Text Box 10">
            <a:extLst>
              <a:ext uri="{FF2B5EF4-FFF2-40B4-BE49-F238E27FC236}">
                <a16:creationId xmlns:a16="http://schemas.microsoft.com/office/drawing/2014/main" id="{7984E668-0735-844D-91C6-41F25919DC2F}"/>
              </a:ext>
            </a:extLst>
          </p:cNvPr>
          <p:cNvSpPr txBox="1">
            <a:spLocks noChangeArrowheads="1"/>
          </p:cNvSpPr>
          <p:nvPr/>
        </p:nvSpPr>
        <p:spPr bwMode="auto">
          <a:xfrm>
            <a:off x="4330797" y="2819880"/>
            <a:ext cx="1025525" cy="687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1800" dirty="0">
                <a:solidFill>
                  <a:schemeClr val="bg2"/>
                </a:solidFill>
                <a:latin typeface="Times New Roman" pitchFamily="18" charset="0"/>
              </a:rPr>
              <a:t>N</a:t>
            </a:r>
          </a:p>
        </p:txBody>
      </p:sp>
      <p:sp>
        <p:nvSpPr>
          <p:cNvPr id="19" name="Text Box 10">
            <a:extLst>
              <a:ext uri="{FF2B5EF4-FFF2-40B4-BE49-F238E27FC236}">
                <a16:creationId xmlns:a16="http://schemas.microsoft.com/office/drawing/2014/main" id="{EFC59F5D-906C-DD4A-B1CD-AE896D08AD12}"/>
              </a:ext>
            </a:extLst>
          </p:cNvPr>
          <p:cNvSpPr txBox="1">
            <a:spLocks noChangeArrowheads="1"/>
          </p:cNvSpPr>
          <p:nvPr/>
        </p:nvSpPr>
        <p:spPr bwMode="auto">
          <a:xfrm>
            <a:off x="5437936" y="2773581"/>
            <a:ext cx="1025525" cy="687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1800" dirty="0">
                <a:solidFill>
                  <a:schemeClr val="bg2"/>
                </a:solidFill>
                <a:latin typeface="Times New Roman" pitchFamily="18" charset="0"/>
              </a:rPr>
              <a:t>M</a:t>
            </a:r>
          </a:p>
        </p:txBody>
      </p:sp>
      <p:sp>
        <p:nvSpPr>
          <p:cNvPr id="20" name="Text Box 10">
            <a:extLst>
              <a:ext uri="{FF2B5EF4-FFF2-40B4-BE49-F238E27FC236}">
                <a16:creationId xmlns:a16="http://schemas.microsoft.com/office/drawing/2014/main" id="{E6A61756-F86D-F04C-AF37-2809CB426102}"/>
              </a:ext>
            </a:extLst>
          </p:cNvPr>
          <p:cNvSpPr txBox="1">
            <a:spLocks noChangeArrowheads="1"/>
          </p:cNvSpPr>
          <p:nvPr/>
        </p:nvSpPr>
        <p:spPr bwMode="auto">
          <a:xfrm>
            <a:off x="6583156" y="2771088"/>
            <a:ext cx="1025525" cy="687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1800" dirty="0">
                <a:solidFill>
                  <a:schemeClr val="bg2"/>
                </a:solidFill>
                <a:latin typeface="Times New Roman" pitchFamily="18" charset="0"/>
              </a:rPr>
              <a:t>N</a:t>
            </a:r>
          </a:p>
        </p:txBody>
      </p:sp>
    </p:spTree>
    <p:extLst>
      <p:ext uri="{BB962C8B-B14F-4D97-AF65-F5344CB8AC3E}">
        <p14:creationId xmlns:p14="http://schemas.microsoft.com/office/powerpoint/2010/main" val="1161216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0" grpId="0"/>
      <p:bldP spid="27" grpId="0" animBg="1"/>
      <p:bldP spid="28" grpId="0"/>
      <p:bldP spid="17" grpId="0"/>
      <p:bldP spid="18" grpId="0"/>
      <p:bldP spid="19" grpId="0"/>
      <p:bldP spid="2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椭圆 58">
            <a:extLst>
              <a:ext uri="{FF2B5EF4-FFF2-40B4-BE49-F238E27FC236}">
                <a16:creationId xmlns:a16="http://schemas.microsoft.com/office/drawing/2014/main" id="{104F7650-C5B2-104D-901A-1BBD30D4E8B5}"/>
              </a:ext>
            </a:extLst>
          </p:cNvPr>
          <p:cNvSpPr/>
          <p:nvPr/>
        </p:nvSpPr>
        <p:spPr bwMode="auto">
          <a:xfrm>
            <a:off x="3695338" y="3904483"/>
            <a:ext cx="854309" cy="288032"/>
          </a:xfrm>
          <a:prstGeom prst="ellipse">
            <a:avLst/>
          </a:prstGeom>
          <a:ln w="3175"/>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宋体" pitchFamily="2" charset="-122"/>
              <a:ea typeface="宋体" pitchFamily="2" charset="-122"/>
            </a:endParaRPr>
          </a:p>
        </p:txBody>
      </p:sp>
      <p:sp>
        <p:nvSpPr>
          <p:cNvPr id="49" name="椭圆 48">
            <a:extLst>
              <a:ext uri="{FF2B5EF4-FFF2-40B4-BE49-F238E27FC236}">
                <a16:creationId xmlns:a16="http://schemas.microsoft.com/office/drawing/2014/main" id="{B24B6C9C-D3E5-E046-8DBE-6134295C6EE5}"/>
              </a:ext>
            </a:extLst>
          </p:cNvPr>
          <p:cNvSpPr/>
          <p:nvPr/>
        </p:nvSpPr>
        <p:spPr bwMode="auto">
          <a:xfrm>
            <a:off x="4380641" y="2186544"/>
            <a:ext cx="576064" cy="288032"/>
          </a:xfrm>
          <a:prstGeom prst="ellipse">
            <a:avLst/>
          </a:prstGeom>
          <a:ln w="3175"/>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宋体" pitchFamily="2" charset="-122"/>
              <a:ea typeface="宋体" pitchFamily="2" charset="-122"/>
            </a:endParaRPr>
          </a:p>
        </p:txBody>
      </p:sp>
      <p:graphicFrame>
        <p:nvGraphicFramePr>
          <p:cNvPr id="2" name="图示 1">
            <a:extLst>
              <a:ext uri="{FF2B5EF4-FFF2-40B4-BE49-F238E27FC236}">
                <a16:creationId xmlns:a16="http://schemas.microsoft.com/office/drawing/2014/main" id="{13D797D0-BB1D-A74F-82D6-A405378A4CDF}"/>
              </a:ext>
            </a:extLst>
          </p:cNvPr>
          <p:cNvGraphicFramePr/>
          <p:nvPr>
            <p:extLst>
              <p:ext uri="{D42A27DB-BD31-4B8C-83A1-F6EECF244321}">
                <p14:modId xmlns:p14="http://schemas.microsoft.com/office/powerpoint/2010/main" val="2543337553"/>
              </p:ext>
            </p:extLst>
          </p:nvPr>
        </p:nvGraphicFramePr>
        <p:xfrm>
          <a:off x="179512" y="620688"/>
          <a:ext cx="2448272" cy="49685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矩形 4">
            <a:extLst>
              <a:ext uri="{FF2B5EF4-FFF2-40B4-BE49-F238E27FC236}">
                <a16:creationId xmlns:a16="http://schemas.microsoft.com/office/drawing/2014/main" id="{1703B120-D14B-7E4F-B6B7-6712C3487AA1}"/>
              </a:ext>
            </a:extLst>
          </p:cNvPr>
          <p:cNvSpPr/>
          <p:nvPr/>
        </p:nvSpPr>
        <p:spPr bwMode="auto">
          <a:xfrm>
            <a:off x="2627784" y="2945550"/>
            <a:ext cx="843084" cy="453976"/>
          </a:xfrm>
          <a:prstGeom prst="rect">
            <a:avLst/>
          </a:prstGeom>
          <a:ln/>
        </p:spPr>
        <p:style>
          <a:lnRef idx="2">
            <a:schemeClr val="dk1"/>
          </a:lnRef>
          <a:fillRef idx="1">
            <a:schemeClr val="lt1"/>
          </a:fillRef>
          <a:effectRef idx="0">
            <a:schemeClr val="dk1"/>
          </a:effectRef>
          <a:fontRef idx="minor">
            <a:schemeClr val="dk1"/>
          </a:fontRef>
        </p:style>
        <p:txBody>
          <a:bodyPr vert="horz" wrap="square" lIns="18000" tIns="36000" rIns="36000" bIns="36000" numCol="1" rtlCol="0" anchor="ctr" anchorCtr="0" compatLnSpc="1">
            <a:prstTxWarp prst="textNoShape">
              <a:avLst/>
            </a:prstTxWarp>
            <a:noAutofit/>
          </a:bodyPr>
          <a:lstStyle/>
          <a:p>
            <a:pPr marR="0" indent="11113" algn="ctr" defTabSz="914400" rtl="0" eaLnBrk="0" fontAlgn="base" latinLnBrk="0" hangingPunct="0">
              <a:lnSpc>
                <a:spcPct val="100000"/>
              </a:lnSpc>
              <a:spcBef>
                <a:spcPct val="0"/>
              </a:spcBef>
              <a:spcAft>
                <a:spcPct val="0"/>
              </a:spcAft>
              <a:buClrTx/>
              <a:buSzTx/>
              <a:buFontTx/>
              <a:buNone/>
            </a:pPr>
            <a:r>
              <a:rPr lang="en-US" altLang="zh-CN" sz="2000" dirty="0">
                <a:solidFill>
                  <a:schemeClr val="bg2"/>
                </a:solidFill>
                <a:ea typeface="宋体" pitchFamily="2" charset="-122"/>
              </a:rPr>
              <a:t>Project</a:t>
            </a:r>
            <a:endParaRPr kumimoji="1" lang="zh-CN" altLang="en-US" sz="2000" b="0" i="0" u="none" strike="noStrike" cap="none" normalizeH="0" baseline="0" dirty="0">
              <a:ln>
                <a:noFill/>
              </a:ln>
              <a:solidFill>
                <a:schemeClr val="bg2"/>
              </a:solidFill>
              <a:effectLst/>
              <a:ea typeface="宋体" pitchFamily="2" charset="-122"/>
            </a:endParaRPr>
          </a:p>
        </p:txBody>
      </p:sp>
      <p:sp>
        <p:nvSpPr>
          <p:cNvPr id="7" name="矩形 6">
            <a:extLst>
              <a:ext uri="{FF2B5EF4-FFF2-40B4-BE49-F238E27FC236}">
                <a16:creationId xmlns:a16="http://schemas.microsoft.com/office/drawing/2014/main" id="{66689E32-95E4-1648-86D8-761E5FB7F6E7}"/>
              </a:ext>
            </a:extLst>
          </p:cNvPr>
          <p:cNvSpPr/>
          <p:nvPr/>
        </p:nvSpPr>
        <p:spPr bwMode="auto">
          <a:xfrm>
            <a:off x="7340052" y="2959565"/>
            <a:ext cx="1052734" cy="439960"/>
          </a:xfrm>
          <a:prstGeom prst="rect">
            <a:avLst/>
          </a:prstGeom>
          <a:ln/>
        </p:spPr>
        <p:style>
          <a:lnRef idx="2">
            <a:schemeClr val="dk1"/>
          </a:lnRef>
          <a:fillRef idx="1">
            <a:schemeClr val="lt1"/>
          </a:fillRef>
          <a:effectRef idx="0">
            <a:schemeClr val="dk1"/>
          </a:effectRef>
          <a:fontRef idx="minor">
            <a:schemeClr val="dk1"/>
          </a:fontRef>
        </p:style>
        <p:txBody>
          <a:bodyPr vert="horz" wrap="square" lIns="18000" tIns="36000" rIns="36000" bIns="36000" numCol="1" rtlCol="0" anchor="ctr" anchorCtr="0" compatLnSpc="1">
            <a:prstTxWarp prst="textNoShape">
              <a:avLst/>
            </a:prstTxWarp>
            <a:noAutofit/>
          </a:bodyPr>
          <a:lstStyle/>
          <a:p>
            <a:pPr marR="0" indent="11113" algn="ctr" defTabSz="914400" rtl="0" eaLnBrk="0" fontAlgn="base" latinLnBrk="0" hangingPunct="0">
              <a:lnSpc>
                <a:spcPct val="100000"/>
              </a:lnSpc>
              <a:spcBef>
                <a:spcPct val="0"/>
              </a:spcBef>
              <a:spcAft>
                <a:spcPct val="0"/>
              </a:spcAft>
              <a:buClrTx/>
              <a:buSzTx/>
              <a:buFontTx/>
              <a:buNone/>
            </a:pPr>
            <a:r>
              <a:rPr lang="en-US" altLang="zh-CN" sz="2000" dirty="0">
                <a:solidFill>
                  <a:schemeClr val="bg2"/>
                </a:solidFill>
                <a:ea typeface="宋体" pitchFamily="2" charset="-122"/>
              </a:rPr>
              <a:t>Supplier</a:t>
            </a:r>
            <a:endParaRPr kumimoji="1" lang="zh-CN" altLang="en-US" sz="2000" b="0" i="0" u="none" strike="noStrike" cap="none" normalizeH="0" baseline="0" dirty="0">
              <a:ln>
                <a:noFill/>
              </a:ln>
              <a:solidFill>
                <a:schemeClr val="bg2"/>
              </a:solidFill>
              <a:effectLst/>
              <a:ea typeface="宋体" pitchFamily="2" charset="-122"/>
            </a:endParaRPr>
          </a:p>
        </p:txBody>
      </p:sp>
      <p:cxnSp>
        <p:nvCxnSpPr>
          <p:cNvPr id="16" name="直线连接符 15">
            <a:extLst>
              <a:ext uri="{FF2B5EF4-FFF2-40B4-BE49-F238E27FC236}">
                <a16:creationId xmlns:a16="http://schemas.microsoft.com/office/drawing/2014/main" id="{29BE385B-DA46-D94A-B452-90E95E5CB714}"/>
              </a:ext>
            </a:extLst>
          </p:cNvPr>
          <p:cNvCxnSpPr/>
          <p:nvPr/>
        </p:nvCxnSpPr>
        <p:spPr bwMode="auto">
          <a:xfrm>
            <a:off x="-930515" y="3459523"/>
            <a:ext cx="914400" cy="914400"/>
          </a:xfrm>
          <a:prstGeom prst="line">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4" name="圆角矩形 33">
            <a:extLst>
              <a:ext uri="{FF2B5EF4-FFF2-40B4-BE49-F238E27FC236}">
                <a16:creationId xmlns:a16="http://schemas.microsoft.com/office/drawing/2014/main" id="{B316F40B-044E-EE4B-9C38-16F7B1EBA999}"/>
              </a:ext>
            </a:extLst>
          </p:cNvPr>
          <p:cNvSpPr/>
          <p:nvPr/>
        </p:nvSpPr>
        <p:spPr bwMode="auto">
          <a:xfrm>
            <a:off x="2411760" y="620688"/>
            <a:ext cx="6192688" cy="4968552"/>
          </a:xfrm>
          <a:prstGeom prst="round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a:ln>
                <a:noFill/>
              </a:ln>
              <a:solidFill>
                <a:schemeClr val="tx1"/>
              </a:solidFill>
              <a:effectLst/>
              <a:latin typeface="宋体" pitchFamily="2" charset="-122"/>
              <a:ea typeface="宋体" pitchFamily="2" charset="-122"/>
            </a:endParaRPr>
          </a:p>
        </p:txBody>
      </p:sp>
      <p:sp>
        <p:nvSpPr>
          <p:cNvPr id="3" name="椭圆 2">
            <a:extLst>
              <a:ext uri="{FF2B5EF4-FFF2-40B4-BE49-F238E27FC236}">
                <a16:creationId xmlns:a16="http://schemas.microsoft.com/office/drawing/2014/main" id="{B42F009B-63A3-9F4B-8A03-24DFD5F29864}"/>
              </a:ext>
            </a:extLst>
          </p:cNvPr>
          <p:cNvSpPr/>
          <p:nvPr/>
        </p:nvSpPr>
        <p:spPr bwMode="auto">
          <a:xfrm>
            <a:off x="2471135" y="2327394"/>
            <a:ext cx="576064" cy="288032"/>
          </a:xfrm>
          <a:prstGeom prst="ellipse">
            <a:avLst/>
          </a:prstGeom>
          <a:ln w="3175"/>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宋体" pitchFamily="2" charset="-122"/>
              <a:ea typeface="宋体" pitchFamily="2" charset="-122"/>
            </a:endParaRPr>
          </a:p>
        </p:txBody>
      </p:sp>
      <p:sp>
        <p:nvSpPr>
          <p:cNvPr id="17" name="文本框 16">
            <a:extLst>
              <a:ext uri="{FF2B5EF4-FFF2-40B4-BE49-F238E27FC236}">
                <a16:creationId xmlns:a16="http://schemas.microsoft.com/office/drawing/2014/main" id="{F40ABB97-D579-394B-B8C1-39A49423E30C}"/>
              </a:ext>
            </a:extLst>
          </p:cNvPr>
          <p:cNvSpPr txBox="1"/>
          <p:nvPr/>
        </p:nvSpPr>
        <p:spPr>
          <a:xfrm>
            <a:off x="2511838" y="2316712"/>
            <a:ext cx="587915" cy="307777"/>
          </a:xfrm>
          <a:prstGeom prst="rect">
            <a:avLst/>
          </a:prstGeom>
          <a:noFill/>
        </p:spPr>
        <p:txBody>
          <a:bodyPr wrap="square">
            <a:spAutoFit/>
          </a:bodyPr>
          <a:lstStyle/>
          <a:p>
            <a:pPr marR="0" indent="11113" algn="just" defTabSz="914400" rtl="0" eaLnBrk="0" fontAlgn="base" latinLnBrk="0" hangingPunct="0">
              <a:lnSpc>
                <a:spcPct val="100000"/>
              </a:lnSpc>
              <a:spcBef>
                <a:spcPct val="0"/>
              </a:spcBef>
              <a:spcAft>
                <a:spcPct val="0"/>
              </a:spcAft>
              <a:buClrTx/>
              <a:buSzTx/>
              <a:buFontTx/>
              <a:buNone/>
            </a:pPr>
            <a:r>
              <a:rPr kumimoji="1" lang="en-US" altLang="zh-CN" sz="1400" b="0" i="0" strike="noStrike" cap="none" normalizeH="0" baseline="0" dirty="0">
                <a:ln>
                  <a:noFill/>
                </a:ln>
                <a:solidFill>
                  <a:schemeClr val="bg2"/>
                </a:solidFill>
                <a:effectLst/>
                <a:latin typeface="+mn-lt"/>
                <a:ea typeface="宋体" pitchFamily="2" charset="-122"/>
              </a:rPr>
              <a:t>JNO</a:t>
            </a:r>
            <a:endParaRPr kumimoji="1" lang="zh-CN" altLang="en-US" sz="1400" b="0" i="0" strike="noStrike" cap="none" normalizeH="0" baseline="0" dirty="0">
              <a:ln>
                <a:noFill/>
              </a:ln>
              <a:solidFill>
                <a:schemeClr val="bg2"/>
              </a:solidFill>
              <a:effectLst/>
              <a:latin typeface="+mn-lt"/>
              <a:ea typeface="宋体" pitchFamily="2" charset="-122"/>
            </a:endParaRPr>
          </a:p>
        </p:txBody>
      </p:sp>
      <p:sp>
        <p:nvSpPr>
          <p:cNvPr id="18" name="椭圆 17">
            <a:extLst>
              <a:ext uri="{FF2B5EF4-FFF2-40B4-BE49-F238E27FC236}">
                <a16:creationId xmlns:a16="http://schemas.microsoft.com/office/drawing/2014/main" id="{2CEFBAE5-15B0-C748-AB0F-575C4346DACB}"/>
              </a:ext>
            </a:extLst>
          </p:cNvPr>
          <p:cNvSpPr/>
          <p:nvPr/>
        </p:nvSpPr>
        <p:spPr bwMode="auto">
          <a:xfrm>
            <a:off x="2733743" y="1958203"/>
            <a:ext cx="766691" cy="288032"/>
          </a:xfrm>
          <a:prstGeom prst="ellipse">
            <a:avLst/>
          </a:prstGeom>
          <a:ln w="3175"/>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宋体" pitchFamily="2" charset="-122"/>
              <a:ea typeface="宋体" pitchFamily="2" charset="-122"/>
            </a:endParaRPr>
          </a:p>
        </p:txBody>
      </p:sp>
      <p:sp>
        <p:nvSpPr>
          <p:cNvPr id="19" name="文本框 18">
            <a:extLst>
              <a:ext uri="{FF2B5EF4-FFF2-40B4-BE49-F238E27FC236}">
                <a16:creationId xmlns:a16="http://schemas.microsoft.com/office/drawing/2014/main" id="{0CDEFF49-EA5B-D940-A412-64682EDADA1B}"/>
              </a:ext>
            </a:extLst>
          </p:cNvPr>
          <p:cNvSpPr txBox="1"/>
          <p:nvPr/>
        </p:nvSpPr>
        <p:spPr>
          <a:xfrm>
            <a:off x="2733743" y="1963424"/>
            <a:ext cx="897943" cy="307777"/>
          </a:xfrm>
          <a:prstGeom prst="rect">
            <a:avLst/>
          </a:prstGeom>
          <a:noFill/>
        </p:spPr>
        <p:txBody>
          <a:bodyPr wrap="square">
            <a:spAutoFit/>
          </a:bodyPr>
          <a:lstStyle/>
          <a:p>
            <a:pPr marR="0" indent="11113" algn="just" defTabSz="914400" rtl="0" eaLnBrk="0" fontAlgn="base" latinLnBrk="0" hangingPunct="0">
              <a:lnSpc>
                <a:spcPct val="100000"/>
              </a:lnSpc>
              <a:spcBef>
                <a:spcPct val="0"/>
              </a:spcBef>
              <a:spcAft>
                <a:spcPct val="0"/>
              </a:spcAft>
              <a:buClrTx/>
              <a:buSzTx/>
              <a:buFontTx/>
              <a:buNone/>
            </a:pPr>
            <a:r>
              <a:rPr kumimoji="1" lang="en-US" altLang="zh-CN" sz="1400" b="0" i="0" strike="noStrike" cap="none" normalizeH="0" baseline="0" dirty="0">
                <a:ln>
                  <a:noFill/>
                </a:ln>
                <a:solidFill>
                  <a:schemeClr val="bg2"/>
                </a:solidFill>
                <a:effectLst/>
                <a:latin typeface="+mn-lt"/>
                <a:ea typeface="宋体" pitchFamily="2" charset="-122"/>
              </a:rPr>
              <a:t>JNAME</a:t>
            </a:r>
            <a:endParaRPr kumimoji="1" lang="zh-CN" altLang="en-US" sz="1400" b="0" i="0" strike="noStrike" cap="none" normalizeH="0" baseline="0" dirty="0">
              <a:ln>
                <a:noFill/>
              </a:ln>
              <a:solidFill>
                <a:schemeClr val="bg2"/>
              </a:solidFill>
              <a:effectLst/>
              <a:latin typeface="+mn-lt"/>
              <a:ea typeface="宋体" pitchFamily="2" charset="-122"/>
            </a:endParaRPr>
          </a:p>
        </p:txBody>
      </p:sp>
      <p:sp>
        <p:nvSpPr>
          <p:cNvPr id="20" name="椭圆 19">
            <a:extLst>
              <a:ext uri="{FF2B5EF4-FFF2-40B4-BE49-F238E27FC236}">
                <a16:creationId xmlns:a16="http://schemas.microsoft.com/office/drawing/2014/main" id="{1A035932-A084-F84C-B22A-3FEA520DA873}"/>
              </a:ext>
            </a:extLst>
          </p:cNvPr>
          <p:cNvSpPr/>
          <p:nvPr/>
        </p:nvSpPr>
        <p:spPr bwMode="auto">
          <a:xfrm>
            <a:off x="3216563" y="2303099"/>
            <a:ext cx="592915" cy="288032"/>
          </a:xfrm>
          <a:prstGeom prst="ellipse">
            <a:avLst/>
          </a:prstGeom>
          <a:ln w="3175"/>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宋体" pitchFamily="2" charset="-122"/>
              <a:ea typeface="宋体" pitchFamily="2" charset="-122"/>
            </a:endParaRPr>
          </a:p>
        </p:txBody>
      </p:sp>
      <p:sp>
        <p:nvSpPr>
          <p:cNvPr id="21" name="文本框 20">
            <a:extLst>
              <a:ext uri="{FF2B5EF4-FFF2-40B4-BE49-F238E27FC236}">
                <a16:creationId xmlns:a16="http://schemas.microsoft.com/office/drawing/2014/main" id="{E9A4CDA7-26A6-3F42-A186-EFCFDE408A0E}"/>
              </a:ext>
            </a:extLst>
          </p:cNvPr>
          <p:cNvSpPr txBox="1"/>
          <p:nvPr/>
        </p:nvSpPr>
        <p:spPr>
          <a:xfrm>
            <a:off x="3166898" y="2299738"/>
            <a:ext cx="744465" cy="307777"/>
          </a:xfrm>
          <a:prstGeom prst="rect">
            <a:avLst/>
          </a:prstGeom>
          <a:noFill/>
        </p:spPr>
        <p:txBody>
          <a:bodyPr wrap="square">
            <a:spAutoFit/>
          </a:bodyPr>
          <a:lstStyle/>
          <a:p>
            <a:pPr marR="0" indent="11113" algn="just" defTabSz="914400" rtl="0" eaLnBrk="0" fontAlgn="base" latinLnBrk="0" hangingPunct="0">
              <a:lnSpc>
                <a:spcPct val="100000"/>
              </a:lnSpc>
              <a:spcBef>
                <a:spcPct val="0"/>
              </a:spcBef>
              <a:spcAft>
                <a:spcPct val="0"/>
              </a:spcAft>
              <a:buClrTx/>
              <a:buSzTx/>
              <a:buFontTx/>
              <a:buNone/>
            </a:pPr>
            <a:r>
              <a:rPr kumimoji="1" lang="en-US" altLang="zh-CN" sz="1400" b="0" i="0" strike="noStrike" cap="none" normalizeH="0" baseline="0" dirty="0">
                <a:ln>
                  <a:noFill/>
                </a:ln>
                <a:solidFill>
                  <a:schemeClr val="bg2"/>
                </a:solidFill>
                <a:effectLst/>
                <a:latin typeface="+mn-lt"/>
                <a:ea typeface="宋体" pitchFamily="2" charset="-122"/>
              </a:rPr>
              <a:t>DATE</a:t>
            </a:r>
            <a:endParaRPr kumimoji="1" lang="zh-CN" altLang="en-US" sz="1400" b="0" i="0" strike="noStrike" cap="none" normalizeH="0" baseline="0" dirty="0">
              <a:ln>
                <a:noFill/>
              </a:ln>
              <a:solidFill>
                <a:schemeClr val="bg2"/>
              </a:solidFill>
              <a:effectLst/>
              <a:latin typeface="+mn-lt"/>
              <a:ea typeface="宋体" pitchFamily="2" charset="-122"/>
            </a:endParaRPr>
          </a:p>
        </p:txBody>
      </p:sp>
      <p:cxnSp>
        <p:nvCxnSpPr>
          <p:cNvPr id="9" name="直线连接符 8">
            <a:extLst>
              <a:ext uri="{FF2B5EF4-FFF2-40B4-BE49-F238E27FC236}">
                <a16:creationId xmlns:a16="http://schemas.microsoft.com/office/drawing/2014/main" id="{6B2AF770-5202-E440-A5CE-E39DF5751ED6}"/>
              </a:ext>
            </a:extLst>
          </p:cNvPr>
          <p:cNvCxnSpPr>
            <a:stCxn id="17" idx="2"/>
          </p:cNvCxnSpPr>
          <p:nvPr/>
        </p:nvCxnSpPr>
        <p:spPr bwMode="auto">
          <a:xfrm flipH="1">
            <a:off x="2805795" y="2624489"/>
            <a:ext cx="1" cy="321060"/>
          </a:xfrm>
          <a:prstGeom prst="line">
            <a:avLst/>
          </a:prstGeom>
          <a:ln/>
        </p:spPr>
        <p:style>
          <a:lnRef idx="1">
            <a:schemeClr val="dk1"/>
          </a:lnRef>
          <a:fillRef idx="0">
            <a:schemeClr val="dk1"/>
          </a:fillRef>
          <a:effectRef idx="0">
            <a:schemeClr val="dk1"/>
          </a:effectRef>
          <a:fontRef idx="minor">
            <a:schemeClr val="tx1"/>
          </a:fontRef>
        </p:style>
      </p:cxnSp>
      <p:cxnSp>
        <p:nvCxnSpPr>
          <p:cNvPr id="13" name="直线连接符 12">
            <a:extLst>
              <a:ext uri="{FF2B5EF4-FFF2-40B4-BE49-F238E27FC236}">
                <a16:creationId xmlns:a16="http://schemas.microsoft.com/office/drawing/2014/main" id="{255363B0-B726-6F41-9147-AD3C7A37D59C}"/>
              </a:ext>
            </a:extLst>
          </p:cNvPr>
          <p:cNvCxnSpPr>
            <a:cxnSpLocks/>
          </p:cNvCxnSpPr>
          <p:nvPr/>
        </p:nvCxnSpPr>
        <p:spPr bwMode="auto">
          <a:xfrm flipH="1">
            <a:off x="3117116" y="2260674"/>
            <a:ext cx="14724" cy="684876"/>
          </a:xfrm>
          <a:prstGeom prst="line">
            <a:avLst/>
          </a:prstGeom>
          <a:ln/>
        </p:spPr>
        <p:style>
          <a:lnRef idx="1">
            <a:schemeClr val="dk1"/>
          </a:lnRef>
          <a:fillRef idx="0">
            <a:schemeClr val="dk1"/>
          </a:fillRef>
          <a:effectRef idx="0">
            <a:schemeClr val="dk1"/>
          </a:effectRef>
          <a:fontRef idx="minor">
            <a:schemeClr val="tx1"/>
          </a:fontRef>
        </p:style>
      </p:cxnSp>
      <p:cxnSp>
        <p:nvCxnSpPr>
          <p:cNvPr id="15" name="直线连接符 14">
            <a:extLst>
              <a:ext uri="{FF2B5EF4-FFF2-40B4-BE49-F238E27FC236}">
                <a16:creationId xmlns:a16="http://schemas.microsoft.com/office/drawing/2014/main" id="{CFF68AA0-C2BF-8047-9EE1-939F7DCD90DB}"/>
              </a:ext>
            </a:extLst>
          </p:cNvPr>
          <p:cNvCxnSpPr>
            <a:cxnSpLocks/>
            <a:stCxn id="21" idx="2"/>
          </p:cNvCxnSpPr>
          <p:nvPr/>
        </p:nvCxnSpPr>
        <p:spPr bwMode="auto">
          <a:xfrm flipH="1">
            <a:off x="3215615" y="2607515"/>
            <a:ext cx="323516" cy="352050"/>
          </a:xfrm>
          <a:prstGeom prst="line">
            <a:avLst/>
          </a:prstGeom>
          <a:ln/>
        </p:spPr>
        <p:style>
          <a:lnRef idx="1">
            <a:schemeClr val="dk1"/>
          </a:lnRef>
          <a:fillRef idx="0">
            <a:schemeClr val="dk1"/>
          </a:fillRef>
          <a:effectRef idx="0">
            <a:schemeClr val="dk1"/>
          </a:effectRef>
          <a:fontRef idx="minor">
            <a:schemeClr val="tx1"/>
          </a:fontRef>
        </p:style>
      </p:cxnSp>
      <p:sp>
        <p:nvSpPr>
          <p:cNvPr id="26" name="椭圆 25">
            <a:extLst>
              <a:ext uri="{FF2B5EF4-FFF2-40B4-BE49-F238E27FC236}">
                <a16:creationId xmlns:a16="http://schemas.microsoft.com/office/drawing/2014/main" id="{C3F6A7BE-1609-2D4E-881E-D618528AC4A5}"/>
              </a:ext>
            </a:extLst>
          </p:cNvPr>
          <p:cNvSpPr/>
          <p:nvPr/>
        </p:nvSpPr>
        <p:spPr bwMode="auto">
          <a:xfrm>
            <a:off x="5569490" y="1891276"/>
            <a:ext cx="854309" cy="288032"/>
          </a:xfrm>
          <a:prstGeom prst="ellipse">
            <a:avLst/>
          </a:prstGeom>
          <a:ln w="3175"/>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宋体" pitchFamily="2" charset="-122"/>
              <a:ea typeface="宋体" pitchFamily="2" charset="-122"/>
            </a:endParaRPr>
          </a:p>
        </p:txBody>
      </p:sp>
      <p:sp>
        <p:nvSpPr>
          <p:cNvPr id="31" name="文本框 30">
            <a:extLst>
              <a:ext uri="{FF2B5EF4-FFF2-40B4-BE49-F238E27FC236}">
                <a16:creationId xmlns:a16="http://schemas.microsoft.com/office/drawing/2014/main" id="{DA4DC49B-F373-834F-A74A-F05950510C50}"/>
              </a:ext>
            </a:extLst>
          </p:cNvPr>
          <p:cNvSpPr txBox="1"/>
          <p:nvPr/>
        </p:nvSpPr>
        <p:spPr>
          <a:xfrm>
            <a:off x="4411606" y="2208771"/>
            <a:ext cx="587915" cy="307777"/>
          </a:xfrm>
          <a:prstGeom prst="rect">
            <a:avLst/>
          </a:prstGeom>
          <a:noFill/>
        </p:spPr>
        <p:txBody>
          <a:bodyPr wrap="square">
            <a:spAutoFit/>
          </a:bodyPr>
          <a:lstStyle/>
          <a:p>
            <a:pPr marR="0" indent="11113" algn="just" defTabSz="914400" rtl="0" eaLnBrk="0" fontAlgn="base" latinLnBrk="0" hangingPunct="0">
              <a:lnSpc>
                <a:spcPct val="100000"/>
              </a:lnSpc>
              <a:spcBef>
                <a:spcPct val="0"/>
              </a:spcBef>
              <a:spcAft>
                <a:spcPct val="0"/>
              </a:spcAft>
              <a:buClrTx/>
              <a:buSzTx/>
              <a:buFontTx/>
              <a:buNone/>
            </a:pPr>
            <a:r>
              <a:rPr lang="en-US" altLang="zh-CN" sz="1400" dirty="0">
                <a:solidFill>
                  <a:schemeClr val="bg2"/>
                </a:solidFill>
                <a:latin typeface="+mn-lt"/>
              </a:rPr>
              <a:t>P</a:t>
            </a:r>
            <a:r>
              <a:rPr kumimoji="1" lang="en-US" altLang="zh-CN" sz="1400" b="0" i="0" strike="noStrike" cap="none" normalizeH="0" baseline="0" dirty="0">
                <a:ln>
                  <a:noFill/>
                </a:ln>
                <a:solidFill>
                  <a:schemeClr val="bg2"/>
                </a:solidFill>
                <a:effectLst/>
                <a:latin typeface="+mn-lt"/>
                <a:ea typeface="宋体" pitchFamily="2" charset="-122"/>
              </a:rPr>
              <a:t>NO</a:t>
            </a:r>
            <a:endParaRPr kumimoji="1" lang="zh-CN" altLang="en-US" sz="1400" b="0" i="0" strike="noStrike" cap="none" normalizeH="0" baseline="0" dirty="0">
              <a:ln>
                <a:noFill/>
              </a:ln>
              <a:solidFill>
                <a:schemeClr val="bg2"/>
              </a:solidFill>
              <a:effectLst/>
              <a:latin typeface="+mn-lt"/>
              <a:ea typeface="宋体" pitchFamily="2" charset="-122"/>
            </a:endParaRPr>
          </a:p>
        </p:txBody>
      </p:sp>
      <p:sp>
        <p:nvSpPr>
          <p:cNvPr id="32" name="椭圆 31">
            <a:extLst>
              <a:ext uri="{FF2B5EF4-FFF2-40B4-BE49-F238E27FC236}">
                <a16:creationId xmlns:a16="http://schemas.microsoft.com/office/drawing/2014/main" id="{368CD71D-9649-2440-9C79-03CEE7E6835E}"/>
              </a:ext>
            </a:extLst>
          </p:cNvPr>
          <p:cNvSpPr/>
          <p:nvPr/>
        </p:nvSpPr>
        <p:spPr bwMode="auto">
          <a:xfrm>
            <a:off x="4723613" y="1873546"/>
            <a:ext cx="766691" cy="288032"/>
          </a:xfrm>
          <a:prstGeom prst="ellipse">
            <a:avLst/>
          </a:prstGeom>
          <a:ln w="3175"/>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宋体" pitchFamily="2" charset="-122"/>
              <a:ea typeface="宋体" pitchFamily="2" charset="-122"/>
            </a:endParaRPr>
          </a:p>
        </p:txBody>
      </p:sp>
      <p:sp>
        <p:nvSpPr>
          <p:cNvPr id="33" name="文本框 32">
            <a:extLst>
              <a:ext uri="{FF2B5EF4-FFF2-40B4-BE49-F238E27FC236}">
                <a16:creationId xmlns:a16="http://schemas.microsoft.com/office/drawing/2014/main" id="{595764F9-BA67-1149-A854-BC81E25757D1}"/>
              </a:ext>
            </a:extLst>
          </p:cNvPr>
          <p:cNvSpPr txBox="1"/>
          <p:nvPr/>
        </p:nvSpPr>
        <p:spPr>
          <a:xfrm>
            <a:off x="4723613" y="1878767"/>
            <a:ext cx="897943" cy="307777"/>
          </a:xfrm>
          <a:prstGeom prst="rect">
            <a:avLst/>
          </a:prstGeom>
          <a:noFill/>
        </p:spPr>
        <p:txBody>
          <a:bodyPr wrap="square">
            <a:spAutoFit/>
          </a:bodyPr>
          <a:lstStyle/>
          <a:p>
            <a:pPr marR="0" indent="11113" algn="just" defTabSz="914400" rtl="0" eaLnBrk="0" fontAlgn="base" latinLnBrk="0" hangingPunct="0">
              <a:lnSpc>
                <a:spcPct val="100000"/>
              </a:lnSpc>
              <a:spcBef>
                <a:spcPct val="0"/>
              </a:spcBef>
              <a:spcAft>
                <a:spcPct val="0"/>
              </a:spcAft>
              <a:buClrTx/>
              <a:buSzTx/>
              <a:buFontTx/>
              <a:buNone/>
            </a:pPr>
            <a:r>
              <a:rPr kumimoji="1" lang="en-US" altLang="zh-CN" sz="1400" b="0" i="0" strike="noStrike" cap="none" normalizeH="0" baseline="0" dirty="0">
                <a:ln>
                  <a:noFill/>
                </a:ln>
                <a:solidFill>
                  <a:schemeClr val="bg2"/>
                </a:solidFill>
                <a:effectLst/>
                <a:latin typeface="+mn-lt"/>
                <a:ea typeface="宋体" pitchFamily="2" charset="-122"/>
              </a:rPr>
              <a:t>PNAME</a:t>
            </a:r>
            <a:endParaRPr kumimoji="1" lang="zh-CN" altLang="en-US" sz="1400" b="0" i="0" strike="noStrike" cap="none" normalizeH="0" baseline="0" dirty="0">
              <a:ln>
                <a:noFill/>
              </a:ln>
              <a:solidFill>
                <a:schemeClr val="bg2"/>
              </a:solidFill>
              <a:effectLst/>
              <a:latin typeface="+mn-lt"/>
              <a:ea typeface="宋体" pitchFamily="2" charset="-122"/>
            </a:endParaRPr>
          </a:p>
        </p:txBody>
      </p:sp>
      <p:sp>
        <p:nvSpPr>
          <p:cNvPr id="35" name="椭圆 34">
            <a:extLst>
              <a:ext uri="{FF2B5EF4-FFF2-40B4-BE49-F238E27FC236}">
                <a16:creationId xmlns:a16="http://schemas.microsoft.com/office/drawing/2014/main" id="{50833262-2669-7E49-9EAE-22AA0EEF7742}"/>
              </a:ext>
            </a:extLst>
          </p:cNvPr>
          <p:cNvSpPr/>
          <p:nvPr/>
        </p:nvSpPr>
        <p:spPr bwMode="auto">
          <a:xfrm>
            <a:off x="5750906" y="2268721"/>
            <a:ext cx="985694" cy="288032"/>
          </a:xfrm>
          <a:prstGeom prst="ellipse">
            <a:avLst/>
          </a:prstGeom>
          <a:ln w="3175"/>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宋体" pitchFamily="2" charset="-122"/>
              <a:ea typeface="宋体" pitchFamily="2" charset="-122"/>
            </a:endParaRPr>
          </a:p>
        </p:txBody>
      </p:sp>
      <p:sp>
        <p:nvSpPr>
          <p:cNvPr id="36" name="文本框 35">
            <a:extLst>
              <a:ext uri="{FF2B5EF4-FFF2-40B4-BE49-F238E27FC236}">
                <a16:creationId xmlns:a16="http://schemas.microsoft.com/office/drawing/2014/main" id="{46AE45AA-1AA3-EE4D-BA9C-BB6B92CC5B62}"/>
              </a:ext>
            </a:extLst>
          </p:cNvPr>
          <p:cNvSpPr txBox="1"/>
          <p:nvPr/>
        </p:nvSpPr>
        <p:spPr>
          <a:xfrm>
            <a:off x="5748992" y="2277144"/>
            <a:ext cx="1058691" cy="307777"/>
          </a:xfrm>
          <a:prstGeom prst="rect">
            <a:avLst/>
          </a:prstGeom>
          <a:noFill/>
        </p:spPr>
        <p:txBody>
          <a:bodyPr wrap="square">
            <a:spAutoFit/>
          </a:bodyPr>
          <a:lstStyle/>
          <a:p>
            <a:pPr marR="0" indent="11113" algn="just" defTabSz="914400" rtl="0" eaLnBrk="0" fontAlgn="base" latinLnBrk="0" hangingPunct="0">
              <a:lnSpc>
                <a:spcPct val="100000"/>
              </a:lnSpc>
              <a:spcBef>
                <a:spcPct val="0"/>
              </a:spcBef>
              <a:spcAft>
                <a:spcPct val="0"/>
              </a:spcAft>
              <a:buClrTx/>
              <a:buSzTx/>
              <a:buFontTx/>
              <a:buNone/>
            </a:pPr>
            <a:r>
              <a:rPr kumimoji="1" lang="en-US" altLang="zh-CN" sz="1400" b="0" i="0" strike="noStrike" cap="none" normalizeH="0" baseline="0" dirty="0">
                <a:ln>
                  <a:noFill/>
                </a:ln>
                <a:solidFill>
                  <a:schemeClr val="bg2"/>
                </a:solidFill>
                <a:effectLst/>
                <a:latin typeface="+mn-lt"/>
                <a:ea typeface="宋体" pitchFamily="2" charset="-122"/>
              </a:rPr>
              <a:t>WEIGHTE</a:t>
            </a:r>
            <a:endParaRPr kumimoji="1" lang="zh-CN" altLang="en-US" sz="1400" b="0" i="0" strike="noStrike" cap="none" normalizeH="0" baseline="0" dirty="0">
              <a:ln>
                <a:noFill/>
              </a:ln>
              <a:solidFill>
                <a:schemeClr val="bg2"/>
              </a:solidFill>
              <a:effectLst/>
              <a:latin typeface="+mn-lt"/>
              <a:ea typeface="宋体" pitchFamily="2" charset="-122"/>
            </a:endParaRPr>
          </a:p>
        </p:txBody>
      </p:sp>
      <p:cxnSp>
        <p:nvCxnSpPr>
          <p:cNvPr id="37" name="直线连接符 36">
            <a:extLst>
              <a:ext uri="{FF2B5EF4-FFF2-40B4-BE49-F238E27FC236}">
                <a16:creationId xmlns:a16="http://schemas.microsoft.com/office/drawing/2014/main" id="{0300C820-35B4-8947-B6E2-C3625BA5D609}"/>
              </a:ext>
            </a:extLst>
          </p:cNvPr>
          <p:cNvCxnSpPr>
            <a:cxnSpLocks/>
            <a:stCxn id="31" idx="2"/>
          </p:cNvCxnSpPr>
          <p:nvPr/>
        </p:nvCxnSpPr>
        <p:spPr bwMode="auto">
          <a:xfrm>
            <a:off x="4705564" y="2516548"/>
            <a:ext cx="696068" cy="429001"/>
          </a:xfrm>
          <a:prstGeom prst="line">
            <a:avLst/>
          </a:prstGeom>
          <a:ln/>
        </p:spPr>
        <p:style>
          <a:lnRef idx="1">
            <a:schemeClr val="dk1"/>
          </a:lnRef>
          <a:fillRef idx="0">
            <a:schemeClr val="dk1"/>
          </a:fillRef>
          <a:effectRef idx="0">
            <a:schemeClr val="dk1"/>
          </a:effectRef>
          <a:fontRef idx="minor">
            <a:schemeClr val="tx1"/>
          </a:fontRef>
        </p:style>
      </p:cxnSp>
      <p:cxnSp>
        <p:nvCxnSpPr>
          <p:cNvPr id="38" name="直线连接符 37">
            <a:extLst>
              <a:ext uri="{FF2B5EF4-FFF2-40B4-BE49-F238E27FC236}">
                <a16:creationId xmlns:a16="http://schemas.microsoft.com/office/drawing/2014/main" id="{132E83B2-E823-6E49-9E15-E0BEA655EE20}"/>
              </a:ext>
            </a:extLst>
          </p:cNvPr>
          <p:cNvCxnSpPr>
            <a:cxnSpLocks/>
          </p:cNvCxnSpPr>
          <p:nvPr/>
        </p:nvCxnSpPr>
        <p:spPr bwMode="auto">
          <a:xfrm>
            <a:off x="5121710" y="2176017"/>
            <a:ext cx="279922" cy="769532"/>
          </a:xfrm>
          <a:prstGeom prst="line">
            <a:avLst/>
          </a:prstGeom>
          <a:ln/>
        </p:spPr>
        <p:style>
          <a:lnRef idx="1">
            <a:schemeClr val="dk1"/>
          </a:lnRef>
          <a:fillRef idx="0">
            <a:schemeClr val="dk1"/>
          </a:fillRef>
          <a:effectRef idx="0">
            <a:schemeClr val="dk1"/>
          </a:effectRef>
          <a:fontRef idx="minor">
            <a:schemeClr val="tx1"/>
          </a:fontRef>
        </p:style>
      </p:cxnSp>
      <p:cxnSp>
        <p:nvCxnSpPr>
          <p:cNvPr id="39" name="直线连接符 38">
            <a:extLst>
              <a:ext uri="{FF2B5EF4-FFF2-40B4-BE49-F238E27FC236}">
                <a16:creationId xmlns:a16="http://schemas.microsoft.com/office/drawing/2014/main" id="{6BCE2063-DA87-694B-957C-699CD6715FAF}"/>
              </a:ext>
            </a:extLst>
          </p:cNvPr>
          <p:cNvCxnSpPr>
            <a:cxnSpLocks/>
            <a:stCxn id="36" idx="2"/>
          </p:cNvCxnSpPr>
          <p:nvPr/>
        </p:nvCxnSpPr>
        <p:spPr bwMode="auto">
          <a:xfrm flipH="1">
            <a:off x="5387633" y="2584921"/>
            <a:ext cx="890705" cy="368675"/>
          </a:xfrm>
          <a:prstGeom prst="line">
            <a:avLst/>
          </a:prstGeom>
          <a:ln/>
        </p:spPr>
        <p:style>
          <a:lnRef idx="1">
            <a:schemeClr val="dk1"/>
          </a:lnRef>
          <a:fillRef idx="0">
            <a:schemeClr val="dk1"/>
          </a:fillRef>
          <a:effectRef idx="0">
            <a:schemeClr val="dk1"/>
          </a:effectRef>
          <a:fontRef idx="minor">
            <a:schemeClr val="tx1"/>
          </a:fontRef>
        </p:style>
      </p:cxnSp>
      <p:sp>
        <p:nvSpPr>
          <p:cNvPr id="40" name="椭圆 39">
            <a:extLst>
              <a:ext uri="{FF2B5EF4-FFF2-40B4-BE49-F238E27FC236}">
                <a16:creationId xmlns:a16="http://schemas.microsoft.com/office/drawing/2014/main" id="{0FAED9DF-F118-A843-87E1-EFFAD6F7116E}"/>
              </a:ext>
            </a:extLst>
          </p:cNvPr>
          <p:cNvSpPr/>
          <p:nvPr/>
        </p:nvSpPr>
        <p:spPr bwMode="auto">
          <a:xfrm>
            <a:off x="7092280" y="2335441"/>
            <a:ext cx="576064" cy="288032"/>
          </a:xfrm>
          <a:prstGeom prst="ellipse">
            <a:avLst/>
          </a:prstGeom>
          <a:ln w="3175"/>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宋体" pitchFamily="2" charset="-122"/>
              <a:ea typeface="宋体" pitchFamily="2" charset="-122"/>
            </a:endParaRPr>
          </a:p>
        </p:txBody>
      </p:sp>
      <p:sp>
        <p:nvSpPr>
          <p:cNvPr id="41" name="文本框 40">
            <a:extLst>
              <a:ext uri="{FF2B5EF4-FFF2-40B4-BE49-F238E27FC236}">
                <a16:creationId xmlns:a16="http://schemas.microsoft.com/office/drawing/2014/main" id="{24A643C9-9143-2442-BC04-238F98DA02C6}"/>
              </a:ext>
            </a:extLst>
          </p:cNvPr>
          <p:cNvSpPr txBox="1"/>
          <p:nvPr/>
        </p:nvSpPr>
        <p:spPr>
          <a:xfrm>
            <a:off x="7132983" y="2324759"/>
            <a:ext cx="587915" cy="307777"/>
          </a:xfrm>
          <a:prstGeom prst="rect">
            <a:avLst/>
          </a:prstGeom>
          <a:noFill/>
        </p:spPr>
        <p:txBody>
          <a:bodyPr wrap="square">
            <a:spAutoFit/>
          </a:bodyPr>
          <a:lstStyle/>
          <a:p>
            <a:pPr marR="0" indent="11113" algn="just" defTabSz="914400" rtl="0" eaLnBrk="0" fontAlgn="base" latinLnBrk="0" hangingPunct="0">
              <a:lnSpc>
                <a:spcPct val="100000"/>
              </a:lnSpc>
              <a:spcBef>
                <a:spcPct val="0"/>
              </a:spcBef>
              <a:spcAft>
                <a:spcPct val="0"/>
              </a:spcAft>
              <a:buClrTx/>
              <a:buSzTx/>
              <a:buFontTx/>
              <a:buNone/>
            </a:pPr>
            <a:r>
              <a:rPr kumimoji="1" lang="en-US" altLang="zh-CN" sz="1400" b="0" i="0" strike="noStrike" cap="none" normalizeH="0" baseline="0" dirty="0">
                <a:ln>
                  <a:noFill/>
                </a:ln>
                <a:solidFill>
                  <a:schemeClr val="bg2"/>
                </a:solidFill>
                <a:effectLst/>
                <a:latin typeface="+mn-lt"/>
                <a:ea typeface="宋体" pitchFamily="2" charset="-122"/>
              </a:rPr>
              <a:t>SNO</a:t>
            </a:r>
            <a:endParaRPr kumimoji="1" lang="zh-CN" altLang="en-US" sz="1400" b="0" i="0" strike="noStrike" cap="none" normalizeH="0" baseline="0" dirty="0">
              <a:ln>
                <a:noFill/>
              </a:ln>
              <a:solidFill>
                <a:schemeClr val="bg2"/>
              </a:solidFill>
              <a:effectLst/>
              <a:latin typeface="+mn-lt"/>
              <a:ea typeface="宋体" pitchFamily="2" charset="-122"/>
            </a:endParaRPr>
          </a:p>
        </p:txBody>
      </p:sp>
      <p:sp>
        <p:nvSpPr>
          <p:cNvPr id="42" name="椭圆 41">
            <a:extLst>
              <a:ext uri="{FF2B5EF4-FFF2-40B4-BE49-F238E27FC236}">
                <a16:creationId xmlns:a16="http://schemas.microsoft.com/office/drawing/2014/main" id="{ECB64649-0AC6-984A-8917-C562C4762B74}"/>
              </a:ext>
            </a:extLst>
          </p:cNvPr>
          <p:cNvSpPr/>
          <p:nvPr/>
        </p:nvSpPr>
        <p:spPr bwMode="auto">
          <a:xfrm>
            <a:off x="7354888" y="1966250"/>
            <a:ext cx="766691" cy="288032"/>
          </a:xfrm>
          <a:prstGeom prst="ellipse">
            <a:avLst/>
          </a:prstGeom>
          <a:ln w="3175"/>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宋体" pitchFamily="2" charset="-122"/>
              <a:ea typeface="宋体" pitchFamily="2" charset="-122"/>
            </a:endParaRPr>
          </a:p>
        </p:txBody>
      </p:sp>
      <p:sp>
        <p:nvSpPr>
          <p:cNvPr id="43" name="文本框 42">
            <a:extLst>
              <a:ext uri="{FF2B5EF4-FFF2-40B4-BE49-F238E27FC236}">
                <a16:creationId xmlns:a16="http://schemas.microsoft.com/office/drawing/2014/main" id="{245E2B21-5BF6-E94E-8AC6-FC95B4BF4F29}"/>
              </a:ext>
            </a:extLst>
          </p:cNvPr>
          <p:cNvSpPr txBox="1"/>
          <p:nvPr/>
        </p:nvSpPr>
        <p:spPr>
          <a:xfrm>
            <a:off x="7354888" y="1971471"/>
            <a:ext cx="897943" cy="307777"/>
          </a:xfrm>
          <a:prstGeom prst="rect">
            <a:avLst/>
          </a:prstGeom>
          <a:noFill/>
        </p:spPr>
        <p:txBody>
          <a:bodyPr wrap="square">
            <a:spAutoFit/>
          </a:bodyPr>
          <a:lstStyle/>
          <a:p>
            <a:pPr marR="0" indent="11113" algn="just" defTabSz="914400" rtl="0" eaLnBrk="0" fontAlgn="base" latinLnBrk="0" hangingPunct="0">
              <a:lnSpc>
                <a:spcPct val="100000"/>
              </a:lnSpc>
              <a:spcBef>
                <a:spcPct val="0"/>
              </a:spcBef>
              <a:spcAft>
                <a:spcPct val="0"/>
              </a:spcAft>
              <a:buClrTx/>
              <a:buSzTx/>
              <a:buFontTx/>
              <a:buNone/>
            </a:pPr>
            <a:r>
              <a:rPr kumimoji="1" lang="en-US" altLang="zh-CN" sz="1400" b="0" i="0" strike="noStrike" cap="none" normalizeH="0" baseline="0" dirty="0">
                <a:ln>
                  <a:noFill/>
                </a:ln>
                <a:solidFill>
                  <a:schemeClr val="bg2"/>
                </a:solidFill>
                <a:effectLst/>
                <a:latin typeface="+mn-lt"/>
                <a:ea typeface="宋体" pitchFamily="2" charset="-122"/>
              </a:rPr>
              <a:t>SNAME</a:t>
            </a:r>
            <a:endParaRPr kumimoji="1" lang="zh-CN" altLang="en-US" sz="1400" b="0" i="0" strike="noStrike" cap="none" normalizeH="0" baseline="0" dirty="0">
              <a:ln>
                <a:noFill/>
              </a:ln>
              <a:solidFill>
                <a:schemeClr val="bg2"/>
              </a:solidFill>
              <a:effectLst/>
              <a:latin typeface="+mn-lt"/>
              <a:ea typeface="宋体" pitchFamily="2" charset="-122"/>
            </a:endParaRPr>
          </a:p>
        </p:txBody>
      </p:sp>
      <p:sp>
        <p:nvSpPr>
          <p:cNvPr id="44" name="椭圆 43">
            <a:extLst>
              <a:ext uri="{FF2B5EF4-FFF2-40B4-BE49-F238E27FC236}">
                <a16:creationId xmlns:a16="http://schemas.microsoft.com/office/drawing/2014/main" id="{3BD06616-410A-DD4A-A286-FA572CE5E8D0}"/>
              </a:ext>
            </a:extLst>
          </p:cNvPr>
          <p:cNvSpPr/>
          <p:nvPr/>
        </p:nvSpPr>
        <p:spPr bwMode="auto">
          <a:xfrm>
            <a:off x="7797354" y="2311146"/>
            <a:ext cx="754256" cy="288032"/>
          </a:xfrm>
          <a:prstGeom prst="ellipse">
            <a:avLst/>
          </a:prstGeom>
          <a:ln w="3175"/>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宋体" pitchFamily="2" charset="-122"/>
              <a:ea typeface="宋体" pitchFamily="2" charset="-122"/>
            </a:endParaRPr>
          </a:p>
        </p:txBody>
      </p:sp>
      <p:sp>
        <p:nvSpPr>
          <p:cNvPr id="45" name="文本框 44">
            <a:extLst>
              <a:ext uri="{FF2B5EF4-FFF2-40B4-BE49-F238E27FC236}">
                <a16:creationId xmlns:a16="http://schemas.microsoft.com/office/drawing/2014/main" id="{ED7D354E-003A-2C4C-8B7F-03BFCDF1B3EF}"/>
              </a:ext>
            </a:extLst>
          </p:cNvPr>
          <p:cNvSpPr txBox="1"/>
          <p:nvPr/>
        </p:nvSpPr>
        <p:spPr>
          <a:xfrm>
            <a:off x="7786637" y="2298500"/>
            <a:ext cx="897943" cy="307777"/>
          </a:xfrm>
          <a:prstGeom prst="rect">
            <a:avLst/>
          </a:prstGeom>
          <a:noFill/>
        </p:spPr>
        <p:txBody>
          <a:bodyPr wrap="square">
            <a:spAutoFit/>
          </a:bodyPr>
          <a:lstStyle/>
          <a:p>
            <a:pPr marR="0" indent="11113" algn="just" defTabSz="914400" rtl="0" eaLnBrk="0" fontAlgn="base" latinLnBrk="0" hangingPunct="0">
              <a:lnSpc>
                <a:spcPct val="100000"/>
              </a:lnSpc>
              <a:spcBef>
                <a:spcPct val="0"/>
              </a:spcBef>
              <a:spcAft>
                <a:spcPct val="0"/>
              </a:spcAft>
              <a:buClrTx/>
              <a:buSzTx/>
              <a:buFontTx/>
              <a:buNone/>
            </a:pPr>
            <a:r>
              <a:rPr kumimoji="1" lang="en-US" altLang="zh-CN" sz="1400" b="0" i="0" strike="noStrike" cap="none" normalizeH="0" baseline="0" dirty="0">
                <a:ln>
                  <a:noFill/>
                </a:ln>
                <a:solidFill>
                  <a:schemeClr val="bg2"/>
                </a:solidFill>
                <a:effectLst/>
                <a:latin typeface="+mn-lt"/>
                <a:ea typeface="宋体" pitchFamily="2" charset="-122"/>
              </a:rPr>
              <a:t>SADDR</a:t>
            </a:r>
            <a:endParaRPr kumimoji="1" lang="zh-CN" altLang="en-US" sz="1400" b="0" i="0" strike="noStrike" cap="none" normalizeH="0" baseline="0" dirty="0">
              <a:ln>
                <a:noFill/>
              </a:ln>
              <a:solidFill>
                <a:schemeClr val="bg2"/>
              </a:solidFill>
              <a:effectLst/>
              <a:latin typeface="+mn-lt"/>
              <a:ea typeface="宋体" pitchFamily="2" charset="-122"/>
            </a:endParaRPr>
          </a:p>
        </p:txBody>
      </p:sp>
      <p:cxnSp>
        <p:nvCxnSpPr>
          <p:cNvPr id="46" name="直线连接符 45">
            <a:extLst>
              <a:ext uri="{FF2B5EF4-FFF2-40B4-BE49-F238E27FC236}">
                <a16:creationId xmlns:a16="http://schemas.microsoft.com/office/drawing/2014/main" id="{489467C0-0112-514C-BEB3-724050C63772}"/>
              </a:ext>
            </a:extLst>
          </p:cNvPr>
          <p:cNvCxnSpPr>
            <a:cxnSpLocks/>
            <a:stCxn id="41" idx="2"/>
          </p:cNvCxnSpPr>
          <p:nvPr/>
        </p:nvCxnSpPr>
        <p:spPr bwMode="auto">
          <a:xfrm>
            <a:off x="7426941" y="2632536"/>
            <a:ext cx="287570" cy="344225"/>
          </a:xfrm>
          <a:prstGeom prst="line">
            <a:avLst/>
          </a:prstGeom>
          <a:ln/>
        </p:spPr>
        <p:style>
          <a:lnRef idx="1">
            <a:schemeClr val="dk1"/>
          </a:lnRef>
          <a:fillRef idx="0">
            <a:schemeClr val="dk1"/>
          </a:fillRef>
          <a:effectRef idx="0">
            <a:schemeClr val="dk1"/>
          </a:effectRef>
          <a:fontRef idx="minor">
            <a:schemeClr val="tx1"/>
          </a:fontRef>
        </p:style>
      </p:cxnSp>
      <p:cxnSp>
        <p:nvCxnSpPr>
          <p:cNvPr id="47" name="直线连接符 46">
            <a:extLst>
              <a:ext uri="{FF2B5EF4-FFF2-40B4-BE49-F238E27FC236}">
                <a16:creationId xmlns:a16="http://schemas.microsoft.com/office/drawing/2014/main" id="{AC9F16B9-630B-B14D-A78A-58BBC1AF5622}"/>
              </a:ext>
            </a:extLst>
          </p:cNvPr>
          <p:cNvCxnSpPr>
            <a:cxnSpLocks/>
          </p:cNvCxnSpPr>
          <p:nvPr/>
        </p:nvCxnSpPr>
        <p:spPr bwMode="auto">
          <a:xfrm flipH="1">
            <a:off x="7724253" y="2281035"/>
            <a:ext cx="14724" cy="684876"/>
          </a:xfrm>
          <a:prstGeom prst="line">
            <a:avLst/>
          </a:prstGeom>
          <a:ln/>
        </p:spPr>
        <p:style>
          <a:lnRef idx="1">
            <a:schemeClr val="dk1"/>
          </a:lnRef>
          <a:fillRef idx="0">
            <a:schemeClr val="dk1"/>
          </a:fillRef>
          <a:effectRef idx="0">
            <a:schemeClr val="dk1"/>
          </a:effectRef>
          <a:fontRef idx="minor">
            <a:schemeClr val="tx1"/>
          </a:fontRef>
        </p:style>
      </p:cxnSp>
      <p:cxnSp>
        <p:nvCxnSpPr>
          <p:cNvPr id="48" name="直线连接符 47">
            <a:extLst>
              <a:ext uri="{FF2B5EF4-FFF2-40B4-BE49-F238E27FC236}">
                <a16:creationId xmlns:a16="http://schemas.microsoft.com/office/drawing/2014/main" id="{383D4231-80E7-A74E-A60F-C6568009F061}"/>
              </a:ext>
            </a:extLst>
          </p:cNvPr>
          <p:cNvCxnSpPr>
            <a:cxnSpLocks/>
            <a:stCxn id="45" idx="2"/>
          </p:cNvCxnSpPr>
          <p:nvPr/>
        </p:nvCxnSpPr>
        <p:spPr bwMode="auto">
          <a:xfrm flipH="1">
            <a:off x="7714511" y="2606277"/>
            <a:ext cx="521098" cy="363667"/>
          </a:xfrm>
          <a:prstGeom prst="line">
            <a:avLst/>
          </a:prstGeom>
          <a:ln/>
        </p:spPr>
        <p:style>
          <a:lnRef idx="1">
            <a:schemeClr val="dk1"/>
          </a:lnRef>
          <a:fillRef idx="0">
            <a:schemeClr val="dk1"/>
          </a:fillRef>
          <a:effectRef idx="0">
            <a:schemeClr val="dk1"/>
          </a:effectRef>
          <a:fontRef idx="minor">
            <a:schemeClr val="tx1"/>
          </a:fontRef>
        </p:style>
      </p:cxnSp>
      <p:sp>
        <p:nvSpPr>
          <p:cNvPr id="51" name="文本框 50">
            <a:extLst>
              <a:ext uri="{FF2B5EF4-FFF2-40B4-BE49-F238E27FC236}">
                <a16:creationId xmlns:a16="http://schemas.microsoft.com/office/drawing/2014/main" id="{91F49838-99D0-B345-B32E-E8CE27B6168B}"/>
              </a:ext>
            </a:extLst>
          </p:cNvPr>
          <p:cNvSpPr txBox="1"/>
          <p:nvPr/>
        </p:nvSpPr>
        <p:spPr>
          <a:xfrm>
            <a:off x="5595570" y="1893682"/>
            <a:ext cx="824323" cy="307777"/>
          </a:xfrm>
          <a:prstGeom prst="rect">
            <a:avLst/>
          </a:prstGeom>
          <a:noFill/>
        </p:spPr>
        <p:txBody>
          <a:bodyPr wrap="square">
            <a:spAutoFit/>
          </a:bodyPr>
          <a:lstStyle/>
          <a:p>
            <a:pPr marR="0" indent="11113" algn="just" defTabSz="914400" rtl="0" eaLnBrk="0" fontAlgn="base" latinLnBrk="0" hangingPunct="0">
              <a:lnSpc>
                <a:spcPct val="100000"/>
              </a:lnSpc>
              <a:spcBef>
                <a:spcPct val="0"/>
              </a:spcBef>
              <a:spcAft>
                <a:spcPct val="0"/>
              </a:spcAft>
              <a:buClrTx/>
              <a:buSzTx/>
              <a:buFontTx/>
              <a:buNone/>
            </a:pPr>
            <a:r>
              <a:rPr kumimoji="1" lang="en-US" altLang="zh-CN" sz="1400" b="0" i="0" strike="noStrike" cap="none" normalizeH="0" baseline="0" dirty="0">
                <a:ln>
                  <a:noFill/>
                </a:ln>
                <a:solidFill>
                  <a:schemeClr val="bg2"/>
                </a:solidFill>
                <a:effectLst/>
                <a:latin typeface="+mn-lt"/>
                <a:ea typeface="宋体" pitchFamily="2" charset="-122"/>
              </a:rPr>
              <a:t>COLOR</a:t>
            </a:r>
            <a:endParaRPr kumimoji="1" lang="zh-CN" altLang="en-US" sz="1400" b="0" i="0" strike="noStrike" cap="none" normalizeH="0" baseline="0" dirty="0">
              <a:ln>
                <a:noFill/>
              </a:ln>
              <a:solidFill>
                <a:schemeClr val="bg2"/>
              </a:solidFill>
              <a:effectLst/>
              <a:latin typeface="+mn-lt"/>
              <a:ea typeface="宋体" pitchFamily="2" charset="-122"/>
            </a:endParaRPr>
          </a:p>
        </p:txBody>
      </p:sp>
      <p:cxnSp>
        <p:nvCxnSpPr>
          <p:cNvPr id="52" name="直线连接符 51">
            <a:extLst>
              <a:ext uri="{FF2B5EF4-FFF2-40B4-BE49-F238E27FC236}">
                <a16:creationId xmlns:a16="http://schemas.microsoft.com/office/drawing/2014/main" id="{7968F84C-75E0-2D41-A8C7-C562B4BCD86E}"/>
              </a:ext>
            </a:extLst>
          </p:cNvPr>
          <p:cNvCxnSpPr>
            <a:cxnSpLocks/>
          </p:cNvCxnSpPr>
          <p:nvPr/>
        </p:nvCxnSpPr>
        <p:spPr bwMode="auto">
          <a:xfrm flipH="1">
            <a:off x="5401632" y="2125359"/>
            <a:ext cx="273901" cy="820190"/>
          </a:xfrm>
          <a:prstGeom prst="line">
            <a:avLst/>
          </a:prstGeom>
          <a:ln/>
        </p:spPr>
        <p:style>
          <a:lnRef idx="1">
            <a:schemeClr val="dk1"/>
          </a:lnRef>
          <a:fillRef idx="0">
            <a:schemeClr val="dk1"/>
          </a:fillRef>
          <a:effectRef idx="0">
            <a:schemeClr val="dk1"/>
          </a:effectRef>
          <a:fontRef idx="minor">
            <a:schemeClr val="tx1"/>
          </a:fontRef>
        </p:style>
      </p:cxnSp>
      <p:sp>
        <p:nvSpPr>
          <p:cNvPr id="55" name="文本框 54">
            <a:extLst>
              <a:ext uri="{FF2B5EF4-FFF2-40B4-BE49-F238E27FC236}">
                <a16:creationId xmlns:a16="http://schemas.microsoft.com/office/drawing/2014/main" id="{3E189D09-4965-E94B-B1AD-B8E73F99FE4B}"/>
              </a:ext>
            </a:extLst>
          </p:cNvPr>
          <p:cNvSpPr txBox="1"/>
          <p:nvPr/>
        </p:nvSpPr>
        <p:spPr>
          <a:xfrm>
            <a:off x="9140845" y="3590693"/>
            <a:ext cx="184731" cy="734625"/>
          </a:xfrm>
          <a:prstGeom prst="rect">
            <a:avLst/>
          </a:prstGeom>
          <a:noFill/>
        </p:spPr>
        <p:txBody>
          <a:bodyPr wrap="none" rtlCol="0">
            <a:spAutoFit/>
          </a:bodyPr>
          <a:lstStyle/>
          <a:p>
            <a:endParaRPr kumimoji="1" lang="zh-CN" altLang="en-US" dirty="0"/>
          </a:p>
        </p:txBody>
      </p:sp>
      <p:sp>
        <p:nvSpPr>
          <p:cNvPr id="56" name="文本框 55">
            <a:extLst>
              <a:ext uri="{FF2B5EF4-FFF2-40B4-BE49-F238E27FC236}">
                <a16:creationId xmlns:a16="http://schemas.microsoft.com/office/drawing/2014/main" id="{B6B1F0E0-CD92-C542-BCF9-464086EA56E6}"/>
              </a:ext>
            </a:extLst>
          </p:cNvPr>
          <p:cNvSpPr txBox="1"/>
          <p:nvPr/>
        </p:nvSpPr>
        <p:spPr>
          <a:xfrm>
            <a:off x="3749306" y="3904299"/>
            <a:ext cx="927316" cy="307777"/>
          </a:xfrm>
          <a:prstGeom prst="rect">
            <a:avLst/>
          </a:prstGeom>
          <a:noFill/>
        </p:spPr>
        <p:txBody>
          <a:bodyPr wrap="square">
            <a:spAutoFit/>
          </a:bodyPr>
          <a:lstStyle/>
          <a:p>
            <a:pPr marR="0" indent="11113" algn="just" defTabSz="914400" rtl="0" eaLnBrk="0" fontAlgn="base" latinLnBrk="0" hangingPunct="0">
              <a:lnSpc>
                <a:spcPct val="100000"/>
              </a:lnSpc>
              <a:spcBef>
                <a:spcPct val="0"/>
              </a:spcBef>
              <a:spcAft>
                <a:spcPct val="0"/>
              </a:spcAft>
              <a:buClrTx/>
              <a:buSzTx/>
              <a:buFontTx/>
              <a:buNone/>
            </a:pPr>
            <a:r>
              <a:rPr kumimoji="1" lang="en-US" altLang="zh-CN" sz="1400" b="0" i="0" strike="noStrike" cap="none" normalizeH="0" baseline="0" dirty="0">
                <a:ln>
                  <a:noFill/>
                </a:ln>
                <a:solidFill>
                  <a:schemeClr val="bg2"/>
                </a:solidFill>
                <a:effectLst/>
                <a:latin typeface="+mn-lt"/>
                <a:ea typeface="宋体" pitchFamily="2" charset="-122"/>
              </a:rPr>
              <a:t>TOTAL</a:t>
            </a:r>
            <a:endParaRPr kumimoji="1" lang="zh-CN" altLang="en-US" sz="1400" b="0" i="0" strike="noStrike" cap="none" normalizeH="0" baseline="0" dirty="0">
              <a:ln>
                <a:noFill/>
              </a:ln>
              <a:solidFill>
                <a:schemeClr val="bg2"/>
              </a:solidFill>
              <a:effectLst/>
              <a:latin typeface="+mn-lt"/>
              <a:ea typeface="宋体" pitchFamily="2" charset="-122"/>
            </a:endParaRPr>
          </a:p>
        </p:txBody>
      </p:sp>
      <p:cxnSp>
        <p:nvCxnSpPr>
          <p:cNvPr id="57" name="直线连接符 56">
            <a:extLst>
              <a:ext uri="{FF2B5EF4-FFF2-40B4-BE49-F238E27FC236}">
                <a16:creationId xmlns:a16="http://schemas.microsoft.com/office/drawing/2014/main" id="{844604AC-23B1-A34D-B8DC-604683A9771A}"/>
              </a:ext>
            </a:extLst>
          </p:cNvPr>
          <p:cNvCxnSpPr>
            <a:cxnSpLocks/>
            <a:stCxn id="56" idx="0"/>
          </p:cNvCxnSpPr>
          <p:nvPr/>
        </p:nvCxnSpPr>
        <p:spPr bwMode="auto">
          <a:xfrm flipV="1">
            <a:off x="4212964" y="3433411"/>
            <a:ext cx="37457" cy="470888"/>
          </a:xfrm>
          <a:prstGeom prst="line">
            <a:avLst/>
          </a:prstGeom>
          <a:ln/>
        </p:spPr>
        <p:style>
          <a:lnRef idx="1">
            <a:schemeClr val="dk1"/>
          </a:lnRef>
          <a:fillRef idx="0">
            <a:schemeClr val="dk1"/>
          </a:fillRef>
          <a:effectRef idx="0">
            <a:schemeClr val="dk1"/>
          </a:effectRef>
          <a:fontRef idx="minor">
            <a:schemeClr val="tx1"/>
          </a:fontRef>
        </p:style>
      </p:cxnSp>
      <p:sp>
        <p:nvSpPr>
          <p:cNvPr id="64" name="椭圆 63">
            <a:extLst>
              <a:ext uri="{FF2B5EF4-FFF2-40B4-BE49-F238E27FC236}">
                <a16:creationId xmlns:a16="http://schemas.microsoft.com/office/drawing/2014/main" id="{067827C5-D97E-3F49-A534-25687AC4F56B}"/>
              </a:ext>
            </a:extLst>
          </p:cNvPr>
          <p:cNvSpPr/>
          <p:nvPr/>
        </p:nvSpPr>
        <p:spPr bwMode="auto">
          <a:xfrm>
            <a:off x="6004522" y="3905855"/>
            <a:ext cx="1093684" cy="288032"/>
          </a:xfrm>
          <a:prstGeom prst="ellipse">
            <a:avLst/>
          </a:prstGeom>
          <a:ln w="3175"/>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宋体" pitchFamily="2" charset="-122"/>
              <a:ea typeface="宋体" pitchFamily="2" charset="-122"/>
            </a:endParaRPr>
          </a:p>
        </p:txBody>
      </p:sp>
      <p:sp>
        <p:nvSpPr>
          <p:cNvPr id="65" name="文本框 64">
            <a:extLst>
              <a:ext uri="{FF2B5EF4-FFF2-40B4-BE49-F238E27FC236}">
                <a16:creationId xmlns:a16="http://schemas.microsoft.com/office/drawing/2014/main" id="{B66EED1E-DF96-714E-8123-66F73A8A8411}"/>
              </a:ext>
            </a:extLst>
          </p:cNvPr>
          <p:cNvSpPr txBox="1"/>
          <p:nvPr/>
        </p:nvSpPr>
        <p:spPr>
          <a:xfrm>
            <a:off x="6019011" y="3909438"/>
            <a:ext cx="1315884" cy="307777"/>
          </a:xfrm>
          <a:prstGeom prst="rect">
            <a:avLst/>
          </a:prstGeom>
          <a:noFill/>
        </p:spPr>
        <p:txBody>
          <a:bodyPr wrap="square">
            <a:spAutoFit/>
          </a:bodyPr>
          <a:lstStyle/>
          <a:p>
            <a:pPr marR="0" indent="11113" algn="just" defTabSz="914400" rtl="0" eaLnBrk="0" fontAlgn="base" latinLnBrk="0" hangingPunct="0">
              <a:lnSpc>
                <a:spcPct val="100000"/>
              </a:lnSpc>
              <a:spcBef>
                <a:spcPct val="0"/>
              </a:spcBef>
              <a:spcAft>
                <a:spcPct val="0"/>
              </a:spcAft>
              <a:buClrTx/>
              <a:buSzTx/>
              <a:buFontTx/>
              <a:buNone/>
            </a:pPr>
            <a:r>
              <a:rPr kumimoji="1" lang="en-US" altLang="zh-CN" sz="1400" b="0" i="0" strike="noStrike" cap="none" normalizeH="0" baseline="0" dirty="0">
                <a:ln>
                  <a:noFill/>
                </a:ln>
                <a:solidFill>
                  <a:schemeClr val="bg2"/>
                </a:solidFill>
                <a:effectLst/>
                <a:latin typeface="+mn-lt"/>
                <a:ea typeface="宋体" pitchFamily="2" charset="-122"/>
              </a:rPr>
              <a:t>QUANTITY</a:t>
            </a:r>
            <a:endParaRPr kumimoji="1" lang="zh-CN" altLang="en-US" sz="1400" b="0" i="0" strike="noStrike" cap="none" normalizeH="0" baseline="0" dirty="0">
              <a:ln>
                <a:noFill/>
              </a:ln>
              <a:solidFill>
                <a:schemeClr val="bg2"/>
              </a:solidFill>
              <a:effectLst/>
              <a:latin typeface="+mn-lt"/>
              <a:ea typeface="宋体" pitchFamily="2" charset="-122"/>
            </a:endParaRPr>
          </a:p>
        </p:txBody>
      </p:sp>
      <p:cxnSp>
        <p:nvCxnSpPr>
          <p:cNvPr id="66" name="直线连接符 65">
            <a:extLst>
              <a:ext uri="{FF2B5EF4-FFF2-40B4-BE49-F238E27FC236}">
                <a16:creationId xmlns:a16="http://schemas.microsoft.com/office/drawing/2014/main" id="{3D54EC17-53FD-2E43-8889-2FE348A6D1F5}"/>
              </a:ext>
            </a:extLst>
          </p:cNvPr>
          <p:cNvCxnSpPr>
            <a:cxnSpLocks/>
            <a:stCxn id="65" idx="0"/>
          </p:cNvCxnSpPr>
          <p:nvPr/>
        </p:nvCxnSpPr>
        <p:spPr bwMode="auto">
          <a:xfrm flipH="1" flipV="1">
            <a:off x="6520126" y="3438550"/>
            <a:ext cx="156827" cy="470888"/>
          </a:xfrm>
          <a:prstGeom prst="line">
            <a:avLst/>
          </a:prstGeom>
          <a:ln/>
        </p:spPr>
        <p:style>
          <a:lnRef idx="1">
            <a:schemeClr val="dk1"/>
          </a:lnRef>
          <a:fillRef idx="0">
            <a:schemeClr val="dk1"/>
          </a:fillRef>
          <a:effectRef idx="0">
            <a:schemeClr val="dk1"/>
          </a:effectRef>
          <a:fontRef idx="minor">
            <a:schemeClr val="tx1"/>
          </a:fontRef>
        </p:style>
      </p:cxnSp>
      <p:sp>
        <p:nvSpPr>
          <p:cNvPr id="69" name="矩形 68">
            <a:extLst>
              <a:ext uri="{FF2B5EF4-FFF2-40B4-BE49-F238E27FC236}">
                <a16:creationId xmlns:a16="http://schemas.microsoft.com/office/drawing/2014/main" id="{73CF7C4D-FD33-5F48-AC06-5016C8C52CFE}"/>
              </a:ext>
            </a:extLst>
          </p:cNvPr>
          <p:cNvSpPr/>
          <p:nvPr/>
        </p:nvSpPr>
        <p:spPr bwMode="auto">
          <a:xfrm>
            <a:off x="5077596" y="2945549"/>
            <a:ext cx="648072" cy="453976"/>
          </a:xfrm>
          <a:prstGeom prst="rect">
            <a:avLst/>
          </a:prstGeom>
          <a:ln/>
        </p:spPr>
        <p:style>
          <a:lnRef idx="2">
            <a:schemeClr val="dk1"/>
          </a:lnRef>
          <a:fillRef idx="1">
            <a:schemeClr val="lt1"/>
          </a:fillRef>
          <a:effectRef idx="0">
            <a:schemeClr val="dk1"/>
          </a:effectRef>
          <a:fontRef idx="minor">
            <a:schemeClr val="dk1"/>
          </a:fontRef>
        </p:style>
        <p:txBody>
          <a:bodyPr vert="horz" wrap="square" lIns="18000" tIns="36000" rIns="36000" bIns="36000" numCol="1" rtlCol="0" anchor="ctr" anchorCtr="0" compatLnSpc="1">
            <a:prstTxWarp prst="textNoShape">
              <a:avLst/>
            </a:prstTxWarp>
            <a:noAutofit/>
          </a:bodyPr>
          <a:lstStyle/>
          <a:p>
            <a:pPr marR="0" indent="11113" algn="ctr" defTabSz="914400" rtl="0" eaLnBrk="0" fontAlgn="base" latinLnBrk="0" hangingPunct="0">
              <a:lnSpc>
                <a:spcPct val="100000"/>
              </a:lnSpc>
              <a:spcBef>
                <a:spcPct val="0"/>
              </a:spcBef>
              <a:spcAft>
                <a:spcPct val="0"/>
              </a:spcAft>
              <a:buClrTx/>
              <a:buSzTx/>
              <a:buFontTx/>
              <a:buNone/>
            </a:pPr>
            <a:r>
              <a:rPr lang="en-US" altLang="zh-CN" sz="2000" dirty="0">
                <a:solidFill>
                  <a:schemeClr val="bg2"/>
                </a:solidFill>
                <a:ea typeface="宋体" pitchFamily="2" charset="-122"/>
              </a:rPr>
              <a:t>Part</a:t>
            </a:r>
            <a:endParaRPr kumimoji="1" lang="zh-CN" altLang="en-US" sz="2000" b="0" i="0" u="none" strike="noStrike" cap="none" normalizeH="0" baseline="0" dirty="0">
              <a:ln>
                <a:noFill/>
              </a:ln>
              <a:solidFill>
                <a:schemeClr val="bg2"/>
              </a:solidFill>
              <a:effectLst/>
              <a:ea typeface="宋体" pitchFamily="2" charset="-122"/>
            </a:endParaRPr>
          </a:p>
        </p:txBody>
      </p:sp>
      <p:sp>
        <p:nvSpPr>
          <p:cNvPr id="70" name="菱形 69">
            <a:extLst>
              <a:ext uri="{FF2B5EF4-FFF2-40B4-BE49-F238E27FC236}">
                <a16:creationId xmlns:a16="http://schemas.microsoft.com/office/drawing/2014/main" id="{592472EF-8086-034D-822F-4AB0DBCB5792}"/>
              </a:ext>
            </a:extLst>
          </p:cNvPr>
          <p:cNvSpPr/>
          <p:nvPr/>
        </p:nvSpPr>
        <p:spPr bwMode="auto">
          <a:xfrm>
            <a:off x="3878188" y="2893737"/>
            <a:ext cx="744466" cy="539674"/>
          </a:xfrm>
          <a:prstGeom prst="diamond">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noAutofit/>
          </a:bodyPr>
          <a:lstStyle/>
          <a:p>
            <a:pPr marR="0" indent="11113" algn="just" defTabSz="914400" rtl="0" eaLnBrk="0" fontAlgn="base" latinLnBrk="0" hangingPunct="0">
              <a:lnSpc>
                <a:spcPct val="100000"/>
              </a:lnSpc>
              <a:spcBef>
                <a:spcPct val="0"/>
              </a:spcBef>
              <a:spcAft>
                <a:spcPct val="0"/>
              </a:spcAft>
              <a:buClrTx/>
              <a:buSzTx/>
              <a:buFontTx/>
              <a:buNone/>
            </a:pPr>
            <a:endParaRPr kumimoji="1" lang="zh-CN" altLang="en-US" sz="1800" b="0" i="0" u="none" strike="noStrike" cap="none" normalizeH="0" baseline="0" dirty="0">
              <a:ln>
                <a:noFill/>
              </a:ln>
              <a:solidFill>
                <a:schemeClr val="bg2"/>
              </a:solidFill>
              <a:effectLst/>
              <a:latin typeface="宋体" pitchFamily="2" charset="-122"/>
              <a:ea typeface="宋体" pitchFamily="2" charset="-122"/>
            </a:endParaRPr>
          </a:p>
        </p:txBody>
      </p:sp>
      <p:sp>
        <p:nvSpPr>
          <p:cNvPr id="71" name="文本框 70">
            <a:extLst>
              <a:ext uri="{FF2B5EF4-FFF2-40B4-BE49-F238E27FC236}">
                <a16:creationId xmlns:a16="http://schemas.microsoft.com/office/drawing/2014/main" id="{0F8EEFC1-7B7E-594B-9831-FB95702C7535}"/>
              </a:ext>
            </a:extLst>
          </p:cNvPr>
          <p:cNvSpPr txBox="1"/>
          <p:nvPr/>
        </p:nvSpPr>
        <p:spPr>
          <a:xfrm>
            <a:off x="3999076" y="2978908"/>
            <a:ext cx="587915" cy="369332"/>
          </a:xfrm>
          <a:prstGeom prst="rect">
            <a:avLst/>
          </a:prstGeom>
          <a:noFill/>
        </p:spPr>
        <p:txBody>
          <a:bodyPr wrap="square">
            <a:spAutoFit/>
          </a:bodyPr>
          <a:lstStyle/>
          <a:p>
            <a:pPr marR="0" indent="11113" algn="just" defTabSz="914400" rtl="0" eaLnBrk="0" fontAlgn="base" latinLnBrk="0" hangingPunct="0">
              <a:lnSpc>
                <a:spcPct val="100000"/>
              </a:lnSpc>
              <a:spcBef>
                <a:spcPct val="0"/>
              </a:spcBef>
              <a:spcAft>
                <a:spcPct val="0"/>
              </a:spcAft>
              <a:buClrTx/>
              <a:buSzTx/>
              <a:buFontTx/>
              <a:buNone/>
            </a:pPr>
            <a:r>
              <a:rPr kumimoji="1" lang="en-US" altLang="zh-CN" sz="1800" b="0" i="0" u="none" strike="noStrike" cap="none" normalizeH="0" baseline="0" dirty="0">
                <a:ln>
                  <a:noFill/>
                </a:ln>
                <a:solidFill>
                  <a:schemeClr val="bg2"/>
                </a:solidFill>
                <a:effectLst/>
                <a:latin typeface="+mn-lt"/>
                <a:ea typeface="宋体" pitchFamily="2" charset="-122"/>
              </a:rPr>
              <a:t>P_P</a:t>
            </a:r>
            <a:endParaRPr kumimoji="1" lang="zh-CN" altLang="en-US" sz="1800" b="0" i="0" u="none" strike="noStrike" cap="none" normalizeH="0" baseline="0" dirty="0">
              <a:ln>
                <a:noFill/>
              </a:ln>
              <a:solidFill>
                <a:schemeClr val="bg2"/>
              </a:solidFill>
              <a:effectLst/>
              <a:latin typeface="+mn-lt"/>
              <a:ea typeface="宋体" pitchFamily="2" charset="-122"/>
            </a:endParaRPr>
          </a:p>
        </p:txBody>
      </p:sp>
      <p:cxnSp>
        <p:nvCxnSpPr>
          <p:cNvPr id="72" name="直线连接符 71">
            <a:extLst>
              <a:ext uri="{FF2B5EF4-FFF2-40B4-BE49-F238E27FC236}">
                <a16:creationId xmlns:a16="http://schemas.microsoft.com/office/drawing/2014/main" id="{542E6AFF-F765-7D40-8EC2-EC7469EEAB57}"/>
              </a:ext>
            </a:extLst>
          </p:cNvPr>
          <p:cNvCxnSpPr>
            <a:cxnSpLocks/>
            <a:endCxn id="70" idx="1"/>
          </p:cNvCxnSpPr>
          <p:nvPr/>
        </p:nvCxnSpPr>
        <p:spPr bwMode="auto">
          <a:xfrm flipV="1">
            <a:off x="3470868" y="3163574"/>
            <a:ext cx="407320" cy="8964"/>
          </a:xfrm>
          <a:prstGeom prst="line">
            <a:avLst/>
          </a:prstGeom>
          <a:ln/>
        </p:spPr>
        <p:style>
          <a:lnRef idx="1">
            <a:schemeClr val="dk1"/>
          </a:lnRef>
          <a:fillRef idx="0">
            <a:schemeClr val="dk1"/>
          </a:fillRef>
          <a:effectRef idx="0">
            <a:schemeClr val="dk1"/>
          </a:effectRef>
          <a:fontRef idx="minor">
            <a:schemeClr val="tx1"/>
          </a:fontRef>
        </p:style>
      </p:cxnSp>
      <p:cxnSp>
        <p:nvCxnSpPr>
          <p:cNvPr id="73" name="直线连接符 72">
            <a:extLst>
              <a:ext uri="{FF2B5EF4-FFF2-40B4-BE49-F238E27FC236}">
                <a16:creationId xmlns:a16="http://schemas.microsoft.com/office/drawing/2014/main" id="{8FB77E88-8176-7A42-A36B-62BD0671AEAE}"/>
              </a:ext>
            </a:extLst>
          </p:cNvPr>
          <p:cNvCxnSpPr>
            <a:cxnSpLocks/>
            <a:stCxn id="70" idx="3"/>
          </p:cNvCxnSpPr>
          <p:nvPr/>
        </p:nvCxnSpPr>
        <p:spPr bwMode="auto">
          <a:xfrm flipV="1">
            <a:off x="4622654" y="3154610"/>
            <a:ext cx="454942" cy="8964"/>
          </a:xfrm>
          <a:prstGeom prst="line">
            <a:avLst/>
          </a:prstGeom>
          <a:ln/>
        </p:spPr>
        <p:style>
          <a:lnRef idx="1">
            <a:schemeClr val="dk1"/>
          </a:lnRef>
          <a:fillRef idx="0">
            <a:schemeClr val="dk1"/>
          </a:fillRef>
          <a:effectRef idx="0">
            <a:schemeClr val="dk1"/>
          </a:effectRef>
          <a:fontRef idx="minor">
            <a:schemeClr val="tx1"/>
          </a:fontRef>
        </p:style>
      </p:cxnSp>
      <p:sp>
        <p:nvSpPr>
          <p:cNvPr id="74" name="菱形 73">
            <a:extLst>
              <a:ext uri="{FF2B5EF4-FFF2-40B4-BE49-F238E27FC236}">
                <a16:creationId xmlns:a16="http://schemas.microsoft.com/office/drawing/2014/main" id="{1B3BA398-0A1D-3D4C-A82C-BC069A764464}"/>
              </a:ext>
            </a:extLst>
          </p:cNvPr>
          <p:cNvSpPr/>
          <p:nvPr/>
        </p:nvSpPr>
        <p:spPr bwMode="auto">
          <a:xfrm>
            <a:off x="6135487" y="2884773"/>
            <a:ext cx="744466" cy="539674"/>
          </a:xfrm>
          <a:prstGeom prst="diamond">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noAutofit/>
          </a:bodyPr>
          <a:lstStyle/>
          <a:p>
            <a:pPr marR="0" indent="11113" algn="just" defTabSz="914400" rtl="0" eaLnBrk="0" fontAlgn="base" latinLnBrk="0" hangingPunct="0">
              <a:lnSpc>
                <a:spcPct val="100000"/>
              </a:lnSpc>
              <a:spcBef>
                <a:spcPct val="0"/>
              </a:spcBef>
              <a:spcAft>
                <a:spcPct val="0"/>
              </a:spcAft>
              <a:buClrTx/>
              <a:buSzTx/>
              <a:buFontTx/>
              <a:buNone/>
            </a:pPr>
            <a:endParaRPr kumimoji="1" lang="zh-CN" altLang="en-US" sz="1800" b="0" i="0" u="none" strike="noStrike" cap="none" normalizeH="0" baseline="0" dirty="0">
              <a:ln>
                <a:noFill/>
              </a:ln>
              <a:solidFill>
                <a:schemeClr val="bg2"/>
              </a:solidFill>
              <a:effectLst/>
              <a:latin typeface="宋体" pitchFamily="2" charset="-122"/>
              <a:ea typeface="宋体" pitchFamily="2" charset="-122"/>
            </a:endParaRPr>
          </a:p>
        </p:txBody>
      </p:sp>
      <p:sp>
        <p:nvSpPr>
          <p:cNvPr id="75" name="文本框 74">
            <a:extLst>
              <a:ext uri="{FF2B5EF4-FFF2-40B4-BE49-F238E27FC236}">
                <a16:creationId xmlns:a16="http://schemas.microsoft.com/office/drawing/2014/main" id="{155D80BB-813D-174E-9570-68682B6C4255}"/>
              </a:ext>
            </a:extLst>
          </p:cNvPr>
          <p:cNvSpPr txBox="1"/>
          <p:nvPr/>
        </p:nvSpPr>
        <p:spPr>
          <a:xfrm>
            <a:off x="6256375" y="2969944"/>
            <a:ext cx="587915" cy="369332"/>
          </a:xfrm>
          <a:prstGeom prst="rect">
            <a:avLst/>
          </a:prstGeom>
          <a:noFill/>
        </p:spPr>
        <p:txBody>
          <a:bodyPr wrap="square">
            <a:spAutoFit/>
          </a:bodyPr>
          <a:lstStyle/>
          <a:p>
            <a:pPr marR="0" indent="11113" algn="just" defTabSz="914400" rtl="0" eaLnBrk="0" fontAlgn="base" latinLnBrk="0" hangingPunct="0">
              <a:lnSpc>
                <a:spcPct val="100000"/>
              </a:lnSpc>
              <a:spcBef>
                <a:spcPct val="0"/>
              </a:spcBef>
              <a:spcAft>
                <a:spcPct val="0"/>
              </a:spcAft>
              <a:buClrTx/>
              <a:buSzTx/>
              <a:buFontTx/>
              <a:buNone/>
            </a:pPr>
            <a:r>
              <a:rPr kumimoji="1" lang="en-US" altLang="zh-CN" sz="1800" b="0" i="0" u="none" strike="noStrike" cap="none" normalizeH="0" baseline="0" dirty="0">
                <a:ln>
                  <a:noFill/>
                </a:ln>
                <a:solidFill>
                  <a:schemeClr val="bg2"/>
                </a:solidFill>
                <a:effectLst/>
                <a:latin typeface="+mn-lt"/>
                <a:ea typeface="宋体" pitchFamily="2" charset="-122"/>
              </a:rPr>
              <a:t>P_S</a:t>
            </a:r>
            <a:endParaRPr kumimoji="1" lang="zh-CN" altLang="en-US" sz="1800" b="0" i="0" u="none" strike="noStrike" cap="none" normalizeH="0" baseline="0" dirty="0">
              <a:ln>
                <a:noFill/>
              </a:ln>
              <a:solidFill>
                <a:schemeClr val="bg2"/>
              </a:solidFill>
              <a:effectLst/>
              <a:latin typeface="+mn-lt"/>
              <a:ea typeface="宋体" pitchFamily="2" charset="-122"/>
            </a:endParaRPr>
          </a:p>
        </p:txBody>
      </p:sp>
      <p:cxnSp>
        <p:nvCxnSpPr>
          <p:cNvPr id="76" name="直线连接符 75">
            <a:extLst>
              <a:ext uri="{FF2B5EF4-FFF2-40B4-BE49-F238E27FC236}">
                <a16:creationId xmlns:a16="http://schemas.microsoft.com/office/drawing/2014/main" id="{721F6698-D8FA-764B-9D9C-483DFBD22708}"/>
              </a:ext>
            </a:extLst>
          </p:cNvPr>
          <p:cNvCxnSpPr>
            <a:cxnSpLocks/>
            <a:endCxn id="74" idx="1"/>
          </p:cNvCxnSpPr>
          <p:nvPr/>
        </p:nvCxnSpPr>
        <p:spPr bwMode="auto">
          <a:xfrm flipV="1">
            <a:off x="5728167" y="3154610"/>
            <a:ext cx="407320" cy="8964"/>
          </a:xfrm>
          <a:prstGeom prst="line">
            <a:avLst/>
          </a:prstGeom>
          <a:ln/>
        </p:spPr>
        <p:style>
          <a:lnRef idx="1">
            <a:schemeClr val="dk1"/>
          </a:lnRef>
          <a:fillRef idx="0">
            <a:schemeClr val="dk1"/>
          </a:fillRef>
          <a:effectRef idx="0">
            <a:schemeClr val="dk1"/>
          </a:effectRef>
          <a:fontRef idx="minor">
            <a:schemeClr val="tx1"/>
          </a:fontRef>
        </p:style>
      </p:cxnSp>
      <p:cxnSp>
        <p:nvCxnSpPr>
          <p:cNvPr id="77" name="直线连接符 76">
            <a:extLst>
              <a:ext uri="{FF2B5EF4-FFF2-40B4-BE49-F238E27FC236}">
                <a16:creationId xmlns:a16="http://schemas.microsoft.com/office/drawing/2014/main" id="{5CA39695-AB63-084E-B754-0AC345E35434}"/>
              </a:ext>
            </a:extLst>
          </p:cNvPr>
          <p:cNvCxnSpPr>
            <a:cxnSpLocks/>
            <a:stCxn id="74" idx="3"/>
          </p:cNvCxnSpPr>
          <p:nvPr/>
        </p:nvCxnSpPr>
        <p:spPr bwMode="auto">
          <a:xfrm flipV="1">
            <a:off x="6879953" y="3145646"/>
            <a:ext cx="454942" cy="8964"/>
          </a:xfrm>
          <a:prstGeom prst="line">
            <a:avLst/>
          </a:prstGeom>
          <a:ln/>
        </p:spPr>
        <p:style>
          <a:lnRef idx="1">
            <a:schemeClr val="dk1"/>
          </a:lnRef>
          <a:fillRef idx="0">
            <a:schemeClr val="dk1"/>
          </a:fillRef>
          <a:effectRef idx="0">
            <a:schemeClr val="dk1"/>
          </a:effectRef>
          <a:fontRef idx="minor">
            <a:schemeClr val="tx1"/>
          </a:fontRef>
        </p:style>
      </p:cxnSp>
      <p:sp>
        <p:nvSpPr>
          <p:cNvPr id="78" name="Text Box 10">
            <a:extLst>
              <a:ext uri="{FF2B5EF4-FFF2-40B4-BE49-F238E27FC236}">
                <a16:creationId xmlns:a16="http://schemas.microsoft.com/office/drawing/2014/main" id="{762E3821-9085-5A4E-8A5F-F0D5C8187C93}"/>
              </a:ext>
            </a:extLst>
          </p:cNvPr>
          <p:cNvSpPr txBox="1">
            <a:spLocks noChangeArrowheads="1"/>
          </p:cNvSpPr>
          <p:nvPr/>
        </p:nvSpPr>
        <p:spPr bwMode="auto">
          <a:xfrm>
            <a:off x="4330797" y="2819880"/>
            <a:ext cx="1025525" cy="687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1800" dirty="0">
                <a:solidFill>
                  <a:schemeClr val="bg2"/>
                </a:solidFill>
                <a:latin typeface="Times New Roman" pitchFamily="18" charset="0"/>
              </a:rPr>
              <a:t>N</a:t>
            </a:r>
          </a:p>
        </p:txBody>
      </p:sp>
      <p:sp>
        <p:nvSpPr>
          <p:cNvPr id="79" name="Text Box 10">
            <a:extLst>
              <a:ext uri="{FF2B5EF4-FFF2-40B4-BE49-F238E27FC236}">
                <a16:creationId xmlns:a16="http://schemas.microsoft.com/office/drawing/2014/main" id="{52EA0F92-F8C9-2143-B1B5-0D0AEF22A4AC}"/>
              </a:ext>
            </a:extLst>
          </p:cNvPr>
          <p:cNvSpPr txBox="1">
            <a:spLocks noChangeArrowheads="1"/>
          </p:cNvSpPr>
          <p:nvPr/>
        </p:nvSpPr>
        <p:spPr bwMode="auto">
          <a:xfrm>
            <a:off x="5437936" y="2773581"/>
            <a:ext cx="1025525" cy="687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1800" dirty="0">
                <a:solidFill>
                  <a:schemeClr val="bg2"/>
                </a:solidFill>
                <a:latin typeface="Times New Roman" pitchFamily="18" charset="0"/>
              </a:rPr>
              <a:t>M</a:t>
            </a:r>
          </a:p>
        </p:txBody>
      </p:sp>
      <p:sp>
        <p:nvSpPr>
          <p:cNvPr id="80" name="Text Box 10">
            <a:extLst>
              <a:ext uri="{FF2B5EF4-FFF2-40B4-BE49-F238E27FC236}">
                <a16:creationId xmlns:a16="http://schemas.microsoft.com/office/drawing/2014/main" id="{1FF55361-D4B0-414D-BD8D-EBAF6A96E36A}"/>
              </a:ext>
            </a:extLst>
          </p:cNvPr>
          <p:cNvSpPr txBox="1">
            <a:spLocks noChangeArrowheads="1"/>
          </p:cNvSpPr>
          <p:nvPr/>
        </p:nvSpPr>
        <p:spPr bwMode="auto">
          <a:xfrm>
            <a:off x="6583156" y="2771088"/>
            <a:ext cx="1025525" cy="687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1800" dirty="0">
                <a:solidFill>
                  <a:schemeClr val="bg2"/>
                </a:solidFill>
                <a:latin typeface="Times New Roman" pitchFamily="18" charset="0"/>
              </a:rPr>
              <a:t>N</a:t>
            </a:r>
          </a:p>
        </p:txBody>
      </p:sp>
      <p:sp>
        <p:nvSpPr>
          <p:cNvPr id="81" name="Text Box 10">
            <a:extLst>
              <a:ext uri="{FF2B5EF4-FFF2-40B4-BE49-F238E27FC236}">
                <a16:creationId xmlns:a16="http://schemas.microsoft.com/office/drawing/2014/main" id="{49A9C3F5-38C4-D448-8339-CAF1D60AB1C4}"/>
              </a:ext>
            </a:extLst>
          </p:cNvPr>
          <p:cNvSpPr txBox="1">
            <a:spLocks noChangeArrowheads="1"/>
          </p:cNvSpPr>
          <p:nvPr/>
        </p:nvSpPr>
        <p:spPr bwMode="auto">
          <a:xfrm>
            <a:off x="3225465" y="2782036"/>
            <a:ext cx="1025525" cy="687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1800" dirty="0">
                <a:solidFill>
                  <a:schemeClr val="bg2"/>
                </a:solidFill>
                <a:latin typeface="Times New Roman" pitchFamily="18" charset="0"/>
              </a:rPr>
              <a:t>M</a:t>
            </a:r>
          </a:p>
        </p:txBody>
      </p:sp>
    </p:spTree>
    <p:extLst>
      <p:ext uri="{BB962C8B-B14F-4D97-AF65-F5344CB8AC3E}">
        <p14:creationId xmlns:p14="http://schemas.microsoft.com/office/powerpoint/2010/main" val="3084127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par>
                                <p:cTn id="27" presetID="1" presetClass="entr" presetSubtype="0" fill="hold" grpId="1"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1" nodeType="with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grpId="1"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grpId="1" nodeType="with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par>
                                <p:cTn id="35" presetID="1" presetClass="entr" presetSubtype="0" fill="hold" grpId="1" nodeType="with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par>
                                <p:cTn id="37" presetID="1" presetClass="entr" presetSubtype="0" fill="hold" grpId="1" nodeType="with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5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5"/>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4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8"/>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4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6"/>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5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59"/>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1" nodeType="clickEffect">
                                  <p:stCondLst>
                                    <p:cond delay="0"/>
                                  </p:stCondLst>
                                  <p:childTnLst>
                                    <p:set>
                                      <p:cBhvr>
                                        <p:cTn id="84" dur="1" fill="hold">
                                          <p:stCondLst>
                                            <p:cond delay="0"/>
                                          </p:stCondLst>
                                        </p:cTn>
                                        <p:tgtEl>
                                          <p:spTgt spid="64"/>
                                        </p:tgtEl>
                                        <p:attrNameLst>
                                          <p:attrName>style.visibility</p:attrName>
                                        </p:attrNameLst>
                                      </p:cBhvr>
                                      <p:to>
                                        <p:strVal val="visible"/>
                                      </p:to>
                                    </p:set>
                                  </p:childTnLst>
                                </p:cTn>
                              </p:par>
                              <p:par>
                                <p:cTn id="85" presetID="1" presetClass="entr" presetSubtype="0" fill="hold" grpId="1" nodeType="withEffect">
                                  <p:stCondLst>
                                    <p:cond delay="0"/>
                                  </p:stCondLst>
                                  <p:childTnLst>
                                    <p:set>
                                      <p:cBhvr>
                                        <p:cTn id="86" dur="1" fill="hold">
                                          <p:stCondLst>
                                            <p:cond delay="0"/>
                                          </p:stCondLst>
                                        </p:cTn>
                                        <p:tgtEl>
                                          <p:spTgt spid="65"/>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49" grpId="0" animBg="1"/>
      <p:bldP spid="49" grpId="1" animBg="1"/>
      <p:bldP spid="3" grpId="0" animBg="1"/>
      <p:bldP spid="17" grpId="0"/>
      <p:bldP spid="18" grpId="0" animBg="1"/>
      <p:bldP spid="19" grpId="0"/>
      <p:bldP spid="20" grpId="0" animBg="1"/>
      <p:bldP spid="21" grpId="0"/>
      <p:bldP spid="26" grpId="1" animBg="1"/>
      <p:bldP spid="31" grpId="1"/>
      <p:bldP spid="32" grpId="1" animBg="1"/>
      <p:bldP spid="33" grpId="1"/>
      <p:bldP spid="35" grpId="1" animBg="1"/>
      <p:bldP spid="36" grpId="1"/>
      <p:bldP spid="40" grpId="0" animBg="1"/>
      <p:bldP spid="41" grpId="0"/>
      <p:bldP spid="42" grpId="0" animBg="1"/>
      <p:bldP spid="43" grpId="0"/>
      <p:bldP spid="44" grpId="0" animBg="1"/>
      <p:bldP spid="45" grpId="0"/>
      <p:bldP spid="51" grpId="0"/>
      <p:bldP spid="51" grpId="1"/>
      <p:bldP spid="56" grpId="0"/>
      <p:bldP spid="64" grpId="1" animBg="1"/>
      <p:bldP spid="65"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椭圆 58">
            <a:extLst>
              <a:ext uri="{FF2B5EF4-FFF2-40B4-BE49-F238E27FC236}">
                <a16:creationId xmlns:a16="http://schemas.microsoft.com/office/drawing/2014/main" id="{104F7650-C5B2-104D-901A-1BBD30D4E8B5}"/>
              </a:ext>
            </a:extLst>
          </p:cNvPr>
          <p:cNvSpPr/>
          <p:nvPr/>
        </p:nvSpPr>
        <p:spPr bwMode="auto">
          <a:xfrm>
            <a:off x="3695338" y="3904483"/>
            <a:ext cx="854309" cy="288032"/>
          </a:xfrm>
          <a:prstGeom prst="ellipse">
            <a:avLst/>
          </a:prstGeom>
          <a:ln w="3175"/>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宋体" pitchFamily="2" charset="-122"/>
              <a:ea typeface="宋体" pitchFamily="2" charset="-122"/>
            </a:endParaRPr>
          </a:p>
        </p:txBody>
      </p:sp>
      <p:sp>
        <p:nvSpPr>
          <p:cNvPr id="49" name="椭圆 48">
            <a:extLst>
              <a:ext uri="{FF2B5EF4-FFF2-40B4-BE49-F238E27FC236}">
                <a16:creationId xmlns:a16="http://schemas.microsoft.com/office/drawing/2014/main" id="{B24B6C9C-D3E5-E046-8DBE-6134295C6EE5}"/>
              </a:ext>
            </a:extLst>
          </p:cNvPr>
          <p:cNvSpPr/>
          <p:nvPr/>
        </p:nvSpPr>
        <p:spPr bwMode="auto">
          <a:xfrm>
            <a:off x="4380641" y="2186544"/>
            <a:ext cx="576064" cy="288032"/>
          </a:xfrm>
          <a:prstGeom prst="ellipse">
            <a:avLst/>
          </a:prstGeom>
          <a:ln w="3175"/>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宋体" pitchFamily="2" charset="-122"/>
              <a:ea typeface="宋体" pitchFamily="2" charset="-122"/>
            </a:endParaRPr>
          </a:p>
        </p:txBody>
      </p:sp>
      <p:graphicFrame>
        <p:nvGraphicFramePr>
          <p:cNvPr id="2" name="图示 1">
            <a:extLst>
              <a:ext uri="{FF2B5EF4-FFF2-40B4-BE49-F238E27FC236}">
                <a16:creationId xmlns:a16="http://schemas.microsoft.com/office/drawing/2014/main" id="{13D797D0-BB1D-A74F-82D6-A405378A4CDF}"/>
              </a:ext>
            </a:extLst>
          </p:cNvPr>
          <p:cNvGraphicFramePr/>
          <p:nvPr>
            <p:extLst>
              <p:ext uri="{D42A27DB-BD31-4B8C-83A1-F6EECF244321}">
                <p14:modId xmlns:p14="http://schemas.microsoft.com/office/powerpoint/2010/main" val="1939918459"/>
              </p:ext>
            </p:extLst>
          </p:nvPr>
        </p:nvGraphicFramePr>
        <p:xfrm>
          <a:off x="179512" y="620688"/>
          <a:ext cx="2448272" cy="49685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矩形 4">
            <a:extLst>
              <a:ext uri="{FF2B5EF4-FFF2-40B4-BE49-F238E27FC236}">
                <a16:creationId xmlns:a16="http://schemas.microsoft.com/office/drawing/2014/main" id="{1703B120-D14B-7E4F-B6B7-6712C3487AA1}"/>
              </a:ext>
            </a:extLst>
          </p:cNvPr>
          <p:cNvSpPr/>
          <p:nvPr/>
        </p:nvSpPr>
        <p:spPr bwMode="auto">
          <a:xfrm>
            <a:off x="2627784" y="2945550"/>
            <a:ext cx="843084" cy="453976"/>
          </a:xfrm>
          <a:prstGeom prst="rect">
            <a:avLst/>
          </a:prstGeom>
          <a:ln/>
        </p:spPr>
        <p:style>
          <a:lnRef idx="2">
            <a:schemeClr val="dk1"/>
          </a:lnRef>
          <a:fillRef idx="1">
            <a:schemeClr val="lt1"/>
          </a:fillRef>
          <a:effectRef idx="0">
            <a:schemeClr val="dk1"/>
          </a:effectRef>
          <a:fontRef idx="minor">
            <a:schemeClr val="dk1"/>
          </a:fontRef>
        </p:style>
        <p:txBody>
          <a:bodyPr vert="horz" wrap="square" lIns="18000" tIns="36000" rIns="36000" bIns="36000" numCol="1" rtlCol="0" anchor="ctr" anchorCtr="0" compatLnSpc="1">
            <a:prstTxWarp prst="textNoShape">
              <a:avLst/>
            </a:prstTxWarp>
            <a:noAutofit/>
          </a:bodyPr>
          <a:lstStyle/>
          <a:p>
            <a:pPr marR="0" indent="11113" algn="ctr" defTabSz="914400" rtl="0" eaLnBrk="0" fontAlgn="base" latinLnBrk="0" hangingPunct="0">
              <a:lnSpc>
                <a:spcPct val="100000"/>
              </a:lnSpc>
              <a:spcBef>
                <a:spcPct val="0"/>
              </a:spcBef>
              <a:spcAft>
                <a:spcPct val="0"/>
              </a:spcAft>
              <a:buClrTx/>
              <a:buSzTx/>
              <a:buFontTx/>
              <a:buNone/>
            </a:pPr>
            <a:r>
              <a:rPr lang="en-US" altLang="zh-CN" sz="2000" dirty="0">
                <a:solidFill>
                  <a:schemeClr val="bg2"/>
                </a:solidFill>
                <a:ea typeface="宋体" pitchFamily="2" charset="-122"/>
              </a:rPr>
              <a:t>Project</a:t>
            </a:r>
            <a:endParaRPr kumimoji="1" lang="zh-CN" altLang="en-US" sz="2000" b="0" i="0" u="none" strike="noStrike" cap="none" normalizeH="0" baseline="0" dirty="0">
              <a:ln>
                <a:noFill/>
              </a:ln>
              <a:solidFill>
                <a:schemeClr val="bg2"/>
              </a:solidFill>
              <a:effectLst/>
              <a:ea typeface="宋体" pitchFamily="2" charset="-122"/>
            </a:endParaRPr>
          </a:p>
        </p:txBody>
      </p:sp>
      <p:sp>
        <p:nvSpPr>
          <p:cNvPr id="7" name="矩形 6">
            <a:extLst>
              <a:ext uri="{FF2B5EF4-FFF2-40B4-BE49-F238E27FC236}">
                <a16:creationId xmlns:a16="http://schemas.microsoft.com/office/drawing/2014/main" id="{66689E32-95E4-1648-86D8-761E5FB7F6E7}"/>
              </a:ext>
            </a:extLst>
          </p:cNvPr>
          <p:cNvSpPr/>
          <p:nvPr/>
        </p:nvSpPr>
        <p:spPr bwMode="auto">
          <a:xfrm>
            <a:off x="7340052" y="2959565"/>
            <a:ext cx="1052734" cy="439960"/>
          </a:xfrm>
          <a:prstGeom prst="rect">
            <a:avLst/>
          </a:prstGeom>
          <a:ln/>
        </p:spPr>
        <p:style>
          <a:lnRef idx="2">
            <a:schemeClr val="dk1"/>
          </a:lnRef>
          <a:fillRef idx="1">
            <a:schemeClr val="lt1"/>
          </a:fillRef>
          <a:effectRef idx="0">
            <a:schemeClr val="dk1"/>
          </a:effectRef>
          <a:fontRef idx="minor">
            <a:schemeClr val="dk1"/>
          </a:fontRef>
        </p:style>
        <p:txBody>
          <a:bodyPr vert="horz" wrap="square" lIns="18000" tIns="36000" rIns="36000" bIns="36000" numCol="1" rtlCol="0" anchor="ctr" anchorCtr="0" compatLnSpc="1">
            <a:prstTxWarp prst="textNoShape">
              <a:avLst/>
            </a:prstTxWarp>
            <a:noAutofit/>
          </a:bodyPr>
          <a:lstStyle/>
          <a:p>
            <a:pPr marR="0" indent="11113" algn="ctr" defTabSz="914400" rtl="0" eaLnBrk="0" fontAlgn="base" latinLnBrk="0" hangingPunct="0">
              <a:lnSpc>
                <a:spcPct val="100000"/>
              </a:lnSpc>
              <a:spcBef>
                <a:spcPct val="0"/>
              </a:spcBef>
              <a:spcAft>
                <a:spcPct val="0"/>
              </a:spcAft>
              <a:buClrTx/>
              <a:buSzTx/>
              <a:buFontTx/>
              <a:buNone/>
            </a:pPr>
            <a:r>
              <a:rPr lang="en-US" altLang="zh-CN" sz="2000" dirty="0">
                <a:solidFill>
                  <a:schemeClr val="bg2"/>
                </a:solidFill>
                <a:ea typeface="宋体" pitchFamily="2" charset="-122"/>
              </a:rPr>
              <a:t>Supplier</a:t>
            </a:r>
            <a:endParaRPr kumimoji="1" lang="zh-CN" altLang="en-US" sz="2000" b="0" i="0" u="none" strike="noStrike" cap="none" normalizeH="0" baseline="0" dirty="0">
              <a:ln>
                <a:noFill/>
              </a:ln>
              <a:solidFill>
                <a:schemeClr val="bg2"/>
              </a:solidFill>
              <a:effectLst/>
              <a:ea typeface="宋体" pitchFamily="2" charset="-122"/>
            </a:endParaRPr>
          </a:p>
        </p:txBody>
      </p:sp>
      <p:cxnSp>
        <p:nvCxnSpPr>
          <p:cNvPr id="16" name="直线连接符 15">
            <a:extLst>
              <a:ext uri="{FF2B5EF4-FFF2-40B4-BE49-F238E27FC236}">
                <a16:creationId xmlns:a16="http://schemas.microsoft.com/office/drawing/2014/main" id="{29BE385B-DA46-D94A-B452-90E95E5CB714}"/>
              </a:ext>
            </a:extLst>
          </p:cNvPr>
          <p:cNvCxnSpPr/>
          <p:nvPr/>
        </p:nvCxnSpPr>
        <p:spPr bwMode="auto">
          <a:xfrm>
            <a:off x="-930515" y="3459523"/>
            <a:ext cx="914400" cy="914400"/>
          </a:xfrm>
          <a:prstGeom prst="line">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4" name="圆角矩形 33">
            <a:extLst>
              <a:ext uri="{FF2B5EF4-FFF2-40B4-BE49-F238E27FC236}">
                <a16:creationId xmlns:a16="http://schemas.microsoft.com/office/drawing/2014/main" id="{B316F40B-044E-EE4B-9C38-16F7B1EBA999}"/>
              </a:ext>
            </a:extLst>
          </p:cNvPr>
          <p:cNvSpPr/>
          <p:nvPr/>
        </p:nvSpPr>
        <p:spPr bwMode="auto">
          <a:xfrm>
            <a:off x="2411760" y="620688"/>
            <a:ext cx="6192688" cy="4968552"/>
          </a:xfrm>
          <a:prstGeom prst="round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a:ln>
                <a:noFill/>
              </a:ln>
              <a:solidFill>
                <a:schemeClr val="tx1"/>
              </a:solidFill>
              <a:effectLst/>
              <a:latin typeface="宋体" pitchFamily="2" charset="-122"/>
              <a:ea typeface="宋体" pitchFamily="2" charset="-122"/>
            </a:endParaRPr>
          </a:p>
        </p:txBody>
      </p:sp>
      <p:sp>
        <p:nvSpPr>
          <p:cNvPr id="3" name="椭圆 2">
            <a:extLst>
              <a:ext uri="{FF2B5EF4-FFF2-40B4-BE49-F238E27FC236}">
                <a16:creationId xmlns:a16="http://schemas.microsoft.com/office/drawing/2014/main" id="{B42F009B-63A3-9F4B-8A03-24DFD5F29864}"/>
              </a:ext>
            </a:extLst>
          </p:cNvPr>
          <p:cNvSpPr/>
          <p:nvPr/>
        </p:nvSpPr>
        <p:spPr bwMode="auto">
          <a:xfrm>
            <a:off x="2471135" y="2327394"/>
            <a:ext cx="576064" cy="288032"/>
          </a:xfrm>
          <a:prstGeom prst="ellipse">
            <a:avLst/>
          </a:prstGeom>
          <a:ln w="3175"/>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宋体" pitchFamily="2" charset="-122"/>
              <a:ea typeface="宋体" pitchFamily="2" charset="-122"/>
            </a:endParaRPr>
          </a:p>
        </p:txBody>
      </p:sp>
      <p:sp>
        <p:nvSpPr>
          <p:cNvPr id="17" name="文本框 16">
            <a:extLst>
              <a:ext uri="{FF2B5EF4-FFF2-40B4-BE49-F238E27FC236}">
                <a16:creationId xmlns:a16="http://schemas.microsoft.com/office/drawing/2014/main" id="{F40ABB97-D579-394B-B8C1-39A49423E30C}"/>
              </a:ext>
            </a:extLst>
          </p:cNvPr>
          <p:cNvSpPr txBox="1"/>
          <p:nvPr/>
        </p:nvSpPr>
        <p:spPr>
          <a:xfrm>
            <a:off x="2511838" y="2316712"/>
            <a:ext cx="587915" cy="307777"/>
          </a:xfrm>
          <a:prstGeom prst="rect">
            <a:avLst/>
          </a:prstGeom>
          <a:noFill/>
        </p:spPr>
        <p:txBody>
          <a:bodyPr wrap="square">
            <a:spAutoFit/>
          </a:bodyPr>
          <a:lstStyle/>
          <a:p>
            <a:pPr marR="0" indent="11113" algn="just" defTabSz="914400" rtl="0" eaLnBrk="0" fontAlgn="base" latinLnBrk="0" hangingPunct="0">
              <a:lnSpc>
                <a:spcPct val="100000"/>
              </a:lnSpc>
              <a:spcBef>
                <a:spcPct val="0"/>
              </a:spcBef>
              <a:spcAft>
                <a:spcPct val="0"/>
              </a:spcAft>
              <a:buClrTx/>
              <a:buSzTx/>
              <a:buFontTx/>
              <a:buNone/>
            </a:pPr>
            <a:r>
              <a:rPr kumimoji="1" lang="en-US" altLang="zh-CN" sz="1400" b="0" i="0" strike="noStrike" cap="none" normalizeH="0" baseline="0" dirty="0">
                <a:ln>
                  <a:noFill/>
                </a:ln>
                <a:solidFill>
                  <a:schemeClr val="bg2"/>
                </a:solidFill>
                <a:effectLst/>
                <a:latin typeface="+mn-lt"/>
                <a:ea typeface="宋体" pitchFamily="2" charset="-122"/>
              </a:rPr>
              <a:t>JNO</a:t>
            </a:r>
            <a:endParaRPr kumimoji="1" lang="zh-CN" altLang="en-US" sz="1400" b="0" i="0" strike="noStrike" cap="none" normalizeH="0" baseline="0" dirty="0">
              <a:ln>
                <a:noFill/>
              </a:ln>
              <a:solidFill>
                <a:schemeClr val="bg2"/>
              </a:solidFill>
              <a:effectLst/>
              <a:latin typeface="+mn-lt"/>
              <a:ea typeface="宋体" pitchFamily="2" charset="-122"/>
            </a:endParaRPr>
          </a:p>
        </p:txBody>
      </p:sp>
      <p:sp>
        <p:nvSpPr>
          <p:cNvPr id="18" name="椭圆 17">
            <a:extLst>
              <a:ext uri="{FF2B5EF4-FFF2-40B4-BE49-F238E27FC236}">
                <a16:creationId xmlns:a16="http://schemas.microsoft.com/office/drawing/2014/main" id="{2CEFBAE5-15B0-C748-AB0F-575C4346DACB}"/>
              </a:ext>
            </a:extLst>
          </p:cNvPr>
          <p:cNvSpPr/>
          <p:nvPr/>
        </p:nvSpPr>
        <p:spPr bwMode="auto">
          <a:xfrm>
            <a:off x="2733743" y="1958203"/>
            <a:ext cx="766691" cy="288032"/>
          </a:xfrm>
          <a:prstGeom prst="ellipse">
            <a:avLst/>
          </a:prstGeom>
          <a:ln w="3175"/>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宋体" pitchFamily="2" charset="-122"/>
              <a:ea typeface="宋体" pitchFamily="2" charset="-122"/>
            </a:endParaRPr>
          </a:p>
        </p:txBody>
      </p:sp>
      <p:sp>
        <p:nvSpPr>
          <p:cNvPr id="19" name="文本框 18">
            <a:extLst>
              <a:ext uri="{FF2B5EF4-FFF2-40B4-BE49-F238E27FC236}">
                <a16:creationId xmlns:a16="http://schemas.microsoft.com/office/drawing/2014/main" id="{0CDEFF49-EA5B-D940-A412-64682EDADA1B}"/>
              </a:ext>
            </a:extLst>
          </p:cNvPr>
          <p:cNvSpPr txBox="1"/>
          <p:nvPr/>
        </p:nvSpPr>
        <p:spPr>
          <a:xfrm>
            <a:off x="2733743" y="1963424"/>
            <a:ext cx="897943" cy="307777"/>
          </a:xfrm>
          <a:prstGeom prst="rect">
            <a:avLst/>
          </a:prstGeom>
          <a:noFill/>
        </p:spPr>
        <p:txBody>
          <a:bodyPr wrap="square">
            <a:spAutoFit/>
          </a:bodyPr>
          <a:lstStyle/>
          <a:p>
            <a:pPr marR="0" indent="11113" algn="just" defTabSz="914400" rtl="0" eaLnBrk="0" fontAlgn="base" latinLnBrk="0" hangingPunct="0">
              <a:lnSpc>
                <a:spcPct val="100000"/>
              </a:lnSpc>
              <a:spcBef>
                <a:spcPct val="0"/>
              </a:spcBef>
              <a:spcAft>
                <a:spcPct val="0"/>
              </a:spcAft>
              <a:buClrTx/>
              <a:buSzTx/>
              <a:buFontTx/>
              <a:buNone/>
            </a:pPr>
            <a:r>
              <a:rPr kumimoji="1" lang="en-US" altLang="zh-CN" sz="1400" b="0" i="0" strike="noStrike" cap="none" normalizeH="0" baseline="0" dirty="0">
                <a:ln>
                  <a:noFill/>
                </a:ln>
                <a:solidFill>
                  <a:schemeClr val="bg2"/>
                </a:solidFill>
                <a:effectLst/>
                <a:latin typeface="+mn-lt"/>
                <a:ea typeface="宋体" pitchFamily="2" charset="-122"/>
              </a:rPr>
              <a:t>JNAME</a:t>
            </a:r>
            <a:endParaRPr kumimoji="1" lang="zh-CN" altLang="en-US" sz="1400" b="0" i="0" strike="noStrike" cap="none" normalizeH="0" baseline="0" dirty="0">
              <a:ln>
                <a:noFill/>
              </a:ln>
              <a:solidFill>
                <a:schemeClr val="bg2"/>
              </a:solidFill>
              <a:effectLst/>
              <a:latin typeface="+mn-lt"/>
              <a:ea typeface="宋体" pitchFamily="2" charset="-122"/>
            </a:endParaRPr>
          </a:p>
        </p:txBody>
      </p:sp>
      <p:sp>
        <p:nvSpPr>
          <p:cNvPr id="20" name="椭圆 19">
            <a:extLst>
              <a:ext uri="{FF2B5EF4-FFF2-40B4-BE49-F238E27FC236}">
                <a16:creationId xmlns:a16="http://schemas.microsoft.com/office/drawing/2014/main" id="{1A035932-A084-F84C-B22A-3FEA520DA873}"/>
              </a:ext>
            </a:extLst>
          </p:cNvPr>
          <p:cNvSpPr/>
          <p:nvPr/>
        </p:nvSpPr>
        <p:spPr bwMode="auto">
          <a:xfrm>
            <a:off x="3216563" y="2303099"/>
            <a:ext cx="592915" cy="288032"/>
          </a:xfrm>
          <a:prstGeom prst="ellipse">
            <a:avLst/>
          </a:prstGeom>
          <a:ln w="3175"/>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宋体" pitchFamily="2" charset="-122"/>
              <a:ea typeface="宋体" pitchFamily="2" charset="-122"/>
            </a:endParaRPr>
          </a:p>
        </p:txBody>
      </p:sp>
      <p:sp>
        <p:nvSpPr>
          <p:cNvPr id="21" name="文本框 20">
            <a:extLst>
              <a:ext uri="{FF2B5EF4-FFF2-40B4-BE49-F238E27FC236}">
                <a16:creationId xmlns:a16="http://schemas.microsoft.com/office/drawing/2014/main" id="{E9A4CDA7-26A6-3F42-A186-EFCFDE408A0E}"/>
              </a:ext>
            </a:extLst>
          </p:cNvPr>
          <p:cNvSpPr txBox="1"/>
          <p:nvPr/>
        </p:nvSpPr>
        <p:spPr>
          <a:xfrm>
            <a:off x="3166898" y="2299738"/>
            <a:ext cx="744465" cy="307777"/>
          </a:xfrm>
          <a:prstGeom prst="rect">
            <a:avLst/>
          </a:prstGeom>
          <a:noFill/>
        </p:spPr>
        <p:txBody>
          <a:bodyPr wrap="square">
            <a:spAutoFit/>
          </a:bodyPr>
          <a:lstStyle/>
          <a:p>
            <a:pPr marR="0" indent="11113" algn="just" defTabSz="914400" rtl="0" eaLnBrk="0" fontAlgn="base" latinLnBrk="0" hangingPunct="0">
              <a:lnSpc>
                <a:spcPct val="100000"/>
              </a:lnSpc>
              <a:spcBef>
                <a:spcPct val="0"/>
              </a:spcBef>
              <a:spcAft>
                <a:spcPct val="0"/>
              </a:spcAft>
              <a:buClrTx/>
              <a:buSzTx/>
              <a:buFontTx/>
              <a:buNone/>
            </a:pPr>
            <a:r>
              <a:rPr kumimoji="1" lang="en-US" altLang="zh-CN" sz="1400" b="0" i="0" strike="noStrike" cap="none" normalizeH="0" baseline="0" dirty="0">
                <a:ln>
                  <a:noFill/>
                </a:ln>
                <a:solidFill>
                  <a:schemeClr val="bg2"/>
                </a:solidFill>
                <a:effectLst/>
                <a:latin typeface="+mn-lt"/>
                <a:ea typeface="宋体" pitchFamily="2" charset="-122"/>
              </a:rPr>
              <a:t>DATE</a:t>
            </a:r>
            <a:endParaRPr kumimoji="1" lang="zh-CN" altLang="en-US" sz="1400" b="0" i="0" strike="noStrike" cap="none" normalizeH="0" baseline="0" dirty="0">
              <a:ln>
                <a:noFill/>
              </a:ln>
              <a:solidFill>
                <a:schemeClr val="bg2"/>
              </a:solidFill>
              <a:effectLst/>
              <a:latin typeface="+mn-lt"/>
              <a:ea typeface="宋体" pitchFamily="2" charset="-122"/>
            </a:endParaRPr>
          </a:p>
        </p:txBody>
      </p:sp>
      <p:cxnSp>
        <p:nvCxnSpPr>
          <p:cNvPr id="9" name="直线连接符 8">
            <a:extLst>
              <a:ext uri="{FF2B5EF4-FFF2-40B4-BE49-F238E27FC236}">
                <a16:creationId xmlns:a16="http://schemas.microsoft.com/office/drawing/2014/main" id="{6B2AF770-5202-E440-A5CE-E39DF5751ED6}"/>
              </a:ext>
            </a:extLst>
          </p:cNvPr>
          <p:cNvCxnSpPr>
            <a:stCxn id="17" idx="2"/>
          </p:cNvCxnSpPr>
          <p:nvPr/>
        </p:nvCxnSpPr>
        <p:spPr bwMode="auto">
          <a:xfrm flipH="1">
            <a:off x="2805795" y="2624489"/>
            <a:ext cx="1" cy="321060"/>
          </a:xfrm>
          <a:prstGeom prst="line">
            <a:avLst/>
          </a:prstGeom>
          <a:ln/>
        </p:spPr>
        <p:style>
          <a:lnRef idx="1">
            <a:schemeClr val="dk1"/>
          </a:lnRef>
          <a:fillRef idx="0">
            <a:schemeClr val="dk1"/>
          </a:fillRef>
          <a:effectRef idx="0">
            <a:schemeClr val="dk1"/>
          </a:effectRef>
          <a:fontRef idx="minor">
            <a:schemeClr val="tx1"/>
          </a:fontRef>
        </p:style>
      </p:cxnSp>
      <p:cxnSp>
        <p:nvCxnSpPr>
          <p:cNvPr id="13" name="直线连接符 12">
            <a:extLst>
              <a:ext uri="{FF2B5EF4-FFF2-40B4-BE49-F238E27FC236}">
                <a16:creationId xmlns:a16="http://schemas.microsoft.com/office/drawing/2014/main" id="{255363B0-B726-6F41-9147-AD3C7A37D59C}"/>
              </a:ext>
            </a:extLst>
          </p:cNvPr>
          <p:cNvCxnSpPr>
            <a:cxnSpLocks/>
          </p:cNvCxnSpPr>
          <p:nvPr/>
        </p:nvCxnSpPr>
        <p:spPr bwMode="auto">
          <a:xfrm flipH="1">
            <a:off x="3117116" y="2260674"/>
            <a:ext cx="14724" cy="684876"/>
          </a:xfrm>
          <a:prstGeom prst="line">
            <a:avLst/>
          </a:prstGeom>
          <a:ln/>
        </p:spPr>
        <p:style>
          <a:lnRef idx="1">
            <a:schemeClr val="dk1"/>
          </a:lnRef>
          <a:fillRef idx="0">
            <a:schemeClr val="dk1"/>
          </a:fillRef>
          <a:effectRef idx="0">
            <a:schemeClr val="dk1"/>
          </a:effectRef>
          <a:fontRef idx="minor">
            <a:schemeClr val="tx1"/>
          </a:fontRef>
        </p:style>
      </p:cxnSp>
      <p:cxnSp>
        <p:nvCxnSpPr>
          <p:cNvPr id="15" name="直线连接符 14">
            <a:extLst>
              <a:ext uri="{FF2B5EF4-FFF2-40B4-BE49-F238E27FC236}">
                <a16:creationId xmlns:a16="http://schemas.microsoft.com/office/drawing/2014/main" id="{CFF68AA0-C2BF-8047-9EE1-939F7DCD90DB}"/>
              </a:ext>
            </a:extLst>
          </p:cNvPr>
          <p:cNvCxnSpPr>
            <a:cxnSpLocks/>
            <a:stCxn id="21" idx="2"/>
          </p:cNvCxnSpPr>
          <p:nvPr/>
        </p:nvCxnSpPr>
        <p:spPr bwMode="auto">
          <a:xfrm flipH="1">
            <a:off x="3215615" y="2607515"/>
            <a:ext cx="323516" cy="352050"/>
          </a:xfrm>
          <a:prstGeom prst="line">
            <a:avLst/>
          </a:prstGeom>
          <a:ln/>
        </p:spPr>
        <p:style>
          <a:lnRef idx="1">
            <a:schemeClr val="dk1"/>
          </a:lnRef>
          <a:fillRef idx="0">
            <a:schemeClr val="dk1"/>
          </a:fillRef>
          <a:effectRef idx="0">
            <a:schemeClr val="dk1"/>
          </a:effectRef>
          <a:fontRef idx="minor">
            <a:schemeClr val="tx1"/>
          </a:fontRef>
        </p:style>
      </p:cxnSp>
      <p:sp>
        <p:nvSpPr>
          <p:cNvPr id="26" name="椭圆 25">
            <a:extLst>
              <a:ext uri="{FF2B5EF4-FFF2-40B4-BE49-F238E27FC236}">
                <a16:creationId xmlns:a16="http://schemas.microsoft.com/office/drawing/2014/main" id="{C3F6A7BE-1609-2D4E-881E-D618528AC4A5}"/>
              </a:ext>
            </a:extLst>
          </p:cNvPr>
          <p:cNvSpPr/>
          <p:nvPr/>
        </p:nvSpPr>
        <p:spPr bwMode="auto">
          <a:xfrm>
            <a:off x="5569490" y="1891276"/>
            <a:ext cx="854309" cy="288032"/>
          </a:xfrm>
          <a:prstGeom prst="ellipse">
            <a:avLst/>
          </a:prstGeom>
          <a:ln w="3175"/>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宋体" pitchFamily="2" charset="-122"/>
              <a:ea typeface="宋体" pitchFamily="2" charset="-122"/>
            </a:endParaRPr>
          </a:p>
        </p:txBody>
      </p:sp>
      <p:sp>
        <p:nvSpPr>
          <p:cNvPr id="31" name="文本框 30">
            <a:extLst>
              <a:ext uri="{FF2B5EF4-FFF2-40B4-BE49-F238E27FC236}">
                <a16:creationId xmlns:a16="http://schemas.microsoft.com/office/drawing/2014/main" id="{DA4DC49B-F373-834F-A74A-F05950510C50}"/>
              </a:ext>
            </a:extLst>
          </p:cNvPr>
          <p:cNvSpPr txBox="1"/>
          <p:nvPr/>
        </p:nvSpPr>
        <p:spPr>
          <a:xfrm>
            <a:off x="4398969" y="2186544"/>
            <a:ext cx="587915" cy="307777"/>
          </a:xfrm>
          <a:prstGeom prst="rect">
            <a:avLst/>
          </a:prstGeom>
          <a:noFill/>
        </p:spPr>
        <p:txBody>
          <a:bodyPr wrap="square">
            <a:spAutoFit/>
          </a:bodyPr>
          <a:lstStyle/>
          <a:p>
            <a:pPr marR="0" indent="11113" algn="just" defTabSz="914400" rtl="0" eaLnBrk="0" fontAlgn="base" latinLnBrk="0" hangingPunct="0">
              <a:lnSpc>
                <a:spcPct val="100000"/>
              </a:lnSpc>
              <a:spcBef>
                <a:spcPct val="0"/>
              </a:spcBef>
              <a:spcAft>
                <a:spcPct val="0"/>
              </a:spcAft>
              <a:buClrTx/>
              <a:buSzTx/>
              <a:buFontTx/>
              <a:buNone/>
            </a:pPr>
            <a:r>
              <a:rPr lang="en-US" altLang="zh-CN" sz="1400" dirty="0">
                <a:solidFill>
                  <a:schemeClr val="bg2"/>
                </a:solidFill>
                <a:latin typeface="+mn-lt"/>
              </a:rPr>
              <a:t>P</a:t>
            </a:r>
            <a:r>
              <a:rPr kumimoji="1" lang="en-US" altLang="zh-CN" sz="1400" b="0" i="0" strike="noStrike" cap="none" normalizeH="0" baseline="0" dirty="0">
                <a:ln>
                  <a:noFill/>
                </a:ln>
                <a:solidFill>
                  <a:schemeClr val="bg2"/>
                </a:solidFill>
                <a:effectLst/>
                <a:latin typeface="+mn-lt"/>
                <a:ea typeface="宋体" pitchFamily="2" charset="-122"/>
              </a:rPr>
              <a:t>NO</a:t>
            </a:r>
            <a:endParaRPr kumimoji="1" lang="zh-CN" altLang="en-US" sz="1400" b="0" i="0" strike="noStrike" cap="none" normalizeH="0" baseline="0" dirty="0">
              <a:ln>
                <a:noFill/>
              </a:ln>
              <a:solidFill>
                <a:schemeClr val="bg2"/>
              </a:solidFill>
              <a:effectLst/>
              <a:latin typeface="+mn-lt"/>
              <a:ea typeface="宋体" pitchFamily="2" charset="-122"/>
            </a:endParaRPr>
          </a:p>
        </p:txBody>
      </p:sp>
      <p:sp>
        <p:nvSpPr>
          <p:cNvPr id="32" name="椭圆 31">
            <a:extLst>
              <a:ext uri="{FF2B5EF4-FFF2-40B4-BE49-F238E27FC236}">
                <a16:creationId xmlns:a16="http://schemas.microsoft.com/office/drawing/2014/main" id="{368CD71D-9649-2440-9C79-03CEE7E6835E}"/>
              </a:ext>
            </a:extLst>
          </p:cNvPr>
          <p:cNvSpPr/>
          <p:nvPr/>
        </p:nvSpPr>
        <p:spPr bwMode="auto">
          <a:xfrm>
            <a:off x="4723613" y="1873546"/>
            <a:ext cx="766691" cy="288032"/>
          </a:xfrm>
          <a:prstGeom prst="ellipse">
            <a:avLst/>
          </a:prstGeom>
          <a:ln w="3175"/>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宋体" pitchFamily="2" charset="-122"/>
              <a:ea typeface="宋体" pitchFamily="2" charset="-122"/>
            </a:endParaRPr>
          </a:p>
        </p:txBody>
      </p:sp>
      <p:sp>
        <p:nvSpPr>
          <p:cNvPr id="33" name="文本框 32">
            <a:extLst>
              <a:ext uri="{FF2B5EF4-FFF2-40B4-BE49-F238E27FC236}">
                <a16:creationId xmlns:a16="http://schemas.microsoft.com/office/drawing/2014/main" id="{595764F9-BA67-1149-A854-BC81E25757D1}"/>
              </a:ext>
            </a:extLst>
          </p:cNvPr>
          <p:cNvSpPr txBox="1"/>
          <p:nvPr/>
        </p:nvSpPr>
        <p:spPr>
          <a:xfrm>
            <a:off x="4723613" y="1878767"/>
            <a:ext cx="897943" cy="307777"/>
          </a:xfrm>
          <a:prstGeom prst="rect">
            <a:avLst/>
          </a:prstGeom>
          <a:noFill/>
        </p:spPr>
        <p:txBody>
          <a:bodyPr wrap="square">
            <a:spAutoFit/>
          </a:bodyPr>
          <a:lstStyle/>
          <a:p>
            <a:pPr marR="0" indent="11113" algn="just" defTabSz="914400" rtl="0" eaLnBrk="0" fontAlgn="base" latinLnBrk="0" hangingPunct="0">
              <a:lnSpc>
                <a:spcPct val="100000"/>
              </a:lnSpc>
              <a:spcBef>
                <a:spcPct val="0"/>
              </a:spcBef>
              <a:spcAft>
                <a:spcPct val="0"/>
              </a:spcAft>
              <a:buClrTx/>
              <a:buSzTx/>
              <a:buFontTx/>
              <a:buNone/>
            </a:pPr>
            <a:r>
              <a:rPr kumimoji="1" lang="en-US" altLang="zh-CN" sz="1400" b="0" i="0" strike="noStrike" cap="none" normalizeH="0" baseline="0" dirty="0">
                <a:ln>
                  <a:noFill/>
                </a:ln>
                <a:solidFill>
                  <a:schemeClr val="bg2"/>
                </a:solidFill>
                <a:effectLst/>
                <a:latin typeface="+mn-lt"/>
                <a:ea typeface="宋体" pitchFamily="2" charset="-122"/>
              </a:rPr>
              <a:t>PNAME</a:t>
            </a:r>
            <a:endParaRPr kumimoji="1" lang="zh-CN" altLang="en-US" sz="1400" b="0" i="0" strike="noStrike" cap="none" normalizeH="0" baseline="0" dirty="0">
              <a:ln>
                <a:noFill/>
              </a:ln>
              <a:solidFill>
                <a:schemeClr val="bg2"/>
              </a:solidFill>
              <a:effectLst/>
              <a:latin typeface="+mn-lt"/>
              <a:ea typeface="宋体" pitchFamily="2" charset="-122"/>
            </a:endParaRPr>
          </a:p>
        </p:txBody>
      </p:sp>
      <p:sp>
        <p:nvSpPr>
          <p:cNvPr id="35" name="椭圆 34">
            <a:extLst>
              <a:ext uri="{FF2B5EF4-FFF2-40B4-BE49-F238E27FC236}">
                <a16:creationId xmlns:a16="http://schemas.microsoft.com/office/drawing/2014/main" id="{50833262-2669-7E49-9EAE-22AA0EEF7742}"/>
              </a:ext>
            </a:extLst>
          </p:cNvPr>
          <p:cNvSpPr/>
          <p:nvPr/>
        </p:nvSpPr>
        <p:spPr bwMode="auto">
          <a:xfrm>
            <a:off x="5750906" y="2268721"/>
            <a:ext cx="985694" cy="288032"/>
          </a:xfrm>
          <a:prstGeom prst="ellipse">
            <a:avLst/>
          </a:prstGeom>
          <a:ln w="3175"/>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宋体" pitchFamily="2" charset="-122"/>
              <a:ea typeface="宋体" pitchFamily="2" charset="-122"/>
            </a:endParaRPr>
          </a:p>
        </p:txBody>
      </p:sp>
      <p:sp>
        <p:nvSpPr>
          <p:cNvPr id="36" name="文本框 35">
            <a:extLst>
              <a:ext uri="{FF2B5EF4-FFF2-40B4-BE49-F238E27FC236}">
                <a16:creationId xmlns:a16="http://schemas.microsoft.com/office/drawing/2014/main" id="{46AE45AA-1AA3-EE4D-BA9C-BB6B92CC5B62}"/>
              </a:ext>
            </a:extLst>
          </p:cNvPr>
          <p:cNvSpPr txBox="1"/>
          <p:nvPr/>
        </p:nvSpPr>
        <p:spPr>
          <a:xfrm>
            <a:off x="5748992" y="2277144"/>
            <a:ext cx="1058691" cy="307777"/>
          </a:xfrm>
          <a:prstGeom prst="rect">
            <a:avLst/>
          </a:prstGeom>
          <a:noFill/>
        </p:spPr>
        <p:txBody>
          <a:bodyPr wrap="square">
            <a:spAutoFit/>
          </a:bodyPr>
          <a:lstStyle/>
          <a:p>
            <a:pPr marR="0" indent="11113" algn="just" defTabSz="914400" rtl="0" eaLnBrk="0" fontAlgn="base" latinLnBrk="0" hangingPunct="0">
              <a:lnSpc>
                <a:spcPct val="100000"/>
              </a:lnSpc>
              <a:spcBef>
                <a:spcPct val="0"/>
              </a:spcBef>
              <a:spcAft>
                <a:spcPct val="0"/>
              </a:spcAft>
              <a:buClrTx/>
              <a:buSzTx/>
              <a:buFontTx/>
              <a:buNone/>
            </a:pPr>
            <a:r>
              <a:rPr kumimoji="1" lang="en-US" altLang="zh-CN" sz="1400" b="0" i="0" strike="noStrike" cap="none" normalizeH="0" baseline="0" dirty="0">
                <a:ln>
                  <a:noFill/>
                </a:ln>
                <a:solidFill>
                  <a:schemeClr val="bg2"/>
                </a:solidFill>
                <a:effectLst/>
                <a:latin typeface="+mn-lt"/>
                <a:ea typeface="宋体" pitchFamily="2" charset="-122"/>
              </a:rPr>
              <a:t>WEIGHTE</a:t>
            </a:r>
            <a:endParaRPr kumimoji="1" lang="zh-CN" altLang="en-US" sz="1400" b="0" i="0" strike="noStrike" cap="none" normalizeH="0" baseline="0" dirty="0">
              <a:ln>
                <a:noFill/>
              </a:ln>
              <a:solidFill>
                <a:schemeClr val="bg2"/>
              </a:solidFill>
              <a:effectLst/>
              <a:latin typeface="+mn-lt"/>
              <a:ea typeface="宋体" pitchFamily="2" charset="-122"/>
            </a:endParaRPr>
          </a:p>
        </p:txBody>
      </p:sp>
      <p:cxnSp>
        <p:nvCxnSpPr>
          <p:cNvPr id="37" name="直线连接符 36">
            <a:extLst>
              <a:ext uri="{FF2B5EF4-FFF2-40B4-BE49-F238E27FC236}">
                <a16:creationId xmlns:a16="http://schemas.microsoft.com/office/drawing/2014/main" id="{0300C820-35B4-8947-B6E2-C3625BA5D609}"/>
              </a:ext>
            </a:extLst>
          </p:cNvPr>
          <p:cNvCxnSpPr>
            <a:cxnSpLocks/>
            <a:stCxn id="31" idx="2"/>
          </p:cNvCxnSpPr>
          <p:nvPr/>
        </p:nvCxnSpPr>
        <p:spPr bwMode="auto">
          <a:xfrm>
            <a:off x="4692927" y="2494321"/>
            <a:ext cx="696068" cy="429001"/>
          </a:xfrm>
          <a:prstGeom prst="line">
            <a:avLst/>
          </a:prstGeom>
          <a:ln/>
        </p:spPr>
        <p:style>
          <a:lnRef idx="1">
            <a:schemeClr val="dk1"/>
          </a:lnRef>
          <a:fillRef idx="0">
            <a:schemeClr val="dk1"/>
          </a:fillRef>
          <a:effectRef idx="0">
            <a:schemeClr val="dk1"/>
          </a:effectRef>
          <a:fontRef idx="minor">
            <a:schemeClr val="tx1"/>
          </a:fontRef>
        </p:style>
      </p:cxnSp>
      <p:cxnSp>
        <p:nvCxnSpPr>
          <p:cNvPr id="38" name="直线连接符 37">
            <a:extLst>
              <a:ext uri="{FF2B5EF4-FFF2-40B4-BE49-F238E27FC236}">
                <a16:creationId xmlns:a16="http://schemas.microsoft.com/office/drawing/2014/main" id="{132E83B2-E823-6E49-9E15-E0BEA655EE20}"/>
              </a:ext>
            </a:extLst>
          </p:cNvPr>
          <p:cNvCxnSpPr>
            <a:cxnSpLocks/>
          </p:cNvCxnSpPr>
          <p:nvPr/>
        </p:nvCxnSpPr>
        <p:spPr bwMode="auto">
          <a:xfrm>
            <a:off x="5121710" y="2176017"/>
            <a:ext cx="279922" cy="769532"/>
          </a:xfrm>
          <a:prstGeom prst="line">
            <a:avLst/>
          </a:prstGeom>
          <a:ln/>
        </p:spPr>
        <p:style>
          <a:lnRef idx="1">
            <a:schemeClr val="dk1"/>
          </a:lnRef>
          <a:fillRef idx="0">
            <a:schemeClr val="dk1"/>
          </a:fillRef>
          <a:effectRef idx="0">
            <a:schemeClr val="dk1"/>
          </a:effectRef>
          <a:fontRef idx="minor">
            <a:schemeClr val="tx1"/>
          </a:fontRef>
        </p:style>
      </p:cxnSp>
      <p:cxnSp>
        <p:nvCxnSpPr>
          <p:cNvPr id="39" name="直线连接符 38">
            <a:extLst>
              <a:ext uri="{FF2B5EF4-FFF2-40B4-BE49-F238E27FC236}">
                <a16:creationId xmlns:a16="http://schemas.microsoft.com/office/drawing/2014/main" id="{6BCE2063-DA87-694B-957C-699CD6715FAF}"/>
              </a:ext>
            </a:extLst>
          </p:cNvPr>
          <p:cNvCxnSpPr>
            <a:cxnSpLocks/>
            <a:stCxn id="36" idx="2"/>
          </p:cNvCxnSpPr>
          <p:nvPr/>
        </p:nvCxnSpPr>
        <p:spPr bwMode="auto">
          <a:xfrm flipH="1">
            <a:off x="5387633" y="2584921"/>
            <a:ext cx="890705" cy="368675"/>
          </a:xfrm>
          <a:prstGeom prst="line">
            <a:avLst/>
          </a:prstGeom>
          <a:ln/>
        </p:spPr>
        <p:style>
          <a:lnRef idx="1">
            <a:schemeClr val="dk1"/>
          </a:lnRef>
          <a:fillRef idx="0">
            <a:schemeClr val="dk1"/>
          </a:fillRef>
          <a:effectRef idx="0">
            <a:schemeClr val="dk1"/>
          </a:effectRef>
          <a:fontRef idx="minor">
            <a:schemeClr val="tx1"/>
          </a:fontRef>
        </p:style>
      </p:cxnSp>
      <p:sp>
        <p:nvSpPr>
          <p:cNvPr id="40" name="椭圆 39">
            <a:extLst>
              <a:ext uri="{FF2B5EF4-FFF2-40B4-BE49-F238E27FC236}">
                <a16:creationId xmlns:a16="http://schemas.microsoft.com/office/drawing/2014/main" id="{0FAED9DF-F118-A843-87E1-EFFAD6F7116E}"/>
              </a:ext>
            </a:extLst>
          </p:cNvPr>
          <p:cNvSpPr/>
          <p:nvPr/>
        </p:nvSpPr>
        <p:spPr bwMode="auto">
          <a:xfrm>
            <a:off x="7092280" y="2335441"/>
            <a:ext cx="576064" cy="288032"/>
          </a:xfrm>
          <a:prstGeom prst="ellipse">
            <a:avLst/>
          </a:prstGeom>
          <a:ln w="3175"/>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宋体" pitchFamily="2" charset="-122"/>
              <a:ea typeface="宋体" pitchFamily="2" charset="-122"/>
            </a:endParaRPr>
          </a:p>
        </p:txBody>
      </p:sp>
      <p:sp>
        <p:nvSpPr>
          <p:cNvPr id="41" name="文本框 40">
            <a:extLst>
              <a:ext uri="{FF2B5EF4-FFF2-40B4-BE49-F238E27FC236}">
                <a16:creationId xmlns:a16="http://schemas.microsoft.com/office/drawing/2014/main" id="{24A643C9-9143-2442-BC04-238F98DA02C6}"/>
              </a:ext>
            </a:extLst>
          </p:cNvPr>
          <p:cNvSpPr txBox="1"/>
          <p:nvPr/>
        </p:nvSpPr>
        <p:spPr>
          <a:xfrm>
            <a:off x="7132983" y="2324759"/>
            <a:ext cx="587915" cy="307777"/>
          </a:xfrm>
          <a:prstGeom prst="rect">
            <a:avLst/>
          </a:prstGeom>
          <a:noFill/>
        </p:spPr>
        <p:txBody>
          <a:bodyPr wrap="square">
            <a:spAutoFit/>
          </a:bodyPr>
          <a:lstStyle/>
          <a:p>
            <a:pPr marR="0" indent="11113" algn="just" defTabSz="914400" rtl="0" eaLnBrk="0" fontAlgn="base" latinLnBrk="0" hangingPunct="0">
              <a:lnSpc>
                <a:spcPct val="100000"/>
              </a:lnSpc>
              <a:spcBef>
                <a:spcPct val="0"/>
              </a:spcBef>
              <a:spcAft>
                <a:spcPct val="0"/>
              </a:spcAft>
              <a:buClrTx/>
              <a:buSzTx/>
              <a:buFontTx/>
              <a:buNone/>
            </a:pPr>
            <a:r>
              <a:rPr kumimoji="1" lang="en-US" altLang="zh-CN" sz="1400" b="0" i="0" strike="noStrike" cap="none" normalizeH="0" baseline="0" dirty="0">
                <a:ln>
                  <a:noFill/>
                </a:ln>
                <a:solidFill>
                  <a:schemeClr val="bg2"/>
                </a:solidFill>
                <a:effectLst/>
                <a:latin typeface="+mn-lt"/>
                <a:ea typeface="宋体" pitchFamily="2" charset="-122"/>
              </a:rPr>
              <a:t>SNO</a:t>
            </a:r>
            <a:endParaRPr kumimoji="1" lang="zh-CN" altLang="en-US" sz="1400" b="0" i="0" strike="noStrike" cap="none" normalizeH="0" baseline="0" dirty="0">
              <a:ln>
                <a:noFill/>
              </a:ln>
              <a:solidFill>
                <a:schemeClr val="bg2"/>
              </a:solidFill>
              <a:effectLst/>
              <a:latin typeface="+mn-lt"/>
              <a:ea typeface="宋体" pitchFamily="2" charset="-122"/>
            </a:endParaRPr>
          </a:p>
        </p:txBody>
      </p:sp>
      <p:sp>
        <p:nvSpPr>
          <p:cNvPr id="42" name="椭圆 41">
            <a:extLst>
              <a:ext uri="{FF2B5EF4-FFF2-40B4-BE49-F238E27FC236}">
                <a16:creationId xmlns:a16="http://schemas.microsoft.com/office/drawing/2014/main" id="{ECB64649-0AC6-984A-8917-C562C4762B74}"/>
              </a:ext>
            </a:extLst>
          </p:cNvPr>
          <p:cNvSpPr/>
          <p:nvPr/>
        </p:nvSpPr>
        <p:spPr bwMode="auto">
          <a:xfrm>
            <a:off x="7354888" y="1966250"/>
            <a:ext cx="766691" cy="288032"/>
          </a:xfrm>
          <a:prstGeom prst="ellipse">
            <a:avLst/>
          </a:prstGeom>
          <a:ln w="3175"/>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宋体" pitchFamily="2" charset="-122"/>
              <a:ea typeface="宋体" pitchFamily="2" charset="-122"/>
            </a:endParaRPr>
          </a:p>
        </p:txBody>
      </p:sp>
      <p:sp>
        <p:nvSpPr>
          <p:cNvPr id="43" name="文本框 42">
            <a:extLst>
              <a:ext uri="{FF2B5EF4-FFF2-40B4-BE49-F238E27FC236}">
                <a16:creationId xmlns:a16="http://schemas.microsoft.com/office/drawing/2014/main" id="{245E2B21-5BF6-E94E-8AC6-FC95B4BF4F29}"/>
              </a:ext>
            </a:extLst>
          </p:cNvPr>
          <p:cNvSpPr txBox="1"/>
          <p:nvPr/>
        </p:nvSpPr>
        <p:spPr>
          <a:xfrm>
            <a:off x="7354888" y="1971471"/>
            <a:ext cx="897943" cy="307777"/>
          </a:xfrm>
          <a:prstGeom prst="rect">
            <a:avLst/>
          </a:prstGeom>
          <a:noFill/>
        </p:spPr>
        <p:txBody>
          <a:bodyPr wrap="square">
            <a:spAutoFit/>
          </a:bodyPr>
          <a:lstStyle/>
          <a:p>
            <a:pPr marR="0" indent="11113" algn="just" defTabSz="914400" rtl="0" eaLnBrk="0" fontAlgn="base" latinLnBrk="0" hangingPunct="0">
              <a:lnSpc>
                <a:spcPct val="100000"/>
              </a:lnSpc>
              <a:spcBef>
                <a:spcPct val="0"/>
              </a:spcBef>
              <a:spcAft>
                <a:spcPct val="0"/>
              </a:spcAft>
              <a:buClrTx/>
              <a:buSzTx/>
              <a:buFontTx/>
              <a:buNone/>
            </a:pPr>
            <a:r>
              <a:rPr kumimoji="1" lang="en-US" altLang="zh-CN" sz="1400" b="0" i="0" strike="noStrike" cap="none" normalizeH="0" baseline="0" dirty="0">
                <a:ln>
                  <a:noFill/>
                </a:ln>
                <a:solidFill>
                  <a:schemeClr val="bg2"/>
                </a:solidFill>
                <a:effectLst/>
                <a:latin typeface="+mn-lt"/>
                <a:ea typeface="宋体" pitchFamily="2" charset="-122"/>
              </a:rPr>
              <a:t>SNAME</a:t>
            </a:r>
            <a:endParaRPr kumimoji="1" lang="zh-CN" altLang="en-US" sz="1400" b="0" i="0" strike="noStrike" cap="none" normalizeH="0" baseline="0" dirty="0">
              <a:ln>
                <a:noFill/>
              </a:ln>
              <a:solidFill>
                <a:schemeClr val="bg2"/>
              </a:solidFill>
              <a:effectLst/>
              <a:latin typeface="+mn-lt"/>
              <a:ea typeface="宋体" pitchFamily="2" charset="-122"/>
            </a:endParaRPr>
          </a:p>
        </p:txBody>
      </p:sp>
      <p:sp>
        <p:nvSpPr>
          <p:cNvPr id="44" name="椭圆 43">
            <a:extLst>
              <a:ext uri="{FF2B5EF4-FFF2-40B4-BE49-F238E27FC236}">
                <a16:creationId xmlns:a16="http://schemas.microsoft.com/office/drawing/2014/main" id="{3BD06616-410A-DD4A-A286-FA572CE5E8D0}"/>
              </a:ext>
            </a:extLst>
          </p:cNvPr>
          <p:cNvSpPr/>
          <p:nvPr/>
        </p:nvSpPr>
        <p:spPr bwMode="auto">
          <a:xfrm>
            <a:off x="7797354" y="2311146"/>
            <a:ext cx="754256" cy="288032"/>
          </a:xfrm>
          <a:prstGeom prst="ellipse">
            <a:avLst/>
          </a:prstGeom>
          <a:ln w="3175"/>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宋体" pitchFamily="2" charset="-122"/>
              <a:ea typeface="宋体" pitchFamily="2" charset="-122"/>
            </a:endParaRPr>
          </a:p>
        </p:txBody>
      </p:sp>
      <p:sp>
        <p:nvSpPr>
          <p:cNvPr id="45" name="文本框 44">
            <a:extLst>
              <a:ext uri="{FF2B5EF4-FFF2-40B4-BE49-F238E27FC236}">
                <a16:creationId xmlns:a16="http://schemas.microsoft.com/office/drawing/2014/main" id="{ED7D354E-003A-2C4C-8B7F-03BFCDF1B3EF}"/>
              </a:ext>
            </a:extLst>
          </p:cNvPr>
          <p:cNvSpPr txBox="1"/>
          <p:nvPr/>
        </p:nvSpPr>
        <p:spPr>
          <a:xfrm>
            <a:off x="7786637" y="2298500"/>
            <a:ext cx="897943" cy="307777"/>
          </a:xfrm>
          <a:prstGeom prst="rect">
            <a:avLst/>
          </a:prstGeom>
          <a:noFill/>
        </p:spPr>
        <p:txBody>
          <a:bodyPr wrap="square">
            <a:spAutoFit/>
          </a:bodyPr>
          <a:lstStyle/>
          <a:p>
            <a:pPr marR="0" indent="11113" algn="just" defTabSz="914400" rtl="0" eaLnBrk="0" fontAlgn="base" latinLnBrk="0" hangingPunct="0">
              <a:lnSpc>
                <a:spcPct val="100000"/>
              </a:lnSpc>
              <a:spcBef>
                <a:spcPct val="0"/>
              </a:spcBef>
              <a:spcAft>
                <a:spcPct val="0"/>
              </a:spcAft>
              <a:buClrTx/>
              <a:buSzTx/>
              <a:buFontTx/>
              <a:buNone/>
            </a:pPr>
            <a:r>
              <a:rPr kumimoji="1" lang="en-US" altLang="zh-CN" sz="1400" b="0" i="0" strike="noStrike" cap="none" normalizeH="0" baseline="0" dirty="0">
                <a:ln>
                  <a:noFill/>
                </a:ln>
                <a:solidFill>
                  <a:schemeClr val="bg2"/>
                </a:solidFill>
                <a:effectLst/>
                <a:latin typeface="+mn-lt"/>
                <a:ea typeface="宋体" pitchFamily="2" charset="-122"/>
              </a:rPr>
              <a:t>SADDR</a:t>
            </a:r>
            <a:endParaRPr kumimoji="1" lang="zh-CN" altLang="en-US" sz="1400" b="0" i="0" strike="noStrike" cap="none" normalizeH="0" baseline="0" dirty="0">
              <a:ln>
                <a:noFill/>
              </a:ln>
              <a:solidFill>
                <a:schemeClr val="bg2"/>
              </a:solidFill>
              <a:effectLst/>
              <a:latin typeface="+mn-lt"/>
              <a:ea typeface="宋体" pitchFamily="2" charset="-122"/>
            </a:endParaRPr>
          </a:p>
        </p:txBody>
      </p:sp>
      <p:cxnSp>
        <p:nvCxnSpPr>
          <p:cNvPr id="46" name="直线连接符 45">
            <a:extLst>
              <a:ext uri="{FF2B5EF4-FFF2-40B4-BE49-F238E27FC236}">
                <a16:creationId xmlns:a16="http://schemas.microsoft.com/office/drawing/2014/main" id="{489467C0-0112-514C-BEB3-724050C63772}"/>
              </a:ext>
            </a:extLst>
          </p:cNvPr>
          <p:cNvCxnSpPr>
            <a:cxnSpLocks/>
            <a:stCxn id="41" idx="2"/>
          </p:cNvCxnSpPr>
          <p:nvPr/>
        </p:nvCxnSpPr>
        <p:spPr bwMode="auto">
          <a:xfrm>
            <a:off x="7426941" y="2632536"/>
            <a:ext cx="287570" cy="344225"/>
          </a:xfrm>
          <a:prstGeom prst="line">
            <a:avLst/>
          </a:prstGeom>
          <a:ln/>
        </p:spPr>
        <p:style>
          <a:lnRef idx="1">
            <a:schemeClr val="dk1"/>
          </a:lnRef>
          <a:fillRef idx="0">
            <a:schemeClr val="dk1"/>
          </a:fillRef>
          <a:effectRef idx="0">
            <a:schemeClr val="dk1"/>
          </a:effectRef>
          <a:fontRef idx="minor">
            <a:schemeClr val="tx1"/>
          </a:fontRef>
        </p:style>
      </p:cxnSp>
      <p:cxnSp>
        <p:nvCxnSpPr>
          <p:cNvPr id="47" name="直线连接符 46">
            <a:extLst>
              <a:ext uri="{FF2B5EF4-FFF2-40B4-BE49-F238E27FC236}">
                <a16:creationId xmlns:a16="http://schemas.microsoft.com/office/drawing/2014/main" id="{AC9F16B9-630B-B14D-A78A-58BBC1AF5622}"/>
              </a:ext>
            </a:extLst>
          </p:cNvPr>
          <p:cNvCxnSpPr>
            <a:cxnSpLocks/>
          </p:cNvCxnSpPr>
          <p:nvPr/>
        </p:nvCxnSpPr>
        <p:spPr bwMode="auto">
          <a:xfrm flipH="1">
            <a:off x="7724253" y="2281035"/>
            <a:ext cx="14724" cy="684876"/>
          </a:xfrm>
          <a:prstGeom prst="line">
            <a:avLst/>
          </a:prstGeom>
          <a:ln/>
        </p:spPr>
        <p:style>
          <a:lnRef idx="1">
            <a:schemeClr val="dk1"/>
          </a:lnRef>
          <a:fillRef idx="0">
            <a:schemeClr val="dk1"/>
          </a:fillRef>
          <a:effectRef idx="0">
            <a:schemeClr val="dk1"/>
          </a:effectRef>
          <a:fontRef idx="minor">
            <a:schemeClr val="tx1"/>
          </a:fontRef>
        </p:style>
      </p:cxnSp>
      <p:cxnSp>
        <p:nvCxnSpPr>
          <p:cNvPr id="48" name="直线连接符 47">
            <a:extLst>
              <a:ext uri="{FF2B5EF4-FFF2-40B4-BE49-F238E27FC236}">
                <a16:creationId xmlns:a16="http://schemas.microsoft.com/office/drawing/2014/main" id="{383D4231-80E7-A74E-A60F-C6568009F061}"/>
              </a:ext>
            </a:extLst>
          </p:cNvPr>
          <p:cNvCxnSpPr>
            <a:cxnSpLocks/>
            <a:stCxn id="45" idx="2"/>
          </p:cNvCxnSpPr>
          <p:nvPr/>
        </p:nvCxnSpPr>
        <p:spPr bwMode="auto">
          <a:xfrm flipH="1">
            <a:off x="7714511" y="2606277"/>
            <a:ext cx="521098" cy="363667"/>
          </a:xfrm>
          <a:prstGeom prst="line">
            <a:avLst/>
          </a:prstGeom>
          <a:ln/>
        </p:spPr>
        <p:style>
          <a:lnRef idx="1">
            <a:schemeClr val="dk1"/>
          </a:lnRef>
          <a:fillRef idx="0">
            <a:schemeClr val="dk1"/>
          </a:fillRef>
          <a:effectRef idx="0">
            <a:schemeClr val="dk1"/>
          </a:effectRef>
          <a:fontRef idx="minor">
            <a:schemeClr val="tx1"/>
          </a:fontRef>
        </p:style>
      </p:cxnSp>
      <p:sp>
        <p:nvSpPr>
          <p:cNvPr id="51" name="文本框 50">
            <a:extLst>
              <a:ext uri="{FF2B5EF4-FFF2-40B4-BE49-F238E27FC236}">
                <a16:creationId xmlns:a16="http://schemas.microsoft.com/office/drawing/2014/main" id="{91F49838-99D0-B345-B32E-E8CE27B6168B}"/>
              </a:ext>
            </a:extLst>
          </p:cNvPr>
          <p:cNvSpPr txBox="1"/>
          <p:nvPr/>
        </p:nvSpPr>
        <p:spPr>
          <a:xfrm>
            <a:off x="5595570" y="1893682"/>
            <a:ext cx="824323" cy="307777"/>
          </a:xfrm>
          <a:prstGeom prst="rect">
            <a:avLst/>
          </a:prstGeom>
          <a:noFill/>
        </p:spPr>
        <p:txBody>
          <a:bodyPr wrap="square">
            <a:spAutoFit/>
          </a:bodyPr>
          <a:lstStyle/>
          <a:p>
            <a:pPr marR="0" indent="11113" algn="just" defTabSz="914400" rtl="0" eaLnBrk="0" fontAlgn="base" latinLnBrk="0" hangingPunct="0">
              <a:lnSpc>
                <a:spcPct val="100000"/>
              </a:lnSpc>
              <a:spcBef>
                <a:spcPct val="0"/>
              </a:spcBef>
              <a:spcAft>
                <a:spcPct val="0"/>
              </a:spcAft>
              <a:buClrTx/>
              <a:buSzTx/>
              <a:buFontTx/>
              <a:buNone/>
            </a:pPr>
            <a:r>
              <a:rPr kumimoji="1" lang="en-US" altLang="zh-CN" sz="1400" b="0" i="0" strike="noStrike" cap="none" normalizeH="0" baseline="0" dirty="0">
                <a:ln>
                  <a:noFill/>
                </a:ln>
                <a:solidFill>
                  <a:schemeClr val="bg2"/>
                </a:solidFill>
                <a:effectLst/>
                <a:latin typeface="+mn-lt"/>
                <a:ea typeface="宋体" pitchFamily="2" charset="-122"/>
              </a:rPr>
              <a:t>COLOR</a:t>
            </a:r>
            <a:endParaRPr kumimoji="1" lang="zh-CN" altLang="en-US" sz="1400" b="0" i="0" strike="noStrike" cap="none" normalizeH="0" baseline="0" dirty="0">
              <a:ln>
                <a:noFill/>
              </a:ln>
              <a:solidFill>
                <a:schemeClr val="bg2"/>
              </a:solidFill>
              <a:effectLst/>
              <a:latin typeface="+mn-lt"/>
              <a:ea typeface="宋体" pitchFamily="2" charset="-122"/>
            </a:endParaRPr>
          </a:p>
        </p:txBody>
      </p:sp>
      <p:cxnSp>
        <p:nvCxnSpPr>
          <p:cNvPr id="52" name="直线连接符 51">
            <a:extLst>
              <a:ext uri="{FF2B5EF4-FFF2-40B4-BE49-F238E27FC236}">
                <a16:creationId xmlns:a16="http://schemas.microsoft.com/office/drawing/2014/main" id="{7968F84C-75E0-2D41-A8C7-C562B4BCD86E}"/>
              </a:ext>
            </a:extLst>
          </p:cNvPr>
          <p:cNvCxnSpPr>
            <a:cxnSpLocks/>
          </p:cNvCxnSpPr>
          <p:nvPr/>
        </p:nvCxnSpPr>
        <p:spPr bwMode="auto">
          <a:xfrm flipH="1">
            <a:off x="5401632" y="2125359"/>
            <a:ext cx="273901" cy="820190"/>
          </a:xfrm>
          <a:prstGeom prst="line">
            <a:avLst/>
          </a:prstGeom>
          <a:ln/>
        </p:spPr>
        <p:style>
          <a:lnRef idx="1">
            <a:schemeClr val="dk1"/>
          </a:lnRef>
          <a:fillRef idx="0">
            <a:schemeClr val="dk1"/>
          </a:fillRef>
          <a:effectRef idx="0">
            <a:schemeClr val="dk1"/>
          </a:effectRef>
          <a:fontRef idx="minor">
            <a:schemeClr val="tx1"/>
          </a:fontRef>
        </p:style>
      </p:cxnSp>
      <p:sp>
        <p:nvSpPr>
          <p:cNvPr id="56" name="文本框 55">
            <a:extLst>
              <a:ext uri="{FF2B5EF4-FFF2-40B4-BE49-F238E27FC236}">
                <a16:creationId xmlns:a16="http://schemas.microsoft.com/office/drawing/2014/main" id="{B6B1F0E0-CD92-C542-BCF9-464086EA56E6}"/>
              </a:ext>
            </a:extLst>
          </p:cNvPr>
          <p:cNvSpPr txBox="1"/>
          <p:nvPr/>
        </p:nvSpPr>
        <p:spPr>
          <a:xfrm>
            <a:off x="3749306" y="3904299"/>
            <a:ext cx="927316" cy="307777"/>
          </a:xfrm>
          <a:prstGeom prst="rect">
            <a:avLst/>
          </a:prstGeom>
          <a:noFill/>
        </p:spPr>
        <p:txBody>
          <a:bodyPr wrap="square">
            <a:spAutoFit/>
          </a:bodyPr>
          <a:lstStyle/>
          <a:p>
            <a:pPr marR="0" indent="11113" algn="just" defTabSz="914400" rtl="0" eaLnBrk="0" fontAlgn="base" latinLnBrk="0" hangingPunct="0">
              <a:lnSpc>
                <a:spcPct val="100000"/>
              </a:lnSpc>
              <a:spcBef>
                <a:spcPct val="0"/>
              </a:spcBef>
              <a:spcAft>
                <a:spcPct val="0"/>
              </a:spcAft>
              <a:buClrTx/>
              <a:buSzTx/>
              <a:buFontTx/>
              <a:buNone/>
            </a:pPr>
            <a:r>
              <a:rPr kumimoji="1" lang="en-US" altLang="zh-CN" sz="1400" b="0" i="0" strike="noStrike" cap="none" normalizeH="0" baseline="0" dirty="0">
                <a:ln>
                  <a:noFill/>
                </a:ln>
                <a:solidFill>
                  <a:schemeClr val="bg2"/>
                </a:solidFill>
                <a:effectLst/>
                <a:latin typeface="+mn-lt"/>
                <a:ea typeface="宋体" pitchFamily="2" charset="-122"/>
              </a:rPr>
              <a:t>TOTAL</a:t>
            </a:r>
            <a:endParaRPr kumimoji="1" lang="zh-CN" altLang="en-US" sz="1400" b="0" i="0" strike="noStrike" cap="none" normalizeH="0" baseline="0" dirty="0">
              <a:ln>
                <a:noFill/>
              </a:ln>
              <a:solidFill>
                <a:schemeClr val="bg2"/>
              </a:solidFill>
              <a:effectLst/>
              <a:latin typeface="+mn-lt"/>
              <a:ea typeface="宋体" pitchFamily="2" charset="-122"/>
            </a:endParaRPr>
          </a:p>
        </p:txBody>
      </p:sp>
      <p:cxnSp>
        <p:nvCxnSpPr>
          <p:cNvPr id="57" name="直线连接符 56">
            <a:extLst>
              <a:ext uri="{FF2B5EF4-FFF2-40B4-BE49-F238E27FC236}">
                <a16:creationId xmlns:a16="http://schemas.microsoft.com/office/drawing/2014/main" id="{844604AC-23B1-A34D-B8DC-604683A9771A}"/>
              </a:ext>
            </a:extLst>
          </p:cNvPr>
          <p:cNvCxnSpPr>
            <a:cxnSpLocks/>
            <a:stCxn id="56" idx="0"/>
          </p:cNvCxnSpPr>
          <p:nvPr/>
        </p:nvCxnSpPr>
        <p:spPr bwMode="auto">
          <a:xfrm flipV="1">
            <a:off x="4212964" y="3433411"/>
            <a:ext cx="37457" cy="470888"/>
          </a:xfrm>
          <a:prstGeom prst="line">
            <a:avLst/>
          </a:prstGeom>
          <a:ln/>
        </p:spPr>
        <p:style>
          <a:lnRef idx="1">
            <a:schemeClr val="dk1"/>
          </a:lnRef>
          <a:fillRef idx="0">
            <a:schemeClr val="dk1"/>
          </a:fillRef>
          <a:effectRef idx="0">
            <a:schemeClr val="dk1"/>
          </a:effectRef>
          <a:fontRef idx="minor">
            <a:schemeClr val="tx1"/>
          </a:fontRef>
        </p:style>
      </p:cxnSp>
      <p:sp>
        <p:nvSpPr>
          <p:cNvPr id="64" name="椭圆 63">
            <a:extLst>
              <a:ext uri="{FF2B5EF4-FFF2-40B4-BE49-F238E27FC236}">
                <a16:creationId xmlns:a16="http://schemas.microsoft.com/office/drawing/2014/main" id="{067827C5-D97E-3F49-A534-25687AC4F56B}"/>
              </a:ext>
            </a:extLst>
          </p:cNvPr>
          <p:cNvSpPr/>
          <p:nvPr/>
        </p:nvSpPr>
        <p:spPr bwMode="auto">
          <a:xfrm>
            <a:off x="6004522" y="3905855"/>
            <a:ext cx="1093684" cy="288032"/>
          </a:xfrm>
          <a:prstGeom prst="ellipse">
            <a:avLst/>
          </a:prstGeom>
          <a:ln w="3175"/>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宋体" pitchFamily="2" charset="-122"/>
              <a:ea typeface="宋体" pitchFamily="2" charset="-122"/>
            </a:endParaRPr>
          </a:p>
        </p:txBody>
      </p:sp>
      <p:sp>
        <p:nvSpPr>
          <p:cNvPr id="65" name="文本框 64">
            <a:extLst>
              <a:ext uri="{FF2B5EF4-FFF2-40B4-BE49-F238E27FC236}">
                <a16:creationId xmlns:a16="http://schemas.microsoft.com/office/drawing/2014/main" id="{B66EED1E-DF96-714E-8123-66F73A8A8411}"/>
              </a:ext>
            </a:extLst>
          </p:cNvPr>
          <p:cNvSpPr txBox="1"/>
          <p:nvPr/>
        </p:nvSpPr>
        <p:spPr>
          <a:xfrm>
            <a:off x="6019011" y="3909438"/>
            <a:ext cx="1315884" cy="307777"/>
          </a:xfrm>
          <a:prstGeom prst="rect">
            <a:avLst/>
          </a:prstGeom>
          <a:noFill/>
        </p:spPr>
        <p:txBody>
          <a:bodyPr wrap="square">
            <a:spAutoFit/>
          </a:bodyPr>
          <a:lstStyle/>
          <a:p>
            <a:pPr marR="0" indent="11113" algn="just" defTabSz="914400" rtl="0" eaLnBrk="0" fontAlgn="base" latinLnBrk="0" hangingPunct="0">
              <a:lnSpc>
                <a:spcPct val="100000"/>
              </a:lnSpc>
              <a:spcBef>
                <a:spcPct val="0"/>
              </a:spcBef>
              <a:spcAft>
                <a:spcPct val="0"/>
              </a:spcAft>
              <a:buClrTx/>
              <a:buSzTx/>
              <a:buFontTx/>
              <a:buNone/>
            </a:pPr>
            <a:r>
              <a:rPr kumimoji="1" lang="en-US" altLang="zh-CN" sz="1400" b="0" i="0" strike="noStrike" cap="none" normalizeH="0" baseline="0" dirty="0">
                <a:ln>
                  <a:noFill/>
                </a:ln>
                <a:solidFill>
                  <a:schemeClr val="bg2"/>
                </a:solidFill>
                <a:effectLst/>
                <a:latin typeface="+mn-lt"/>
                <a:ea typeface="宋体" pitchFamily="2" charset="-122"/>
              </a:rPr>
              <a:t>QUANTITY</a:t>
            </a:r>
            <a:endParaRPr kumimoji="1" lang="zh-CN" altLang="en-US" sz="1400" b="0" i="0" strike="noStrike" cap="none" normalizeH="0" baseline="0" dirty="0">
              <a:ln>
                <a:noFill/>
              </a:ln>
              <a:solidFill>
                <a:schemeClr val="bg2"/>
              </a:solidFill>
              <a:effectLst/>
              <a:latin typeface="+mn-lt"/>
              <a:ea typeface="宋体" pitchFamily="2" charset="-122"/>
            </a:endParaRPr>
          </a:p>
        </p:txBody>
      </p:sp>
      <p:cxnSp>
        <p:nvCxnSpPr>
          <p:cNvPr id="66" name="直线连接符 65">
            <a:extLst>
              <a:ext uri="{FF2B5EF4-FFF2-40B4-BE49-F238E27FC236}">
                <a16:creationId xmlns:a16="http://schemas.microsoft.com/office/drawing/2014/main" id="{3D54EC17-53FD-2E43-8889-2FE348A6D1F5}"/>
              </a:ext>
            </a:extLst>
          </p:cNvPr>
          <p:cNvCxnSpPr>
            <a:cxnSpLocks/>
            <a:stCxn id="65" idx="0"/>
          </p:cNvCxnSpPr>
          <p:nvPr/>
        </p:nvCxnSpPr>
        <p:spPr bwMode="auto">
          <a:xfrm flipH="1" flipV="1">
            <a:off x="6520126" y="3438550"/>
            <a:ext cx="156827" cy="470888"/>
          </a:xfrm>
          <a:prstGeom prst="line">
            <a:avLst/>
          </a:prstGeom>
          <a:ln/>
        </p:spPr>
        <p:style>
          <a:lnRef idx="1">
            <a:schemeClr val="dk1"/>
          </a:lnRef>
          <a:fillRef idx="0">
            <a:schemeClr val="dk1"/>
          </a:fillRef>
          <a:effectRef idx="0">
            <a:schemeClr val="dk1"/>
          </a:effectRef>
          <a:fontRef idx="minor">
            <a:schemeClr val="tx1"/>
          </a:fontRef>
        </p:style>
      </p:cxnSp>
      <p:sp>
        <p:nvSpPr>
          <p:cNvPr id="69" name="矩形 68">
            <a:extLst>
              <a:ext uri="{FF2B5EF4-FFF2-40B4-BE49-F238E27FC236}">
                <a16:creationId xmlns:a16="http://schemas.microsoft.com/office/drawing/2014/main" id="{73CF7C4D-FD33-5F48-AC06-5016C8C52CFE}"/>
              </a:ext>
            </a:extLst>
          </p:cNvPr>
          <p:cNvSpPr/>
          <p:nvPr/>
        </p:nvSpPr>
        <p:spPr bwMode="auto">
          <a:xfrm>
            <a:off x="5077596" y="2945549"/>
            <a:ext cx="648072" cy="453976"/>
          </a:xfrm>
          <a:prstGeom prst="rect">
            <a:avLst/>
          </a:prstGeom>
          <a:ln/>
        </p:spPr>
        <p:style>
          <a:lnRef idx="2">
            <a:schemeClr val="dk1"/>
          </a:lnRef>
          <a:fillRef idx="1">
            <a:schemeClr val="lt1"/>
          </a:fillRef>
          <a:effectRef idx="0">
            <a:schemeClr val="dk1"/>
          </a:effectRef>
          <a:fontRef idx="minor">
            <a:schemeClr val="dk1"/>
          </a:fontRef>
        </p:style>
        <p:txBody>
          <a:bodyPr vert="horz" wrap="square" lIns="18000" tIns="36000" rIns="36000" bIns="36000" numCol="1" rtlCol="0" anchor="ctr" anchorCtr="0" compatLnSpc="1">
            <a:prstTxWarp prst="textNoShape">
              <a:avLst/>
            </a:prstTxWarp>
            <a:noAutofit/>
          </a:bodyPr>
          <a:lstStyle/>
          <a:p>
            <a:pPr marR="0" indent="11113" algn="ctr" defTabSz="914400" rtl="0" eaLnBrk="0" fontAlgn="base" latinLnBrk="0" hangingPunct="0">
              <a:lnSpc>
                <a:spcPct val="100000"/>
              </a:lnSpc>
              <a:spcBef>
                <a:spcPct val="0"/>
              </a:spcBef>
              <a:spcAft>
                <a:spcPct val="0"/>
              </a:spcAft>
              <a:buClrTx/>
              <a:buSzTx/>
              <a:buFontTx/>
              <a:buNone/>
            </a:pPr>
            <a:r>
              <a:rPr lang="en-US" altLang="zh-CN" sz="2000" dirty="0">
                <a:solidFill>
                  <a:schemeClr val="bg2"/>
                </a:solidFill>
                <a:ea typeface="宋体" pitchFamily="2" charset="-122"/>
              </a:rPr>
              <a:t>Part</a:t>
            </a:r>
            <a:endParaRPr kumimoji="1" lang="zh-CN" altLang="en-US" sz="2000" b="0" i="0" u="none" strike="noStrike" cap="none" normalizeH="0" baseline="0" dirty="0">
              <a:ln>
                <a:noFill/>
              </a:ln>
              <a:solidFill>
                <a:schemeClr val="bg2"/>
              </a:solidFill>
              <a:effectLst/>
              <a:ea typeface="宋体" pitchFamily="2" charset="-122"/>
            </a:endParaRPr>
          </a:p>
        </p:txBody>
      </p:sp>
      <p:sp>
        <p:nvSpPr>
          <p:cNvPr id="70" name="菱形 69">
            <a:extLst>
              <a:ext uri="{FF2B5EF4-FFF2-40B4-BE49-F238E27FC236}">
                <a16:creationId xmlns:a16="http://schemas.microsoft.com/office/drawing/2014/main" id="{592472EF-8086-034D-822F-4AB0DBCB5792}"/>
              </a:ext>
            </a:extLst>
          </p:cNvPr>
          <p:cNvSpPr/>
          <p:nvPr/>
        </p:nvSpPr>
        <p:spPr bwMode="auto">
          <a:xfrm>
            <a:off x="3878188" y="2893737"/>
            <a:ext cx="744466" cy="539674"/>
          </a:xfrm>
          <a:prstGeom prst="diamond">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noAutofit/>
          </a:bodyPr>
          <a:lstStyle/>
          <a:p>
            <a:pPr marR="0" indent="11113" algn="just" defTabSz="914400" rtl="0" eaLnBrk="0" fontAlgn="base" latinLnBrk="0" hangingPunct="0">
              <a:lnSpc>
                <a:spcPct val="100000"/>
              </a:lnSpc>
              <a:spcBef>
                <a:spcPct val="0"/>
              </a:spcBef>
              <a:spcAft>
                <a:spcPct val="0"/>
              </a:spcAft>
              <a:buClrTx/>
              <a:buSzTx/>
              <a:buFontTx/>
              <a:buNone/>
            </a:pPr>
            <a:endParaRPr kumimoji="1" lang="zh-CN" altLang="en-US" sz="1800" b="0" i="0" u="none" strike="noStrike" cap="none" normalizeH="0" baseline="0" dirty="0">
              <a:ln>
                <a:noFill/>
              </a:ln>
              <a:solidFill>
                <a:schemeClr val="bg2"/>
              </a:solidFill>
              <a:effectLst/>
              <a:latin typeface="宋体" pitchFamily="2" charset="-122"/>
              <a:ea typeface="宋体" pitchFamily="2" charset="-122"/>
            </a:endParaRPr>
          </a:p>
        </p:txBody>
      </p:sp>
      <p:sp>
        <p:nvSpPr>
          <p:cNvPr id="71" name="文本框 70">
            <a:extLst>
              <a:ext uri="{FF2B5EF4-FFF2-40B4-BE49-F238E27FC236}">
                <a16:creationId xmlns:a16="http://schemas.microsoft.com/office/drawing/2014/main" id="{0F8EEFC1-7B7E-594B-9831-FB95702C7535}"/>
              </a:ext>
            </a:extLst>
          </p:cNvPr>
          <p:cNvSpPr txBox="1"/>
          <p:nvPr/>
        </p:nvSpPr>
        <p:spPr>
          <a:xfrm>
            <a:off x="3999076" y="2978908"/>
            <a:ext cx="587915" cy="369332"/>
          </a:xfrm>
          <a:prstGeom prst="rect">
            <a:avLst/>
          </a:prstGeom>
          <a:noFill/>
        </p:spPr>
        <p:txBody>
          <a:bodyPr wrap="square">
            <a:spAutoFit/>
          </a:bodyPr>
          <a:lstStyle/>
          <a:p>
            <a:pPr marR="0" indent="11113" algn="just" defTabSz="914400" rtl="0" eaLnBrk="0" fontAlgn="base" latinLnBrk="0" hangingPunct="0">
              <a:lnSpc>
                <a:spcPct val="100000"/>
              </a:lnSpc>
              <a:spcBef>
                <a:spcPct val="0"/>
              </a:spcBef>
              <a:spcAft>
                <a:spcPct val="0"/>
              </a:spcAft>
              <a:buClrTx/>
              <a:buSzTx/>
              <a:buFontTx/>
              <a:buNone/>
            </a:pPr>
            <a:r>
              <a:rPr kumimoji="1" lang="en-US" altLang="zh-CN" sz="1800" b="0" i="0" u="none" strike="noStrike" cap="none" normalizeH="0" baseline="0" dirty="0">
                <a:ln>
                  <a:noFill/>
                </a:ln>
                <a:solidFill>
                  <a:schemeClr val="bg2"/>
                </a:solidFill>
                <a:effectLst/>
                <a:latin typeface="+mn-lt"/>
                <a:ea typeface="宋体" pitchFamily="2" charset="-122"/>
              </a:rPr>
              <a:t>P_P</a:t>
            </a:r>
            <a:endParaRPr kumimoji="1" lang="zh-CN" altLang="en-US" sz="1800" b="0" i="0" u="none" strike="noStrike" cap="none" normalizeH="0" baseline="0" dirty="0">
              <a:ln>
                <a:noFill/>
              </a:ln>
              <a:solidFill>
                <a:schemeClr val="bg2"/>
              </a:solidFill>
              <a:effectLst/>
              <a:latin typeface="+mn-lt"/>
              <a:ea typeface="宋体" pitchFamily="2" charset="-122"/>
            </a:endParaRPr>
          </a:p>
        </p:txBody>
      </p:sp>
      <p:cxnSp>
        <p:nvCxnSpPr>
          <p:cNvPr id="72" name="直线连接符 71">
            <a:extLst>
              <a:ext uri="{FF2B5EF4-FFF2-40B4-BE49-F238E27FC236}">
                <a16:creationId xmlns:a16="http://schemas.microsoft.com/office/drawing/2014/main" id="{542E6AFF-F765-7D40-8EC2-EC7469EEAB57}"/>
              </a:ext>
            </a:extLst>
          </p:cNvPr>
          <p:cNvCxnSpPr>
            <a:cxnSpLocks/>
            <a:endCxn id="70" idx="1"/>
          </p:cNvCxnSpPr>
          <p:nvPr/>
        </p:nvCxnSpPr>
        <p:spPr bwMode="auto">
          <a:xfrm flipV="1">
            <a:off x="3470868" y="3163574"/>
            <a:ext cx="407320" cy="8964"/>
          </a:xfrm>
          <a:prstGeom prst="line">
            <a:avLst/>
          </a:prstGeom>
          <a:ln/>
        </p:spPr>
        <p:style>
          <a:lnRef idx="1">
            <a:schemeClr val="dk1"/>
          </a:lnRef>
          <a:fillRef idx="0">
            <a:schemeClr val="dk1"/>
          </a:fillRef>
          <a:effectRef idx="0">
            <a:schemeClr val="dk1"/>
          </a:effectRef>
          <a:fontRef idx="minor">
            <a:schemeClr val="tx1"/>
          </a:fontRef>
        </p:style>
      </p:cxnSp>
      <p:cxnSp>
        <p:nvCxnSpPr>
          <p:cNvPr id="73" name="直线连接符 72">
            <a:extLst>
              <a:ext uri="{FF2B5EF4-FFF2-40B4-BE49-F238E27FC236}">
                <a16:creationId xmlns:a16="http://schemas.microsoft.com/office/drawing/2014/main" id="{8FB77E88-8176-7A42-A36B-62BD0671AEAE}"/>
              </a:ext>
            </a:extLst>
          </p:cNvPr>
          <p:cNvCxnSpPr>
            <a:cxnSpLocks/>
            <a:stCxn id="70" idx="3"/>
          </p:cNvCxnSpPr>
          <p:nvPr/>
        </p:nvCxnSpPr>
        <p:spPr bwMode="auto">
          <a:xfrm flipV="1">
            <a:off x="4622654" y="3154610"/>
            <a:ext cx="454942" cy="8964"/>
          </a:xfrm>
          <a:prstGeom prst="line">
            <a:avLst/>
          </a:prstGeom>
          <a:ln/>
        </p:spPr>
        <p:style>
          <a:lnRef idx="1">
            <a:schemeClr val="dk1"/>
          </a:lnRef>
          <a:fillRef idx="0">
            <a:schemeClr val="dk1"/>
          </a:fillRef>
          <a:effectRef idx="0">
            <a:schemeClr val="dk1"/>
          </a:effectRef>
          <a:fontRef idx="minor">
            <a:schemeClr val="tx1"/>
          </a:fontRef>
        </p:style>
      </p:cxnSp>
      <p:sp>
        <p:nvSpPr>
          <p:cNvPr id="74" name="菱形 73">
            <a:extLst>
              <a:ext uri="{FF2B5EF4-FFF2-40B4-BE49-F238E27FC236}">
                <a16:creationId xmlns:a16="http://schemas.microsoft.com/office/drawing/2014/main" id="{1B3BA398-0A1D-3D4C-A82C-BC069A764464}"/>
              </a:ext>
            </a:extLst>
          </p:cNvPr>
          <p:cNvSpPr/>
          <p:nvPr/>
        </p:nvSpPr>
        <p:spPr bwMode="auto">
          <a:xfrm>
            <a:off x="6135487" y="2884773"/>
            <a:ext cx="744466" cy="539674"/>
          </a:xfrm>
          <a:prstGeom prst="diamond">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noAutofit/>
          </a:bodyPr>
          <a:lstStyle/>
          <a:p>
            <a:pPr marR="0" indent="11113" algn="just" defTabSz="914400" rtl="0" eaLnBrk="0" fontAlgn="base" latinLnBrk="0" hangingPunct="0">
              <a:lnSpc>
                <a:spcPct val="100000"/>
              </a:lnSpc>
              <a:spcBef>
                <a:spcPct val="0"/>
              </a:spcBef>
              <a:spcAft>
                <a:spcPct val="0"/>
              </a:spcAft>
              <a:buClrTx/>
              <a:buSzTx/>
              <a:buFontTx/>
              <a:buNone/>
            </a:pPr>
            <a:endParaRPr kumimoji="1" lang="zh-CN" altLang="en-US" sz="1800" b="0" i="0" u="none" strike="noStrike" cap="none" normalizeH="0" baseline="0" dirty="0">
              <a:ln>
                <a:noFill/>
              </a:ln>
              <a:solidFill>
                <a:schemeClr val="bg2"/>
              </a:solidFill>
              <a:effectLst/>
              <a:latin typeface="宋体" pitchFamily="2" charset="-122"/>
              <a:ea typeface="宋体" pitchFamily="2" charset="-122"/>
            </a:endParaRPr>
          </a:p>
        </p:txBody>
      </p:sp>
      <p:sp>
        <p:nvSpPr>
          <p:cNvPr id="75" name="文本框 74">
            <a:extLst>
              <a:ext uri="{FF2B5EF4-FFF2-40B4-BE49-F238E27FC236}">
                <a16:creationId xmlns:a16="http://schemas.microsoft.com/office/drawing/2014/main" id="{155D80BB-813D-174E-9570-68682B6C4255}"/>
              </a:ext>
            </a:extLst>
          </p:cNvPr>
          <p:cNvSpPr txBox="1"/>
          <p:nvPr/>
        </p:nvSpPr>
        <p:spPr>
          <a:xfrm>
            <a:off x="6256375" y="2969944"/>
            <a:ext cx="587915" cy="369332"/>
          </a:xfrm>
          <a:prstGeom prst="rect">
            <a:avLst/>
          </a:prstGeom>
          <a:noFill/>
        </p:spPr>
        <p:txBody>
          <a:bodyPr wrap="square">
            <a:spAutoFit/>
          </a:bodyPr>
          <a:lstStyle/>
          <a:p>
            <a:pPr marR="0" indent="11113" algn="just" defTabSz="914400" rtl="0" eaLnBrk="0" fontAlgn="base" latinLnBrk="0" hangingPunct="0">
              <a:lnSpc>
                <a:spcPct val="100000"/>
              </a:lnSpc>
              <a:spcBef>
                <a:spcPct val="0"/>
              </a:spcBef>
              <a:spcAft>
                <a:spcPct val="0"/>
              </a:spcAft>
              <a:buClrTx/>
              <a:buSzTx/>
              <a:buFontTx/>
              <a:buNone/>
            </a:pPr>
            <a:r>
              <a:rPr kumimoji="1" lang="en-US" altLang="zh-CN" sz="1800" b="0" i="0" u="none" strike="noStrike" cap="none" normalizeH="0" baseline="0" dirty="0">
                <a:ln>
                  <a:noFill/>
                </a:ln>
                <a:solidFill>
                  <a:schemeClr val="bg2"/>
                </a:solidFill>
                <a:effectLst/>
                <a:latin typeface="+mn-lt"/>
                <a:ea typeface="宋体" pitchFamily="2" charset="-122"/>
              </a:rPr>
              <a:t>P_S</a:t>
            </a:r>
            <a:endParaRPr kumimoji="1" lang="zh-CN" altLang="en-US" sz="1800" b="0" i="0" u="none" strike="noStrike" cap="none" normalizeH="0" baseline="0" dirty="0">
              <a:ln>
                <a:noFill/>
              </a:ln>
              <a:solidFill>
                <a:schemeClr val="bg2"/>
              </a:solidFill>
              <a:effectLst/>
              <a:latin typeface="+mn-lt"/>
              <a:ea typeface="宋体" pitchFamily="2" charset="-122"/>
            </a:endParaRPr>
          </a:p>
        </p:txBody>
      </p:sp>
      <p:cxnSp>
        <p:nvCxnSpPr>
          <p:cNvPr id="76" name="直线连接符 75">
            <a:extLst>
              <a:ext uri="{FF2B5EF4-FFF2-40B4-BE49-F238E27FC236}">
                <a16:creationId xmlns:a16="http://schemas.microsoft.com/office/drawing/2014/main" id="{721F6698-D8FA-764B-9D9C-483DFBD22708}"/>
              </a:ext>
            </a:extLst>
          </p:cNvPr>
          <p:cNvCxnSpPr>
            <a:cxnSpLocks/>
            <a:endCxn id="74" idx="1"/>
          </p:cNvCxnSpPr>
          <p:nvPr/>
        </p:nvCxnSpPr>
        <p:spPr bwMode="auto">
          <a:xfrm flipV="1">
            <a:off x="5728167" y="3154610"/>
            <a:ext cx="407320" cy="8964"/>
          </a:xfrm>
          <a:prstGeom prst="line">
            <a:avLst/>
          </a:prstGeom>
          <a:ln/>
        </p:spPr>
        <p:style>
          <a:lnRef idx="1">
            <a:schemeClr val="dk1"/>
          </a:lnRef>
          <a:fillRef idx="0">
            <a:schemeClr val="dk1"/>
          </a:fillRef>
          <a:effectRef idx="0">
            <a:schemeClr val="dk1"/>
          </a:effectRef>
          <a:fontRef idx="minor">
            <a:schemeClr val="tx1"/>
          </a:fontRef>
        </p:style>
      </p:cxnSp>
      <p:cxnSp>
        <p:nvCxnSpPr>
          <p:cNvPr id="77" name="直线连接符 76">
            <a:extLst>
              <a:ext uri="{FF2B5EF4-FFF2-40B4-BE49-F238E27FC236}">
                <a16:creationId xmlns:a16="http://schemas.microsoft.com/office/drawing/2014/main" id="{5CA39695-AB63-084E-B754-0AC345E35434}"/>
              </a:ext>
            </a:extLst>
          </p:cNvPr>
          <p:cNvCxnSpPr>
            <a:cxnSpLocks/>
            <a:stCxn id="74" idx="3"/>
          </p:cNvCxnSpPr>
          <p:nvPr/>
        </p:nvCxnSpPr>
        <p:spPr bwMode="auto">
          <a:xfrm flipV="1">
            <a:off x="6879953" y="3145646"/>
            <a:ext cx="454942" cy="8964"/>
          </a:xfrm>
          <a:prstGeom prst="line">
            <a:avLst/>
          </a:prstGeom>
          <a:ln/>
        </p:spPr>
        <p:style>
          <a:lnRef idx="1">
            <a:schemeClr val="dk1"/>
          </a:lnRef>
          <a:fillRef idx="0">
            <a:schemeClr val="dk1"/>
          </a:fillRef>
          <a:effectRef idx="0">
            <a:schemeClr val="dk1"/>
          </a:effectRef>
          <a:fontRef idx="minor">
            <a:schemeClr val="tx1"/>
          </a:fontRef>
        </p:style>
      </p:cxnSp>
      <p:sp>
        <p:nvSpPr>
          <p:cNvPr id="78" name="Text Box 10">
            <a:extLst>
              <a:ext uri="{FF2B5EF4-FFF2-40B4-BE49-F238E27FC236}">
                <a16:creationId xmlns:a16="http://schemas.microsoft.com/office/drawing/2014/main" id="{762E3821-9085-5A4E-8A5F-F0D5C8187C93}"/>
              </a:ext>
            </a:extLst>
          </p:cNvPr>
          <p:cNvSpPr txBox="1">
            <a:spLocks noChangeArrowheads="1"/>
          </p:cNvSpPr>
          <p:nvPr/>
        </p:nvSpPr>
        <p:spPr bwMode="auto">
          <a:xfrm>
            <a:off x="4330797" y="2819880"/>
            <a:ext cx="1025525" cy="687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1800" dirty="0">
                <a:solidFill>
                  <a:schemeClr val="bg2"/>
                </a:solidFill>
                <a:latin typeface="Times New Roman" pitchFamily="18" charset="0"/>
              </a:rPr>
              <a:t>N</a:t>
            </a:r>
          </a:p>
        </p:txBody>
      </p:sp>
      <p:sp>
        <p:nvSpPr>
          <p:cNvPr id="79" name="Text Box 10">
            <a:extLst>
              <a:ext uri="{FF2B5EF4-FFF2-40B4-BE49-F238E27FC236}">
                <a16:creationId xmlns:a16="http://schemas.microsoft.com/office/drawing/2014/main" id="{52EA0F92-F8C9-2143-B1B5-0D0AEF22A4AC}"/>
              </a:ext>
            </a:extLst>
          </p:cNvPr>
          <p:cNvSpPr txBox="1">
            <a:spLocks noChangeArrowheads="1"/>
          </p:cNvSpPr>
          <p:nvPr/>
        </p:nvSpPr>
        <p:spPr bwMode="auto">
          <a:xfrm>
            <a:off x="5437936" y="2773581"/>
            <a:ext cx="1025525" cy="687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1800" dirty="0">
                <a:solidFill>
                  <a:schemeClr val="bg2"/>
                </a:solidFill>
                <a:latin typeface="Times New Roman" pitchFamily="18" charset="0"/>
              </a:rPr>
              <a:t>M</a:t>
            </a:r>
          </a:p>
        </p:txBody>
      </p:sp>
      <p:sp>
        <p:nvSpPr>
          <p:cNvPr id="80" name="Text Box 10">
            <a:extLst>
              <a:ext uri="{FF2B5EF4-FFF2-40B4-BE49-F238E27FC236}">
                <a16:creationId xmlns:a16="http://schemas.microsoft.com/office/drawing/2014/main" id="{1FF55361-D4B0-414D-BD8D-EBAF6A96E36A}"/>
              </a:ext>
            </a:extLst>
          </p:cNvPr>
          <p:cNvSpPr txBox="1">
            <a:spLocks noChangeArrowheads="1"/>
          </p:cNvSpPr>
          <p:nvPr/>
        </p:nvSpPr>
        <p:spPr bwMode="auto">
          <a:xfrm>
            <a:off x="6583156" y="2771088"/>
            <a:ext cx="1025525" cy="687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1800" dirty="0">
                <a:solidFill>
                  <a:schemeClr val="bg2"/>
                </a:solidFill>
                <a:latin typeface="Times New Roman" pitchFamily="18" charset="0"/>
              </a:rPr>
              <a:t>N</a:t>
            </a:r>
          </a:p>
        </p:txBody>
      </p:sp>
      <p:sp>
        <p:nvSpPr>
          <p:cNvPr id="81" name="Text Box 10">
            <a:extLst>
              <a:ext uri="{FF2B5EF4-FFF2-40B4-BE49-F238E27FC236}">
                <a16:creationId xmlns:a16="http://schemas.microsoft.com/office/drawing/2014/main" id="{49A9C3F5-38C4-D448-8339-CAF1D60AB1C4}"/>
              </a:ext>
            </a:extLst>
          </p:cNvPr>
          <p:cNvSpPr txBox="1">
            <a:spLocks noChangeArrowheads="1"/>
          </p:cNvSpPr>
          <p:nvPr/>
        </p:nvSpPr>
        <p:spPr bwMode="auto">
          <a:xfrm>
            <a:off x="3225465" y="2782036"/>
            <a:ext cx="1025525" cy="687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1800" dirty="0">
                <a:solidFill>
                  <a:schemeClr val="bg2"/>
                </a:solidFill>
                <a:latin typeface="Times New Roman" pitchFamily="18" charset="0"/>
              </a:rPr>
              <a:t>M</a:t>
            </a:r>
          </a:p>
        </p:txBody>
      </p:sp>
    </p:spTree>
    <p:extLst>
      <p:ext uri="{BB962C8B-B14F-4D97-AF65-F5344CB8AC3E}">
        <p14:creationId xmlns:p14="http://schemas.microsoft.com/office/powerpoint/2010/main" val="260248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17">
                                            <p:txEl>
                                              <p:pRg st="0" end="0"/>
                                            </p:txEl>
                                          </p:spTgt>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18" presetClass="emph" presetSubtype="0" fill="hold" nodeType="clickEffect">
                                  <p:stCondLst>
                                    <p:cond delay="0"/>
                                  </p:stCondLst>
                                  <p:iterate type="lt">
                                    <p:tmPct val="4000"/>
                                  </p:iterate>
                                  <p:childTnLst>
                                    <p:set>
                                      <p:cBhvr override="childStyle">
                                        <p:cTn id="10" dur="500" fill="hold"/>
                                        <p:tgtEl>
                                          <p:spTgt spid="31">
                                            <p:txEl>
                                              <p:pRg st="0" end="0"/>
                                            </p:txEl>
                                          </p:spTgt>
                                        </p:tgtEl>
                                        <p:attrNameLst>
                                          <p:attrName>style.textDecorationUnderline</p:attrName>
                                        </p:attrNameLst>
                                      </p:cBhvr>
                                      <p:to>
                                        <p:strVal val="true"/>
                                      </p:to>
                                    </p:set>
                                  </p:childTnLst>
                                </p:cTn>
                              </p:par>
                            </p:childTnLst>
                          </p:cTn>
                        </p:par>
                      </p:childTnLst>
                    </p:cTn>
                  </p:par>
                  <p:par>
                    <p:cTn id="11" fill="hold">
                      <p:stCondLst>
                        <p:cond delay="indefinite"/>
                      </p:stCondLst>
                      <p:childTnLst>
                        <p:par>
                          <p:cTn id="12" fill="hold">
                            <p:stCondLst>
                              <p:cond delay="0"/>
                            </p:stCondLst>
                            <p:childTnLst>
                              <p:par>
                                <p:cTn id="13" presetID="18" presetClass="emph" presetSubtype="0" fill="hold" nodeType="clickEffect">
                                  <p:stCondLst>
                                    <p:cond delay="0"/>
                                  </p:stCondLst>
                                  <p:iterate type="lt">
                                    <p:tmPct val="4000"/>
                                  </p:iterate>
                                  <p:childTnLst>
                                    <p:set>
                                      <p:cBhvr override="childStyle">
                                        <p:cTn id="14" dur="500" fill="hold"/>
                                        <p:tgtEl>
                                          <p:spTgt spid="41">
                                            <p:txEl>
                                              <p:pRg st="0" end="0"/>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5B169DB-3122-7F47-A7A4-1BD80A1933DC}"/>
              </a:ext>
            </a:extLst>
          </p:cNvPr>
          <p:cNvPicPr>
            <a:picLocks noChangeAspect="1"/>
          </p:cNvPicPr>
          <p:nvPr/>
        </p:nvPicPr>
        <p:blipFill>
          <a:blip r:embed="rId3"/>
          <a:stretch>
            <a:fillRect/>
          </a:stretch>
        </p:blipFill>
        <p:spPr>
          <a:xfrm>
            <a:off x="270253" y="116632"/>
            <a:ext cx="8603494" cy="2134988"/>
          </a:xfrm>
          <a:prstGeom prst="rect">
            <a:avLst/>
          </a:prstGeom>
        </p:spPr>
      </p:pic>
      <p:pic>
        <p:nvPicPr>
          <p:cNvPr id="3" name="图片 2">
            <a:extLst>
              <a:ext uri="{FF2B5EF4-FFF2-40B4-BE49-F238E27FC236}">
                <a16:creationId xmlns:a16="http://schemas.microsoft.com/office/drawing/2014/main" id="{A67FC362-9BA6-994B-AF89-DDC637BB9161}"/>
              </a:ext>
            </a:extLst>
          </p:cNvPr>
          <p:cNvPicPr>
            <a:picLocks noChangeAspect="1"/>
          </p:cNvPicPr>
          <p:nvPr/>
        </p:nvPicPr>
        <p:blipFill>
          <a:blip r:embed="rId4"/>
          <a:stretch>
            <a:fillRect/>
          </a:stretch>
        </p:blipFill>
        <p:spPr>
          <a:xfrm>
            <a:off x="1130300" y="2251620"/>
            <a:ext cx="7042100" cy="4612446"/>
          </a:xfrm>
          <a:prstGeom prst="rect">
            <a:avLst/>
          </a:prstGeom>
        </p:spPr>
      </p:pic>
    </p:spTree>
    <p:extLst>
      <p:ext uri="{BB962C8B-B14F-4D97-AF65-F5344CB8AC3E}">
        <p14:creationId xmlns:p14="http://schemas.microsoft.com/office/powerpoint/2010/main" val="2316090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60547E8-CA6F-C74B-B049-DB3D5178BEC4}"/>
              </a:ext>
            </a:extLst>
          </p:cNvPr>
          <p:cNvSpPr txBox="1"/>
          <p:nvPr/>
        </p:nvSpPr>
        <p:spPr>
          <a:xfrm>
            <a:off x="536098" y="1807559"/>
            <a:ext cx="8280920" cy="4524315"/>
          </a:xfrm>
          <a:prstGeom prst="rect">
            <a:avLst/>
          </a:prstGeom>
          <a:noFill/>
        </p:spPr>
        <p:txBody>
          <a:bodyPr wrap="square">
            <a:spAutoFit/>
          </a:bodyPr>
          <a:lstStyle/>
          <a:p>
            <a:pPr>
              <a:lnSpc>
                <a:spcPct val="100000"/>
              </a:lnSpc>
            </a:pPr>
            <a:r>
              <a:rPr lang="zh-CN" altLang="en-US" sz="2400" dirty="0">
                <a:solidFill>
                  <a:schemeClr val="bg2"/>
                </a:solidFill>
              </a:rPr>
              <a:t>设某商业集团数据库有三个实体集。一是“商品”实体集，属性有商品号、商品名、 规格、单价等；二是“商店”实体集，属性有商店号、商店名、地址等；三是“供应商” 实体集，属性有供应商编号、供应商名、地址等。</a:t>
            </a:r>
          </a:p>
          <a:p>
            <a:pPr>
              <a:lnSpc>
                <a:spcPct val="100000"/>
              </a:lnSpc>
            </a:pPr>
            <a:endParaRPr lang="zh-CN" altLang="en-US" sz="2400" dirty="0">
              <a:solidFill>
                <a:schemeClr val="bg2"/>
              </a:solidFill>
            </a:endParaRPr>
          </a:p>
          <a:p>
            <a:pPr>
              <a:lnSpc>
                <a:spcPct val="100000"/>
              </a:lnSpc>
            </a:pPr>
            <a:r>
              <a:rPr lang="zh-CN" altLang="en-US" sz="2400" dirty="0">
                <a:solidFill>
                  <a:schemeClr val="bg2"/>
                </a:solidFill>
              </a:rPr>
              <a:t>供应商与商品之间存在“供应”联系，每个供应商可供应多种商品，每种商品可向多 个供应商订购，每个供应商供应每种商品有个月供应量；商店与商品间存在“销售”联 系，每个商店可销售多种商品，每种商品可在多个商店销售，每个商店销售每种商品有个 月计划数。</a:t>
            </a:r>
          </a:p>
          <a:p>
            <a:pPr>
              <a:lnSpc>
                <a:spcPct val="100000"/>
              </a:lnSpc>
            </a:pPr>
            <a:endParaRPr lang="zh-CN" altLang="en-US" sz="2400" dirty="0">
              <a:solidFill>
                <a:schemeClr val="bg2"/>
              </a:solidFill>
            </a:endParaRPr>
          </a:p>
          <a:p>
            <a:pPr>
              <a:lnSpc>
                <a:spcPct val="100000"/>
              </a:lnSpc>
            </a:pPr>
            <a:r>
              <a:rPr lang="zh-CN" altLang="en-US" sz="2400" dirty="0">
                <a:solidFill>
                  <a:schemeClr val="bg2"/>
                </a:solidFill>
              </a:rPr>
              <a:t>试画出反映上述问题的 ER 图，并将其转换成关系模式。</a:t>
            </a:r>
          </a:p>
        </p:txBody>
      </p:sp>
      <p:sp>
        <p:nvSpPr>
          <p:cNvPr id="4" name="Text Box 10">
            <a:extLst>
              <a:ext uri="{FF2B5EF4-FFF2-40B4-BE49-F238E27FC236}">
                <a16:creationId xmlns:a16="http://schemas.microsoft.com/office/drawing/2014/main" id="{6C8525AC-BD68-DC40-B7A1-CD18A6A8DA86}"/>
              </a:ext>
            </a:extLst>
          </p:cNvPr>
          <p:cNvSpPr txBox="1">
            <a:spLocks noChangeArrowheads="1"/>
          </p:cNvSpPr>
          <p:nvPr/>
        </p:nvSpPr>
        <p:spPr bwMode="auto">
          <a:xfrm>
            <a:off x="1763713" y="131763"/>
            <a:ext cx="5184775" cy="1009650"/>
          </a:xfrm>
          <a:prstGeom prst="rect">
            <a:avLst/>
          </a:prstGeom>
          <a:noFill/>
          <a:ln>
            <a:noFill/>
          </a:ln>
          <a:effectLst/>
        </p:spPr>
        <p:txBody>
          <a:bodyPr>
            <a:spAutoFit/>
          </a:bodyPr>
          <a:lstStyle>
            <a:lvl1pPr indent="609600">
              <a:spcBef>
                <a:spcPct val="20000"/>
              </a:spcBef>
              <a:buClr>
                <a:schemeClr val="accent2"/>
              </a:buClr>
              <a:buSzPct val="80000"/>
              <a:buFont typeface="Wingdings"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609600" algn="just" defTabSz="914400" rtl="0" eaLnBrk="0" fontAlgn="base" latinLnBrk="0" hangingPunct="0">
              <a:lnSpc>
                <a:spcPct val="180000"/>
              </a:lnSpc>
              <a:spcBef>
                <a:spcPct val="50000"/>
              </a:spcBef>
              <a:spcAft>
                <a:spcPct val="0"/>
              </a:spcAft>
              <a:buClrTx/>
              <a:buSzTx/>
              <a:buFontTx/>
              <a:buNone/>
              <a:tabLst/>
              <a:defRPr/>
            </a:pPr>
            <a:r>
              <a:rPr kumimoji="1" lang="zh-CN" altLang="en-US" sz="4000" b="1" i="0" u="none" strike="noStrike" kern="1200" cap="none" spc="0" normalizeH="0" baseline="0" noProof="0" dirty="0">
                <a:ln>
                  <a:noFill/>
                </a:ln>
                <a:solidFill>
                  <a:srgbClr val="990000"/>
                </a:solidFill>
                <a:effectLst>
                  <a:outerShdw blurRad="38100" dist="38100" dir="2700000" algn="tl">
                    <a:srgbClr val="C0C0C0"/>
                  </a:outerShdw>
                </a:effectLst>
                <a:uLnTx/>
                <a:uFillTx/>
                <a:latin typeface="楷体" panose="02010609060101010101" pitchFamily="49" charset="-122"/>
                <a:ea typeface="楷体" panose="02010609060101010101" pitchFamily="49" charset="-122"/>
                <a:cs typeface="+mn-cs"/>
              </a:rPr>
              <a:t>课外作业</a:t>
            </a:r>
          </a:p>
        </p:txBody>
      </p:sp>
      <p:grpSp>
        <p:nvGrpSpPr>
          <p:cNvPr id="5" name="组合 1">
            <a:extLst>
              <a:ext uri="{FF2B5EF4-FFF2-40B4-BE49-F238E27FC236}">
                <a16:creationId xmlns:a16="http://schemas.microsoft.com/office/drawing/2014/main" id="{B28AE407-C9F7-7243-90AC-297827D17586}"/>
              </a:ext>
            </a:extLst>
          </p:cNvPr>
          <p:cNvGrpSpPr>
            <a:grpSpLocks/>
          </p:cNvGrpSpPr>
          <p:nvPr/>
        </p:nvGrpSpPr>
        <p:grpSpPr bwMode="auto">
          <a:xfrm>
            <a:off x="222250" y="189450"/>
            <a:ext cx="8382000" cy="2658417"/>
            <a:chOff x="222250" y="188913"/>
            <a:chExt cx="8382000" cy="2659459"/>
          </a:xfrm>
        </p:grpSpPr>
        <p:grpSp>
          <p:nvGrpSpPr>
            <p:cNvPr id="6" name="Group 3">
              <a:extLst>
                <a:ext uri="{FF2B5EF4-FFF2-40B4-BE49-F238E27FC236}">
                  <a16:creationId xmlns:a16="http://schemas.microsoft.com/office/drawing/2014/main" id="{D901D1CD-966F-CC45-B3F1-28E906A14B90}"/>
                </a:ext>
              </a:extLst>
            </p:cNvPr>
            <p:cNvGrpSpPr>
              <a:grpSpLocks/>
            </p:cNvGrpSpPr>
            <p:nvPr/>
          </p:nvGrpSpPr>
          <p:grpSpPr bwMode="auto">
            <a:xfrm>
              <a:off x="222250" y="188913"/>
              <a:ext cx="8382000" cy="1371600"/>
              <a:chOff x="0" y="288"/>
              <a:chExt cx="5760" cy="864"/>
            </a:xfrm>
          </p:grpSpPr>
          <p:sp>
            <p:nvSpPr>
              <p:cNvPr id="8" name="Rectangle 4">
                <a:extLst>
                  <a:ext uri="{FF2B5EF4-FFF2-40B4-BE49-F238E27FC236}">
                    <a16:creationId xmlns:a16="http://schemas.microsoft.com/office/drawing/2014/main" id="{47B3FC5D-3C43-C149-B9E3-EA5D77F5D582}"/>
                  </a:ext>
                </a:extLst>
              </p:cNvPr>
              <p:cNvSpPr>
                <a:spLocks noChangeArrowheads="1"/>
              </p:cNvSpPr>
              <p:nvPr/>
            </p:nvSpPr>
            <p:spPr bwMode="ltGray">
              <a:xfrm>
                <a:off x="196" y="377"/>
                <a:ext cx="428" cy="389"/>
              </a:xfrm>
              <a:prstGeom prst="rect">
                <a:avLst/>
              </a:prstGeom>
              <a:gradFill rotWithShape="0">
                <a:gsLst>
                  <a:gs pos="0">
                    <a:schemeClr val="bg1"/>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0000"/>
                  <a:buFont typeface="Wingdings"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FFFFFF"/>
                  </a:solidFill>
                  <a:effectLst/>
                  <a:uLnTx/>
                  <a:uFillTx/>
                  <a:latin typeface="Tahoma" panose="020B0604030504040204" pitchFamily="34" charset="0"/>
                  <a:ea typeface="宋体" panose="02010600030101010101" pitchFamily="2" charset="-122"/>
                  <a:cs typeface="+mn-cs"/>
                </a:endParaRPr>
              </a:p>
            </p:txBody>
          </p:sp>
          <p:sp>
            <p:nvSpPr>
              <p:cNvPr id="9" name="Rectangle 5">
                <a:extLst>
                  <a:ext uri="{FF2B5EF4-FFF2-40B4-BE49-F238E27FC236}">
                    <a16:creationId xmlns:a16="http://schemas.microsoft.com/office/drawing/2014/main" id="{14847BC5-B716-1349-8ABE-B05B9413EBD8}"/>
                  </a:ext>
                </a:extLst>
              </p:cNvPr>
              <p:cNvSpPr>
                <a:spLocks noChangeArrowheads="1"/>
              </p:cNvSpPr>
              <p:nvPr/>
            </p:nvSpPr>
            <p:spPr bwMode="ltGray">
              <a:xfrm>
                <a:off x="279" y="723"/>
                <a:ext cx="285" cy="39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0000"/>
                  <a:buFont typeface="Wingdings"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FFFFFF"/>
                  </a:solidFill>
                  <a:effectLst/>
                  <a:uLnTx/>
                  <a:uFillTx/>
                  <a:latin typeface="Tahoma" panose="020B0604030504040204" pitchFamily="34" charset="0"/>
                  <a:ea typeface="宋体" panose="02010600030101010101" pitchFamily="2" charset="-122"/>
                  <a:cs typeface="+mn-cs"/>
                </a:endParaRPr>
              </a:p>
            </p:txBody>
          </p:sp>
          <p:sp>
            <p:nvSpPr>
              <p:cNvPr id="10" name="Rectangle 6">
                <a:extLst>
                  <a:ext uri="{FF2B5EF4-FFF2-40B4-BE49-F238E27FC236}">
                    <a16:creationId xmlns:a16="http://schemas.microsoft.com/office/drawing/2014/main" id="{9BB53788-170F-C044-ABF3-03FCC0768F49}"/>
                  </a:ext>
                </a:extLst>
              </p:cNvPr>
              <p:cNvSpPr>
                <a:spLocks noChangeArrowheads="1"/>
              </p:cNvSpPr>
              <p:nvPr/>
            </p:nvSpPr>
            <p:spPr bwMode="ltGray">
              <a:xfrm>
                <a:off x="529" y="723"/>
                <a:ext cx="248" cy="39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0000"/>
                  <a:buFont typeface="Wingdings"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FFFFFF"/>
                  </a:solidFill>
                  <a:effectLst/>
                  <a:uLnTx/>
                  <a:uFillTx/>
                  <a:latin typeface="Tahoma" panose="020B0604030504040204" pitchFamily="34" charset="0"/>
                  <a:ea typeface="宋体" panose="02010600030101010101" pitchFamily="2" charset="-122"/>
                  <a:cs typeface="+mn-cs"/>
                </a:endParaRPr>
              </a:p>
            </p:txBody>
          </p:sp>
          <p:sp>
            <p:nvSpPr>
              <p:cNvPr id="11" name="Rectangle 7">
                <a:extLst>
                  <a:ext uri="{FF2B5EF4-FFF2-40B4-BE49-F238E27FC236}">
                    <a16:creationId xmlns:a16="http://schemas.microsoft.com/office/drawing/2014/main" id="{F87E9F2A-1E66-894F-BF68-89ABA7D6A7BA}"/>
                  </a:ext>
                </a:extLst>
              </p:cNvPr>
              <p:cNvSpPr>
                <a:spLocks noChangeArrowheads="1"/>
              </p:cNvSpPr>
              <p:nvPr/>
            </p:nvSpPr>
            <p:spPr bwMode="ltGray">
              <a:xfrm>
                <a:off x="0" y="576"/>
                <a:ext cx="432" cy="384"/>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0000"/>
                  <a:buFont typeface="Wingdings"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FFFFFF"/>
                  </a:solidFill>
                  <a:effectLst/>
                  <a:uLnTx/>
                  <a:uFillTx/>
                  <a:latin typeface="Tahoma" panose="020B0604030504040204" pitchFamily="34" charset="0"/>
                  <a:ea typeface="宋体" panose="02010600030101010101" pitchFamily="2" charset="-122"/>
                  <a:cs typeface="+mn-cs"/>
                </a:endParaRPr>
              </a:p>
            </p:txBody>
          </p:sp>
          <p:sp>
            <p:nvSpPr>
              <p:cNvPr id="12" name="Rectangle 8">
                <a:extLst>
                  <a:ext uri="{FF2B5EF4-FFF2-40B4-BE49-F238E27FC236}">
                    <a16:creationId xmlns:a16="http://schemas.microsoft.com/office/drawing/2014/main" id="{11915448-1944-7E4B-9089-82E34DE5E4C0}"/>
                  </a:ext>
                </a:extLst>
              </p:cNvPr>
              <p:cNvSpPr>
                <a:spLocks noChangeArrowheads="1"/>
              </p:cNvSpPr>
              <p:nvPr/>
            </p:nvSpPr>
            <p:spPr bwMode="gray">
              <a:xfrm>
                <a:off x="428" y="288"/>
                <a:ext cx="22" cy="864"/>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0000"/>
                  <a:buFont typeface="Wingdings"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FFFFFF"/>
                  </a:solidFill>
                  <a:effectLst/>
                  <a:uLnTx/>
                  <a:uFillTx/>
                  <a:latin typeface="Tahoma" panose="020B0604030504040204" pitchFamily="34" charset="0"/>
                  <a:ea typeface="宋体" panose="02010600030101010101" pitchFamily="2" charset="-122"/>
                  <a:cs typeface="+mn-cs"/>
                </a:endParaRPr>
              </a:p>
            </p:txBody>
          </p:sp>
          <p:sp>
            <p:nvSpPr>
              <p:cNvPr id="13" name="Rectangle 9">
                <a:extLst>
                  <a:ext uri="{FF2B5EF4-FFF2-40B4-BE49-F238E27FC236}">
                    <a16:creationId xmlns:a16="http://schemas.microsoft.com/office/drawing/2014/main" id="{608CEAD5-CCDC-2946-B6FC-378C010B9897}"/>
                  </a:ext>
                </a:extLst>
              </p:cNvPr>
              <p:cNvSpPr>
                <a:spLocks noChangeArrowheads="1"/>
              </p:cNvSpPr>
              <p:nvPr/>
            </p:nvSpPr>
            <p:spPr bwMode="gray">
              <a:xfrm>
                <a:off x="213" y="937"/>
                <a:ext cx="5547" cy="26"/>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0000"/>
                  <a:buFont typeface="Wingdings"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FFFFFF"/>
                  </a:solidFill>
                  <a:effectLst/>
                  <a:uLnTx/>
                  <a:uFillTx/>
                  <a:latin typeface="Tahoma" panose="020B0604030504040204" pitchFamily="34" charset="0"/>
                  <a:ea typeface="宋体" panose="02010600030101010101" pitchFamily="2" charset="-122"/>
                  <a:cs typeface="+mn-cs"/>
                </a:endParaRPr>
              </a:p>
            </p:txBody>
          </p:sp>
        </p:grpSp>
        <p:sp>
          <p:nvSpPr>
            <p:cNvPr id="7" name="Text Box 10">
              <a:extLst>
                <a:ext uri="{FF2B5EF4-FFF2-40B4-BE49-F238E27FC236}">
                  <a16:creationId xmlns:a16="http://schemas.microsoft.com/office/drawing/2014/main" id="{4D0AA37A-06BF-984D-9259-1B90D7763F6D}"/>
                </a:ext>
              </a:extLst>
            </p:cNvPr>
            <p:cNvSpPr txBox="1">
              <a:spLocks noChangeArrowheads="1"/>
            </p:cNvSpPr>
            <p:nvPr/>
          </p:nvSpPr>
          <p:spPr bwMode="auto">
            <a:xfrm>
              <a:off x="1016954" y="1838326"/>
              <a:ext cx="5184775" cy="1010046"/>
            </a:xfrm>
            <a:prstGeom prst="rect">
              <a:avLst/>
            </a:prstGeom>
            <a:noFill/>
            <a:ln>
              <a:noFill/>
            </a:ln>
            <a:effectLst/>
          </p:spPr>
          <p:txBody>
            <a:bodyPr>
              <a:spAutoFit/>
            </a:bodyPr>
            <a:lstStyle>
              <a:lvl1pPr indent="609600">
                <a:spcBef>
                  <a:spcPct val="20000"/>
                </a:spcBef>
                <a:buClr>
                  <a:schemeClr val="accent2"/>
                </a:buClr>
                <a:buSzPct val="80000"/>
                <a:buFont typeface="Wingdings"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609600" algn="just" defTabSz="914400" rtl="0" eaLnBrk="0" fontAlgn="base" latinLnBrk="0" hangingPunct="0">
                <a:lnSpc>
                  <a:spcPct val="180000"/>
                </a:lnSpc>
                <a:spcBef>
                  <a:spcPct val="50000"/>
                </a:spcBef>
                <a:spcAft>
                  <a:spcPct val="0"/>
                </a:spcAft>
                <a:buClrTx/>
                <a:buSzTx/>
                <a:buFontTx/>
                <a:buNone/>
                <a:tabLst/>
                <a:defRPr/>
              </a:pPr>
              <a:endParaRPr kumimoji="1" lang="zh-CN" altLang="en-US" sz="4000" b="1" i="0" u="none" strike="noStrike" kern="1200" cap="none" spc="0" normalizeH="0" baseline="0" noProof="0" dirty="0">
                <a:ln>
                  <a:noFill/>
                </a:ln>
                <a:solidFill>
                  <a:srgbClr val="990000"/>
                </a:solidFill>
                <a:effectLst>
                  <a:outerShdw blurRad="38100" dist="38100" dir="2700000" algn="tl">
                    <a:srgbClr val="C0C0C0"/>
                  </a:outerShdw>
                </a:effectLst>
                <a:uLnTx/>
                <a:uFillTx/>
                <a:latin typeface="楷体" panose="02010609060101010101" pitchFamily="49" charset="-122"/>
                <a:ea typeface="楷体" panose="02010609060101010101" pitchFamily="49" charset="-122"/>
                <a:cs typeface="+mn-cs"/>
              </a:endParaRPr>
            </a:p>
          </p:txBody>
        </p:sp>
      </p:grpSp>
    </p:spTree>
    <p:extLst>
      <p:ext uri="{BB962C8B-B14F-4D97-AF65-F5344CB8AC3E}">
        <p14:creationId xmlns:p14="http://schemas.microsoft.com/office/powerpoint/2010/main" val="3746337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9D39150-9AA8-8E49-A1B0-EE7830BAAB73}"/>
              </a:ext>
            </a:extLst>
          </p:cNvPr>
          <p:cNvPicPr>
            <a:picLocks noChangeAspect="1"/>
          </p:cNvPicPr>
          <p:nvPr/>
        </p:nvPicPr>
        <p:blipFill>
          <a:blip r:embed="rId2"/>
          <a:stretch>
            <a:fillRect/>
          </a:stretch>
        </p:blipFill>
        <p:spPr>
          <a:xfrm>
            <a:off x="279400" y="488950"/>
            <a:ext cx="8585200" cy="5880100"/>
          </a:xfrm>
          <a:prstGeom prst="rect">
            <a:avLst/>
          </a:prstGeom>
        </p:spPr>
      </p:pic>
    </p:spTree>
    <p:extLst>
      <p:ext uri="{BB962C8B-B14F-4D97-AF65-F5344CB8AC3E}">
        <p14:creationId xmlns:p14="http://schemas.microsoft.com/office/powerpoint/2010/main" val="34869576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0C1A7CB4-B16C-5844-82F2-C218F2B8B95A}"/>
              </a:ext>
            </a:extLst>
          </p:cNvPr>
          <p:cNvPicPr>
            <a:picLocks noChangeAspect="1"/>
          </p:cNvPicPr>
          <p:nvPr/>
        </p:nvPicPr>
        <p:blipFill>
          <a:blip r:embed="rId2"/>
          <a:stretch>
            <a:fillRect/>
          </a:stretch>
        </p:blipFill>
        <p:spPr>
          <a:xfrm>
            <a:off x="323528" y="825500"/>
            <a:ext cx="7962900" cy="5207000"/>
          </a:xfrm>
          <a:prstGeom prst="rect">
            <a:avLst/>
          </a:prstGeom>
        </p:spPr>
      </p:pic>
    </p:spTree>
    <p:extLst>
      <p:ext uri="{BB962C8B-B14F-4D97-AF65-F5344CB8AC3E}">
        <p14:creationId xmlns:p14="http://schemas.microsoft.com/office/powerpoint/2010/main" val="35993916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2AF62EB2-AFE6-FA4B-B2BD-0B9B766CB406}"/>
              </a:ext>
            </a:extLst>
          </p:cNvPr>
          <p:cNvPicPr>
            <a:picLocks noChangeAspect="1"/>
          </p:cNvPicPr>
          <p:nvPr/>
        </p:nvPicPr>
        <p:blipFill>
          <a:blip r:embed="rId2"/>
          <a:stretch>
            <a:fillRect/>
          </a:stretch>
        </p:blipFill>
        <p:spPr>
          <a:xfrm>
            <a:off x="252932" y="944724"/>
            <a:ext cx="8638136" cy="4968552"/>
          </a:xfrm>
          <a:prstGeom prst="rect">
            <a:avLst/>
          </a:prstGeom>
        </p:spPr>
      </p:pic>
      <p:cxnSp>
        <p:nvCxnSpPr>
          <p:cNvPr id="4" name="直线连接符 3">
            <a:extLst>
              <a:ext uri="{FF2B5EF4-FFF2-40B4-BE49-F238E27FC236}">
                <a16:creationId xmlns:a16="http://schemas.microsoft.com/office/drawing/2014/main" id="{5870287E-E735-B038-FDA7-FD01E019936A}"/>
              </a:ext>
            </a:extLst>
          </p:cNvPr>
          <p:cNvCxnSpPr/>
          <p:nvPr/>
        </p:nvCxnSpPr>
        <p:spPr bwMode="auto">
          <a:xfrm>
            <a:off x="2483768" y="4653136"/>
            <a:ext cx="864096"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 name="直线连接符 4">
            <a:extLst>
              <a:ext uri="{FF2B5EF4-FFF2-40B4-BE49-F238E27FC236}">
                <a16:creationId xmlns:a16="http://schemas.microsoft.com/office/drawing/2014/main" id="{2069BDA2-0FC0-51D1-E3BF-774551BAC23E}"/>
              </a:ext>
            </a:extLst>
          </p:cNvPr>
          <p:cNvCxnSpPr>
            <a:cxnSpLocks/>
          </p:cNvCxnSpPr>
          <p:nvPr/>
        </p:nvCxnSpPr>
        <p:spPr bwMode="auto">
          <a:xfrm>
            <a:off x="2483768" y="3422839"/>
            <a:ext cx="216024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7" name="直线连接符 6">
            <a:extLst>
              <a:ext uri="{FF2B5EF4-FFF2-40B4-BE49-F238E27FC236}">
                <a16:creationId xmlns:a16="http://schemas.microsoft.com/office/drawing/2014/main" id="{2CEB88E8-944C-10A5-23C4-BBB9877DE2A4}"/>
              </a:ext>
            </a:extLst>
          </p:cNvPr>
          <p:cNvCxnSpPr>
            <a:cxnSpLocks/>
          </p:cNvCxnSpPr>
          <p:nvPr/>
        </p:nvCxnSpPr>
        <p:spPr bwMode="auto">
          <a:xfrm>
            <a:off x="2411760" y="2564904"/>
            <a:ext cx="864096" cy="0"/>
          </a:xfrm>
          <a:prstGeom prst="line">
            <a:avLst/>
          </a:prstGeom>
          <a:ln w="285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906543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6" name="Text Box 2"/>
          <p:cNvSpPr txBox="1">
            <a:spLocks noChangeArrowheads="1"/>
          </p:cNvSpPr>
          <p:nvPr/>
        </p:nvSpPr>
        <p:spPr bwMode="auto">
          <a:xfrm>
            <a:off x="0" y="174625"/>
            <a:ext cx="9144000" cy="733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lnSpc>
                <a:spcPct val="150000"/>
              </a:lnSpc>
              <a:spcBef>
                <a:spcPct val="50000"/>
              </a:spcBef>
            </a:pPr>
            <a:r>
              <a:rPr lang="en-US" altLang="zh-CN" b="1" dirty="0">
                <a:solidFill>
                  <a:srgbClr val="000099"/>
                </a:solidFill>
              </a:rPr>
              <a:t> 2. </a:t>
            </a:r>
            <a:r>
              <a:rPr lang="zh-CN" altLang="en-US" b="1" dirty="0">
                <a:solidFill>
                  <a:srgbClr val="000099"/>
                </a:solidFill>
                <a:latin typeface="Times New Roman" pitchFamily="18" charset="0"/>
              </a:rPr>
              <a:t>逻辑数据模型</a:t>
            </a:r>
            <a:r>
              <a:rPr lang="zh-CN" altLang="en-US" b="1" dirty="0">
                <a:solidFill>
                  <a:srgbClr val="000099"/>
                </a:solidFill>
              </a:rPr>
              <a:t>：</a:t>
            </a:r>
            <a:r>
              <a:rPr lang="zh-CN" altLang="en-US" b="1" dirty="0">
                <a:solidFill>
                  <a:schemeClr val="bg2"/>
                </a:solidFill>
              </a:rPr>
              <a:t>面向数据库逻辑结构的模型。</a:t>
            </a:r>
          </a:p>
        </p:txBody>
      </p:sp>
      <p:sp>
        <p:nvSpPr>
          <p:cNvPr id="579587" name="Rectangle 3"/>
          <p:cNvSpPr>
            <a:spLocks noChangeArrowheads="1"/>
          </p:cNvSpPr>
          <p:nvPr/>
        </p:nvSpPr>
        <p:spPr bwMode="auto">
          <a:xfrm>
            <a:off x="-23110" y="1916832"/>
            <a:ext cx="8820150" cy="1406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indent="609600"/>
            <a:r>
              <a:rPr lang="zh-CN" altLang="en-US" sz="2400" b="1" dirty="0">
                <a:solidFill>
                  <a:srgbClr val="660033"/>
                </a:solidFill>
              </a:rPr>
              <a:t>逻辑数据模型包含：</a:t>
            </a:r>
          </a:p>
          <a:p>
            <a:pPr indent="609600"/>
            <a:r>
              <a:rPr lang="zh-CN" altLang="en-US" sz="2400" b="1" dirty="0">
                <a:solidFill>
                  <a:schemeClr val="bg2"/>
                </a:solidFill>
              </a:rPr>
              <a:t>      数据结构、数据操作和数据完整性约束。</a:t>
            </a:r>
          </a:p>
        </p:txBody>
      </p:sp>
      <p:sp>
        <p:nvSpPr>
          <p:cNvPr id="579588" name="Rectangle 4"/>
          <p:cNvSpPr>
            <a:spLocks noChangeArrowheads="1"/>
          </p:cNvSpPr>
          <p:nvPr/>
        </p:nvSpPr>
        <p:spPr bwMode="auto">
          <a:xfrm>
            <a:off x="683568" y="3179143"/>
            <a:ext cx="8136904" cy="337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marL="342900" indent="-342900" algn="l">
              <a:buFont typeface="Wingdings" pitchFamily="2" charset="2"/>
              <a:buChar char="u"/>
            </a:pPr>
            <a:r>
              <a:rPr lang="zh-CN" altLang="en-US" sz="2400" b="1" dirty="0">
                <a:solidFill>
                  <a:srgbClr val="000099"/>
                </a:solidFill>
              </a:rPr>
              <a:t>数据结构</a:t>
            </a:r>
            <a:r>
              <a:rPr lang="zh-CN" altLang="en-US" sz="2400" b="1" dirty="0">
                <a:solidFill>
                  <a:schemeClr val="bg2"/>
                </a:solidFill>
              </a:rPr>
              <a:t>是指对实体类型和实体间联系的表达和实现；</a:t>
            </a:r>
          </a:p>
          <a:p>
            <a:pPr marL="342900" indent="-342900" algn="l">
              <a:buFont typeface="Wingdings" pitchFamily="2" charset="2"/>
              <a:buChar char="u"/>
            </a:pPr>
            <a:r>
              <a:rPr lang="zh-CN" altLang="en-US" sz="2400" b="1" dirty="0">
                <a:solidFill>
                  <a:srgbClr val="000099"/>
                </a:solidFill>
              </a:rPr>
              <a:t>数据操作</a:t>
            </a:r>
            <a:r>
              <a:rPr lang="zh-CN" altLang="en-US" sz="2400" b="1" dirty="0">
                <a:solidFill>
                  <a:schemeClr val="bg2"/>
                </a:solidFill>
              </a:rPr>
              <a:t>是指对数据库的检索和更新</a:t>
            </a:r>
            <a:endParaRPr lang="en-US" altLang="zh-CN" sz="2400" b="1" dirty="0">
              <a:solidFill>
                <a:schemeClr val="bg2"/>
              </a:solidFill>
            </a:endParaRPr>
          </a:p>
          <a:p>
            <a:pPr lvl="1" algn="l"/>
            <a:r>
              <a:rPr lang="zh-CN" altLang="en-US" sz="2400" b="1" dirty="0">
                <a:solidFill>
                  <a:schemeClr val="bg2"/>
                </a:solidFill>
              </a:rPr>
              <a:t>（包括插入、删除、修改）两类操作的实现；</a:t>
            </a:r>
          </a:p>
          <a:p>
            <a:pPr marL="342900" indent="-342900" algn="l">
              <a:buFont typeface="Wingdings" pitchFamily="2" charset="2"/>
              <a:buChar char="u"/>
            </a:pPr>
            <a:r>
              <a:rPr lang="zh-CN" altLang="en-US" sz="2400" b="1" dirty="0">
                <a:solidFill>
                  <a:srgbClr val="000099"/>
                </a:solidFill>
              </a:rPr>
              <a:t>数据完整性约束</a:t>
            </a:r>
            <a:r>
              <a:rPr lang="zh-CN" altLang="en-US" sz="2400" b="1" dirty="0">
                <a:solidFill>
                  <a:schemeClr val="bg2"/>
                </a:solidFill>
              </a:rPr>
              <a:t>给出数据及其联系应具有的制约和依赖  规则。</a:t>
            </a:r>
          </a:p>
        </p:txBody>
      </p:sp>
      <p:pic>
        <p:nvPicPr>
          <p:cNvPr id="5" name="图片 4">
            <a:extLst>
              <a:ext uri="{FF2B5EF4-FFF2-40B4-BE49-F238E27FC236}">
                <a16:creationId xmlns:a16="http://schemas.microsoft.com/office/drawing/2014/main" id="{C5DA6DDD-A8E9-7045-9332-62BB163FB6D9}"/>
              </a:ext>
            </a:extLst>
          </p:cNvPr>
          <p:cNvPicPr>
            <a:picLocks noChangeAspect="1"/>
          </p:cNvPicPr>
          <p:nvPr/>
        </p:nvPicPr>
        <p:blipFill rotWithShape="1">
          <a:blip r:embed="rId2"/>
          <a:srcRect l="676" t="20973" r="54062" b="13716"/>
          <a:stretch/>
        </p:blipFill>
        <p:spPr>
          <a:xfrm>
            <a:off x="683568" y="2671179"/>
            <a:ext cx="577970" cy="550431"/>
          </a:xfrm>
          <a:prstGeom prst="rect">
            <a:avLst/>
          </a:prstGeom>
        </p:spPr>
      </p:pic>
      <p:sp>
        <p:nvSpPr>
          <p:cNvPr id="7" name="文本框 6">
            <a:extLst>
              <a:ext uri="{FF2B5EF4-FFF2-40B4-BE49-F238E27FC236}">
                <a16:creationId xmlns:a16="http://schemas.microsoft.com/office/drawing/2014/main" id="{238EBE66-F3AC-B54D-864C-5DAF47C94E1C}"/>
              </a:ext>
            </a:extLst>
          </p:cNvPr>
          <p:cNvSpPr txBox="1"/>
          <p:nvPr/>
        </p:nvSpPr>
        <p:spPr>
          <a:xfrm>
            <a:off x="263236" y="1045914"/>
            <a:ext cx="8617528" cy="83099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00000"/>
              </a:lnSpc>
            </a:pPr>
            <a:r>
              <a:rPr lang="zh-CN" altLang="en-US" sz="2400" b="1" dirty="0">
                <a:solidFill>
                  <a:srgbClr val="FF0000"/>
                </a:solidFill>
              </a:rPr>
              <a:t>结构数据模型（或逻辑数据模型）</a:t>
            </a:r>
            <a:r>
              <a:rPr lang="zh-CN" altLang="en-US" sz="2400" dirty="0">
                <a:solidFill>
                  <a:schemeClr val="bg2"/>
                </a:solidFill>
              </a:rPr>
              <a:t>：与 DBMS 有关的，直接面向 DB 的逻辑结构、从计算机观点对数据建模的数据模型。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79587"/>
                                        </p:tgtEl>
                                        <p:attrNameLst>
                                          <p:attrName>style.visibility</p:attrName>
                                        </p:attrNameLst>
                                      </p:cBhvr>
                                      <p:to>
                                        <p:strVal val="visible"/>
                                      </p:to>
                                    </p:set>
                                    <p:animEffect transition="in" filter="blinds(horizontal)">
                                      <p:cBhvr>
                                        <p:cTn id="7" dur="500"/>
                                        <p:tgtEl>
                                          <p:spTgt spid="5795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79588"/>
                                        </p:tgtEl>
                                        <p:attrNameLst>
                                          <p:attrName>style.visibility</p:attrName>
                                        </p:attrNameLst>
                                      </p:cBhvr>
                                      <p:to>
                                        <p:strVal val="visible"/>
                                      </p:to>
                                    </p:set>
                                    <p:animEffect transition="in" filter="blinds(horizontal)">
                                      <p:cBhvr>
                                        <p:cTn id="12" dur="500"/>
                                        <p:tgtEl>
                                          <p:spTgt spid="579588"/>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9587" grpId="0"/>
      <p:bldP spid="57958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2"/>
          <p:cNvSpPr>
            <a:spLocks noChangeArrowheads="1"/>
          </p:cNvSpPr>
          <p:nvPr/>
        </p:nvSpPr>
        <p:spPr bwMode="auto">
          <a:xfrm>
            <a:off x="0" y="685800"/>
            <a:ext cx="9144000" cy="5219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lnSpc>
                <a:spcPct val="200000"/>
              </a:lnSpc>
              <a:spcBef>
                <a:spcPct val="50000"/>
              </a:spcBef>
            </a:pPr>
            <a:r>
              <a:rPr lang="en-US" altLang="zh-CN" b="1" dirty="0">
                <a:solidFill>
                  <a:srgbClr val="660033"/>
                </a:solidFill>
              </a:rPr>
              <a:t>     </a:t>
            </a:r>
            <a:r>
              <a:rPr lang="zh-CN" altLang="en-US" b="1" dirty="0">
                <a:solidFill>
                  <a:srgbClr val="660033"/>
                </a:solidFill>
              </a:rPr>
              <a:t>逻辑数据模型主要有：</a:t>
            </a:r>
          </a:p>
          <a:p>
            <a:pPr eaLnBrk="1" hangingPunct="1">
              <a:lnSpc>
                <a:spcPct val="200000"/>
              </a:lnSpc>
              <a:spcBef>
                <a:spcPct val="50000"/>
              </a:spcBef>
            </a:pPr>
            <a:r>
              <a:rPr lang="zh-CN" altLang="en-US" b="1" dirty="0">
                <a:solidFill>
                  <a:schemeClr val="bg2"/>
                </a:solidFill>
              </a:rPr>
              <a:t>                    层次模型</a:t>
            </a:r>
          </a:p>
          <a:p>
            <a:pPr eaLnBrk="1" hangingPunct="1">
              <a:lnSpc>
                <a:spcPct val="200000"/>
              </a:lnSpc>
              <a:spcBef>
                <a:spcPct val="50000"/>
              </a:spcBef>
            </a:pPr>
            <a:r>
              <a:rPr lang="zh-CN" altLang="en-US" b="1" dirty="0">
                <a:solidFill>
                  <a:schemeClr val="bg2"/>
                </a:solidFill>
              </a:rPr>
              <a:t>                    网状模型（网络模型）</a:t>
            </a:r>
          </a:p>
          <a:p>
            <a:pPr eaLnBrk="1" hangingPunct="1">
              <a:lnSpc>
                <a:spcPct val="200000"/>
              </a:lnSpc>
              <a:spcBef>
                <a:spcPct val="50000"/>
              </a:spcBef>
            </a:pPr>
            <a:r>
              <a:rPr lang="zh-CN" altLang="en-US" b="1" dirty="0">
                <a:solidFill>
                  <a:schemeClr val="bg2"/>
                </a:solidFill>
              </a:rPr>
              <a:t>                    关系模型</a:t>
            </a:r>
          </a:p>
          <a:p>
            <a:pPr eaLnBrk="1" hangingPunct="1">
              <a:lnSpc>
                <a:spcPct val="200000"/>
              </a:lnSpc>
              <a:spcBef>
                <a:spcPct val="50000"/>
              </a:spcBef>
            </a:pPr>
            <a:r>
              <a:rPr lang="zh-CN" altLang="en-US" b="1" dirty="0">
                <a:solidFill>
                  <a:schemeClr val="bg2"/>
                </a:solidFill>
              </a:rPr>
              <a:t>                    对象模型</a:t>
            </a:r>
          </a:p>
        </p:txBody>
      </p:sp>
      <p:pic>
        <p:nvPicPr>
          <p:cNvPr id="3" name="图片 2">
            <a:extLst>
              <a:ext uri="{FF2B5EF4-FFF2-40B4-BE49-F238E27FC236}">
                <a16:creationId xmlns:a16="http://schemas.microsoft.com/office/drawing/2014/main" id="{2F018716-8D93-7A4D-AE12-2CE662BDBA36}"/>
              </a:ext>
            </a:extLst>
          </p:cNvPr>
          <p:cNvPicPr>
            <a:picLocks noChangeAspect="1"/>
          </p:cNvPicPr>
          <p:nvPr/>
        </p:nvPicPr>
        <p:blipFill rotWithShape="1">
          <a:blip r:embed="rId3"/>
          <a:srcRect l="676" t="20973" r="54062" b="13716"/>
          <a:stretch/>
        </p:blipFill>
        <p:spPr>
          <a:xfrm>
            <a:off x="323528" y="980935"/>
            <a:ext cx="577970" cy="55043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ChangeArrowheads="1"/>
          </p:cNvSpPr>
          <p:nvPr/>
        </p:nvSpPr>
        <p:spPr bwMode="auto">
          <a:xfrm>
            <a:off x="0" y="96837"/>
            <a:ext cx="9467850" cy="29769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lnSpc>
                <a:spcPct val="150000"/>
              </a:lnSpc>
              <a:spcBef>
                <a:spcPct val="50000"/>
              </a:spcBef>
            </a:pPr>
            <a:r>
              <a:rPr lang="en-US" altLang="zh-CN" sz="3200" b="1" dirty="0">
                <a:solidFill>
                  <a:srgbClr val="000099"/>
                </a:solidFill>
              </a:rPr>
              <a:t>    (1)  </a:t>
            </a:r>
            <a:r>
              <a:rPr lang="zh-CN" altLang="en-US" sz="3200" b="1" dirty="0">
                <a:solidFill>
                  <a:srgbClr val="000099"/>
                </a:solidFill>
              </a:rPr>
              <a:t>层次模型：</a:t>
            </a:r>
          </a:p>
          <a:p>
            <a:pPr algn="l" eaLnBrk="1" hangingPunct="1">
              <a:lnSpc>
                <a:spcPct val="150000"/>
              </a:lnSpc>
              <a:spcBef>
                <a:spcPct val="50000"/>
              </a:spcBef>
            </a:pPr>
            <a:endParaRPr lang="zh-CN" altLang="en-US" sz="2400" b="1" dirty="0">
              <a:solidFill>
                <a:srgbClr val="800000"/>
              </a:solidFill>
            </a:endParaRPr>
          </a:p>
          <a:p>
            <a:pPr eaLnBrk="1" hangingPunct="1">
              <a:lnSpc>
                <a:spcPct val="150000"/>
              </a:lnSpc>
              <a:spcBef>
                <a:spcPct val="50000"/>
              </a:spcBef>
            </a:pPr>
            <a:r>
              <a:rPr lang="zh-CN" altLang="en-US" sz="2400" b="1" dirty="0">
                <a:solidFill>
                  <a:srgbClr val="000099"/>
                </a:solidFill>
                <a:latin typeface="Times New Roman" pitchFamily="18" charset="0"/>
              </a:rPr>
              <a:t>    ①定义：</a:t>
            </a:r>
            <a:r>
              <a:rPr lang="zh-CN" altLang="en-US" sz="2400" b="1" dirty="0">
                <a:solidFill>
                  <a:schemeClr val="bg2"/>
                </a:solidFill>
                <a:latin typeface="Times New Roman" pitchFamily="18" charset="0"/>
              </a:rPr>
              <a:t>层次模型是以记录型为结点， 记录型之间的联系为边</a:t>
            </a:r>
          </a:p>
          <a:p>
            <a:pPr eaLnBrk="1" hangingPunct="1">
              <a:lnSpc>
                <a:spcPct val="150000"/>
              </a:lnSpc>
              <a:spcBef>
                <a:spcPct val="50000"/>
              </a:spcBef>
            </a:pPr>
            <a:r>
              <a:rPr lang="zh-CN" altLang="en-US" sz="2400" b="1" dirty="0">
                <a:solidFill>
                  <a:schemeClr val="bg2"/>
                </a:solidFill>
                <a:latin typeface="Times New Roman" pitchFamily="18" charset="0"/>
              </a:rPr>
              <a:t>                    的</a:t>
            </a:r>
            <a:r>
              <a:rPr lang="zh-CN" altLang="en-US" sz="2400" b="1" dirty="0">
                <a:solidFill>
                  <a:srgbClr val="000099"/>
                </a:solidFill>
                <a:latin typeface="Times New Roman" pitchFamily="18" charset="0"/>
              </a:rPr>
              <a:t>有向树结构</a:t>
            </a:r>
            <a:r>
              <a:rPr lang="zh-CN" altLang="en-US" sz="2400" b="1" dirty="0">
                <a:solidFill>
                  <a:schemeClr val="bg2"/>
                </a:solidFill>
                <a:latin typeface="Times New Roman" pitchFamily="18" charset="0"/>
              </a:rPr>
              <a:t>。</a:t>
            </a:r>
          </a:p>
        </p:txBody>
      </p:sp>
      <p:grpSp>
        <p:nvGrpSpPr>
          <p:cNvPr id="581638" name="Group 6"/>
          <p:cNvGrpSpPr>
            <a:grpSpLocks/>
          </p:cNvGrpSpPr>
          <p:nvPr/>
        </p:nvGrpSpPr>
        <p:grpSpPr bwMode="auto">
          <a:xfrm>
            <a:off x="8372" y="3073742"/>
            <a:ext cx="9144000" cy="3530599"/>
            <a:chOff x="144" y="2345"/>
            <a:chExt cx="5760" cy="2224"/>
          </a:xfrm>
        </p:grpSpPr>
        <p:sp>
          <p:nvSpPr>
            <p:cNvPr id="581636" name="Rectangle 4"/>
            <p:cNvSpPr>
              <a:spLocks noChangeArrowheads="1"/>
            </p:cNvSpPr>
            <p:nvPr/>
          </p:nvSpPr>
          <p:spPr bwMode="auto">
            <a:xfrm>
              <a:off x="144" y="2345"/>
              <a:ext cx="5760" cy="22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lnSpc>
                  <a:spcPct val="150000"/>
                </a:lnSpc>
                <a:spcBef>
                  <a:spcPct val="50000"/>
                </a:spcBef>
              </a:pPr>
              <a:r>
                <a:rPr lang="zh-CN" altLang="en-US" sz="2400" b="1" dirty="0">
                  <a:solidFill>
                    <a:srgbClr val="000099"/>
                  </a:solidFill>
                  <a:latin typeface="Times New Roman" pitchFamily="18" charset="0"/>
                </a:rPr>
                <a:t>    </a:t>
              </a:r>
              <a:r>
                <a:rPr lang="en-US" altLang="zh-CN" sz="2400" b="1" dirty="0">
                  <a:solidFill>
                    <a:srgbClr val="000099"/>
                  </a:solidFill>
                  <a:latin typeface="Times New Roman" pitchFamily="18" charset="0"/>
                </a:rPr>
                <a:t>②</a:t>
              </a:r>
              <a:r>
                <a:rPr lang="zh-CN" altLang="en-US" sz="2400" b="1" dirty="0">
                  <a:solidFill>
                    <a:srgbClr val="000099"/>
                  </a:solidFill>
                  <a:latin typeface="Times New Roman" pitchFamily="18" charset="0"/>
                </a:rPr>
                <a:t>层次模型的特点：</a:t>
              </a:r>
              <a:endParaRPr lang="en-US" altLang="zh-CN" sz="2400" b="1" dirty="0">
                <a:solidFill>
                  <a:srgbClr val="000099"/>
                </a:solidFill>
                <a:latin typeface="Times New Roman" pitchFamily="18" charset="0"/>
              </a:endParaRPr>
            </a:p>
            <a:p>
              <a:pPr eaLnBrk="1" hangingPunct="1">
                <a:lnSpc>
                  <a:spcPct val="150000"/>
                </a:lnSpc>
                <a:spcBef>
                  <a:spcPct val="50000"/>
                </a:spcBef>
              </a:pPr>
              <a:r>
                <a:rPr lang="en-US" altLang="zh-CN" sz="2400" b="1" dirty="0">
                  <a:solidFill>
                    <a:srgbClr val="000099"/>
                  </a:solidFill>
                  <a:latin typeface="Times New Roman" pitchFamily="18" charset="0"/>
                </a:rPr>
                <a:t>         </a:t>
              </a:r>
              <a:r>
                <a:rPr lang="zh-CN" altLang="en-US" sz="2400" b="1" dirty="0">
                  <a:solidFill>
                    <a:schemeClr val="bg2"/>
                  </a:solidFill>
                  <a:latin typeface="Times New Roman" pitchFamily="18" charset="0"/>
                </a:rPr>
                <a:t>只有一个根结点无父结点； </a:t>
              </a:r>
            </a:p>
            <a:p>
              <a:pPr>
                <a:lnSpc>
                  <a:spcPct val="150000"/>
                </a:lnSpc>
                <a:spcBef>
                  <a:spcPct val="50000"/>
                </a:spcBef>
              </a:pPr>
              <a:r>
                <a:rPr lang="zh-CN" altLang="en-US" sz="2400" b="1" dirty="0">
                  <a:solidFill>
                    <a:schemeClr val="bg2"/>
                  </a:solidFill>
                  <a:latin typeface="Times New Roman" pitchFamily="18" charset="0"/>
                </a:rPr>
                <a:t>          每个非根结点只有一个父结点；</a:t>
              </a:r>
            </a:p>
            <a:p>
              <a:pPr>
                <a:lnSpc>
                  <a:spcPct val="150000"/>
                </a:lnSpc>
                <a:spcBef>
                  <a:spcPct val="50000"/>
                </a:spcBef>
              </a:pPr>
              <a:r>
                <a:rPr lang="zh-CN" altLang="en-US" sz="2400" b="1" dirty="0">
                  <a:solidFill>
                    <a:schemeClr val="bg2"/>
                  </a:solidFill>
                  <a:latin typeface="Times New Roman" pitchFamily="18" charset="0"/>
                </a:rPr>
                <a:t>          上一层记录类型和下一层记录类型间联系是</a:t>
              </a:r>
              <a:r>
                <a:rPr lang="en-US" altLang="zh-CN" sz="2400" b="1" dirty="0">
                  <a:solidFill>
                    <a:schemeClr val="bg2"/>
                  </a:solidFill>
                  <a:latin typeface="Times New Roman" pitchFamily="18" charset="0"/>
                </a:rPr>
                <a:t>1</a:t>
              </a:r>
              <a:r>
                <a:rPr lang="zh-CN" altLang="en-US" sz="2400" b="1" dirty="0">
                  <a:solidFill>
                    <a:schemeClr val="bg2"/>
                  </a:solidFill>
                  <a:latin typeface="Times New Roman" pitchFamily="18" charset="0"/>
                </a:rPr>
                <a:t>：</a:t>
              </a:r>
              <a:r>
                <a:rPr lang="en-US" altLang="zh-CN" sz="2400" b="1" dirty="0">
                  <a:solidFill>
                    <a:schemeClr val="bg2"/>
                  </a:solidFill>
                  <a:latin typeface="Times New Roman" pitchFamily="18" charset="0"/>
                </a:rPr>
                <a:t>N</a:t>
              </a:r>
              <a:r>
                <a:rPr lang="zh-CN" altLang="en-US" sz="2400" b="1" dirty="0">
                  <a:solidFill>
                    <a:schemeClr val="bg2"/>
                  </a:solidFill>
                  <a:latin typeface="Times New Roman" pitchFamily="18" charset="0"/>
                </a:rPr>
                <a:t>联系</a:t>
              </a:r>
              <a:r>
                <a:rPr lang="en-US" altLang="zh-CN" sz="2400" b="1" dirty="0">
                  <a:solidFill>
                    <a:schemeClr val="bg2"/>
                  </a:solidFill>
                  <a:latin typeface="Times New Roman" pitchFamily="18" charset="0"/>
                </a:rPr>
                <a:t>;</a:t>
              </a:r>
            </a:p>
            <a:p>
              <a:pPr>
                <a:lnSpc>
                  <a:spcPct val="150000"/>
                </a:lnSpc>
                <a:spcBef>
                  <a:spcPct val="50000"/>
                </a:spcBef>
              </a:pPr>
              <a:r>
                <a:rPr lang="en-US" altLang="zh-CN" sz="2400" b="1" dirty="0">
                  <a:solidFill>
                    <a:schemeClr val="bg2"/>
                  </a:solidFill>
                  <a:latin typeface="Times New Roman" pitchFamily="18" charset="0"/>
                </a:rPr>
                <a:t>          </a:t>
              </a:r>
              <a:r>
                <a:rPr lang="zh-CN" altLang="en-US" sz="2400" b="1" dirty="0">
                  <a:solidFill>
                    <a:schemeClr val="bg2"/>
                  </a:solidFill>
                  <a:latin typeface="Times New Roman" pitchFamily="18" charset="0"/>
                </a:rPr>
                <a:t>记录之间的联系通过指针来实现。</a:t>
              </a:r>
            </a:p>
          </p:txBody>
        </p:sp>
        <p:sp>
          <p:nvSpPr>
            <p:cNvPr id="581637" name="AutoShape 5">
              <a:hlinkClick r:id="rId2" action="ppaction://hlinksldjump"/>
            </p:cNvPr>
            <p:cNvSpPr>
              <a:spLocks noChangeArrowheads="1"/>
            </p:cNvSpPr>
            <p:nvPr/>
          </p:nvSpPr>
          <p:spPr bwMode="auto">
            <a:xfrm>
              <a:off x="5332" y="4087"/>
              <a:ext cx="408" cy="482"/>
            </a:xfrm>
            <a:prstGeom prst="curvedLeftArrow">
              <a:avLst>
                <a:gd name="adj1" fmla="val 23627"/>
                <a:gd name="adj2" fmla="val 47255"/>
                <a:gd name="adj3" fmla="val 33333"/>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pSp>
      <p:sp>
        <p:nvSpPr>
          <p:cNvPr id="7" name="文本框 6">
            <a:extLst>
              <a:ext uri="{FF2B5EF4-FFF2-40B4-BE49-F238E27FC236}">
                <a16:creationId xmlns:a16="http://schemas.microsoft.com/office/drawing/2014/main" id="{F8675ACD-8194-F649-9689-75F577D357FB}"/>
              </a:ext>
            </a:extLst>
          </p:cNvPr>
          <p:cNvSpPr txBox="1"/>
          <p:nvPr/>
        </p:nvSpPr>
        <p:spPr>
          <a:xfrm>
            <a:off x="161764" y="980728"/>
            <a:ext cx="8820472" cy="46166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00000"/>
              </a:lnSpc>
            </a:pPr>
            <a:r>
              <a:rPr lang="zh-CN" altLang="en-US" sz="2400" b="1" dirty="0">
                <a:solidFill>
                  <a:srgbClr val="800000"/>
                </a:solidFill>
              </a:rPr>
              <a:t>用树型结构表示实体类型及实体之间联系的模型称为层次模型。</a:t>
            </a:r>
            <a:endParaRPr lang="zh-CN" altLang="en-US" sz="2400" dirty="0"/>
          </a:p>
        </p:txBody>
      </p:sp>
      <p:pic>
        <p:nvPicPr>
          <p:cNvPr id="8" name="图片 7">
            <a:extLst>
              <a:ext uri="{FF2B5EF4-FFF2-40B4-BE49-F238E27FC236}">
                <a16:creationId xmlns:a16="http://schemas.microsoft.com/office/drawing/2014/main" id="{7E1A9A82-C7ED-354F-BBBE-C81477C1BE6E}"/>
              </a:ext>
            </a:extLst>
          </p:cNvPr>
          <p:cNvPicPr>
            <a:picLocks noChangeAspect="1"/>
          </p:cNvPicPr>
          <p:nvPr/>
        </p:nvPicPr>
        <p:blipFill rotWithShape="1">
          <a:blip r:embed="rId3"/>
          <a:srcRect l="676" t="20973" r="54062" b="13716"/>
          <a:stretch/>
        </p:blipFill>
        <p:spPr>
          <a:xfrm>
            <a:off x="161764" y="3153784"/>
            <a:ext cx="577970" cy="55043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81638"/>
                                        </p:tgtEl>
                                        <p:attrNameLst>
                                          <p:attrName>style.visibility</p:attrName>
                                        </p:attrNameLst>
                                      </p:cBhvr>
                                      <p:to>
                                        <p:strVal val="visible"/>
                                      </p:to>
                                    </p:set>
                                    <p:animEffect transition="in" filter="blinds(horizontal)">
                                      <p:cBhvr>
                                        <p:cTn id="7" dur="500"/>
                                        <p:tgtEl>
                                          <p:spTgt spid="58163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23">
            <a:extLst>
              <a:ext uri="{FF2B5EF4-FFF2-40B4-BE49-F238E27FC236}">
                <a16:creationId xmlns:a16="http://schemas.microsoft.com/office/drawing/2014/main" id="{9FF2A82A-A7F9-8A4C-BBF8-A2731647AD5A}"/>
              </a:ext>
            </a:extLst>
          </p:cNvPr>
          <p:cNvGrpSpPr>
            <a:grpSpLocks/>
          </p:cNvGrpSpPr>
          <p:nvPr/>
        </p:nvGrpSpPr>
        <p:grpSpPr bwMode="auto">
          <a:xfrm>
            <a:off x="908380" y="1412088"/>
            <a:ext cx="7397416" cy="3533776"/>
            <a:chOff x="948" y="1252"/>
            <a:chExt cx="4284" cy="2226"/>
          </a:xfrm>
        </p:grpSpPr>
        <p:sp>
          <p:nvSpPr>
            <p:cNvPr id="12" name="Text Box 5">
              <a:extLst>
                <a:ext uri="{FF2B5EF4-FFF2-40B4-BE49-F238E27FC236}">
                  <a16:creationId xmlns:a16="http://schemas.microsoft.com/office/drawing/2014/main" id="{987240DC-3E9A-AE43-89A7-852615F9E3B4}"/>
                </a:ext>
              </a:extLst>
            </p:cNvPr>
            <p:cNvSpPr txBox="1">
              <a:spLocks noChangeArrowheads="1"/>
            </p:cNvSpPr>
            <p:nvPr/>
          </p:nvSpPr>
          <p:spPr bwMode="auto">
            <a:xfrm>
              <a:off x="2376" y="1252"/>
              <a:ext cx="1512" cy="366"/>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0000"/>
                </a:lnSpc>
              </a:pPr>
              <a:r>
                <a:rPr kumimoji="0" lang="en-US" altLang="zh-CN" sz="2400" b="1" dirty="0">
                  <a:solidFill>
                    <a:schemeClr val="bg2"/>
                  </a:solidFill>
                  <a:latin typeface="+mn-lt"/>
                </a:rPr>
                <a:t>Part</a:t>
              </a:r>
              <a:endParaRPr kumimoji="0" lang="zh-CN" altLang="en-US" sz="2400" b="1" dirty="0">
                <a:solidFill>
                  <a:schemeClr val="bg2"/>
                </a:solidFill>
                <a:latin typeface="+mn-lt"/>
              </a:endParaRPr>
            </a:p>
          </p:txBody>
        </p:sp>
        <p:sp>
          <p:nvSpPr>
            <p:cNvPr id="13" name="Text Box 6">
              <a:extLst>
                <a:ext uri="{FF2B5EF4-FFF2-40B4-BE49-F238E27FC236}">
                  <a16:creationId xmlns:a16="http://schemas.microsoft.com/office/drawing/2014/main" id="{01639EAD-E616-234B-99B7-8FE9C77E79D3}"/>
                </a:ext>
              </a:extLst>
            </p:cNvPr>
            <p:cNvSpPr txBox="1">
              <a:spLocks noChangeArrowheads="1"/>
            </p:cNvSpPr>
            <p:nvPr/>
          </p:nvSpPr>
          <p:spPr bwMode="auto">
            <a:xfrm>
              <a:off x="948" y="2201"/>
              <a:ext cx="1512" cy="366"/>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0000"/>
                </a:lnSpc>
              </a:pPr>
              <a:r>
                <a:rPr kumimoji="0" lang="en-US" altLang="zh-CN" sz="2400" b="1" dirty="0">
                  <a:solidFill>
                    <a:schemeClr val="bg2"/>
                  </a:solidFill>
                  <a:latin typeface="+mn-lt"/>
                </a:rPr>
                <a:t>Project</a:t>
              </a:r>
              <a:endParaRPr kumimoji="0" lang="zh-CN" altLang="en-US" sz="2400" b="1" dirty="0">
                <a:solidFill>
                  <a:schemeClr val="bg2"/>
                </a:solidFill>
                <a:latin typeface="+mn-lt"/>
              </a:endParaRPr>
            </a:p>
          </p:txBody>
        </p:sp>
        <p:sp>
          <p:nvSpPr>
            <p:cNvPr id="14" name="Text Box 7">
              <a:extLst>
                <a:ext uri="{FF2B5EF4-FFF2-40B4-BE49-F238E27FC236}">
                  <a16:creationId xmlns:a16="http://schemas.microsoft.com/office/drawing/2014/main" id="{08C324D2-05E3-604B-A640-A8043497C6C5}"/>
                </a:ext>
              </a:extLst>
            </p:cNvPr>
            <p:cNvSpPr txBox="1">
              <a:spLocks noChangeArrowheads="1"/>
            </p:cNvSpPr>
            <p:nvPr/>
          </p:nvSpPr>
          <p:spPr bwMode="auto">
            <a:xfrm>
              <a:off x="3720" y="2202"/>
              <a:ext cx="1512" cy="366"/>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0000"/>
                </a:lnSpc>
              </a:pPr>
              <a:r>
                <a:rPr kumimoji="0" lang="en-US" altLang="zh-CN" sz="2400" b="1" dirty="0">
                  <a:solidFill>
                    <a:schemeClr val="bg2"/>
                  </a:solidFill>
                  <a:latin typeface="+mn-lt"/>
                </a:rPr>
                <a:t>P_S</a:t>
              </a:r>
              <a:endParaRPr kumimoji="0" lang="zh-CN" altLang="en-US" sz="2400" b="1" dirty="0">
                <a:solidFill>
                  <a:schemeClr val="bg2"/>
                </a:solidFill>
                <a:latin typeface="+mn-lt"/>
              </a:endParaRPr>
            </a:p>
          </p:txBody>
        </p:sp>
        <p:sp>
          <p:nvSpPr>
            <p:cNvPr id="17" name="Text Box 10">
              <a:extLst>
                <a:ext uri="{FF2B5EF4-FFF2-40B4-BE49-F238E27FC236}">
                  <a16:creationId xmlns:a16="http://schemas.microsoft.com/office/drawing/2014/main" id="{DA95478C-E532-D34F-B8C4-3064EDCA074D}"/>
                </a:ext>
              </a:extLst>
            </p:cNvPr>
            <p:cNvSpPr txBox="1">
              <a:spLocks noChangeArrowheads="1"/>
            </p:cNvSpPr>
            <p:nvPr/>
          </p:nvSpPr>
          <p:spPr bwMode="auto">
            <a:xfrm>
              <a:off x="3720" y="3112"/>
              <a:ext cx="1512" cy="366"/>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0000"/>
                </a:lnSpc>
              </a:pPr>
              <a:r>
                <a:rPr kumimoji="0" lang="en-US" altLang="zh-CN" sz="2400" b="1" dirty="0">
                  <a:solidFill>
                    <a:schemeClr val="bg2"/>
                  </a:solidFill>
                  <a:latin typeface="+mn-lt"/>
                </a:rPr>
                <a:t>Supplier</a:t>
              </a:r>
              <a:endParaRPr kumimoji="0" lang="zh-CN" altLang="en-US" sz="2400" b="1" dirty="0">
                <a:solidFill>
                  <a:schemeClr val="bg2"/>
                </a:solidFill>
                <a:latin typeface="+mn-lt"/>
              </a:endParaRPr>
            </a:p>
          </p:txBody>
        </p:sp>
      </p:grpSp>
      <p:grpSp>
        <p:nvGrpSpPr>
          <p:cNvPr id="18" name="Group 11">
            <a:extLst>
              <a:ext uri="{FF2B5EF4-FFF2-40B4-BE49-F238E27FC236}">
                <a16:creationId xmlns:a16="http://schemas.microsoft.com/office/drawing/2014/main" id="{9C4F70AC-6633-4C47-BA5F-1F76427C4640}"/>
              </a:ext>
            </a:extLst>
          </p:cNvPr>
          <p:cNvGrpSpPr>
            <a:grpSpLocks/>
          </p:cNvGrpSpPr>
          <p:nvPr/>
        </p:nvGrpSpPr>
        <p:grpSpPr bwMode="auto">
          <a:xfrm>
            <a:off x="2330780" y="1978331"/>
            <a:ext cx="4641516" cy="2343785"/>
            <a:chOff x="4074" y="3581"/>
            <a:chExt cx="3360" cy="1887"/>
          </a:xfrm>
        </p:grpSpPr>
        <p:sp>
          <p:nvSpPr>
            <p:cNvPr id="19" name="Line 12">
              <a:extLst>
                <a:ext uri="{FF2B5EF4-FFF2-40B4-BE49-F238E27FC236}">
                  <a16:creationId xmlns:a16="http://schemas.microsoft.com/office/drawing/2014/main" id="{27AE69A3-4FAA-924F-B1F0-C9CF8904A4C5}"/>
                </a:ext>
              </a:extLst>
            </p:cNvPr>
            <p:cNvSpPr>
              <a:spLocks noChangeShapeType="1"/>
            </p:cNvSpPr>
            <p:nvPr/>
          </p:nvSpPr>
          <p:spPr bwMode="auto">
            <a:xfrm>
              <a:off x="5859" y="3581"/>
              <a:ext cx="0" cy="3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latin typeface="+mn-lt"/>
              </a:endParaRPr>
            </a:p>
          </p:txBody>
        </p:sp>
        <p:sp>
          <p:nvSpPr>
            <p:cNvPr id="20" name="Line 13">
              <a:extLst>
                <a:ext uri="{FF2B5EF4-FFF2-40B4-BE49-F238E27FC236}">
                  <a16:creationId xmlns:a16="http://schemas.microsoft.com/office/drawing/2014/main" id="{4189EB16-AC13-B046-AA96-B115D9DD5A53}"/>
                </a:ext>
              </a:extLst>
            </p:cNvPr>
            <p:cNvSpPr>
              <a:spLocks noChangeShapeType="1"/>
            </p:cNvSpPr>
            <p:nvPr/>
          </p:nvSpPr>
          <p:spPr bwMode="auto">
            <a:xfrm>
              <a:off x="4074" y="3898"/>
              <a:ext cx="33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latin typeface="+mn-lt"/>
              </a:endParaRPr>
            </a:p>
          </p:txBody>
        </p:sp>
        <p:sp>
          <p:nvSpPr>
            <p:cNvPr id="21" name="Line 14">
              <a:extLst>
                <a:ext uri="{FF2B5EF4-FFF2-40B4-BE49-F238E27FC236}">
                  <a16:creationId xmlns:a16="http://schemas.microsoft.com/office/drawing/2014/main" id="{8EEECAE9-6639-144F-8125-BDD0925AB44F}"/>
                </a:ext>
              </a:extLst>
            </p:cNvPr>
            <p:cNvSpPr>
              <a:spLocks noChangeShapeType="1"/>
            </p:cNvSpPr>
            <p:nvPr/>
          </p:nvSpPr>
          <p:spPr bwMode="auto">
            <a:xfrm>
              <a:off x="4074" y="3898"/>
              <a:ext cx="0" cy="468"/>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latin typeface="+mn-lt"/>
              </a:endParaRPr>
            </a:p>
          </p:txBody>
        </p:sp>
        <p:sp>
          <p:nvSpPr>
            <p:cNvPr id="22" name="Line 15">
              <a:extLst>
                <a:ext uri="{FF2B5EF4-FFF2-40B4-BE49-F238E27FC236}">
                  <a16:creationId xmlns:a16="http://schemas.microsoft.com/office/drawing/2014/main" id="{82A9ED2F-4843-F347-90C9-F5A68963F4BE}"/>
                </a:ext>
              </a:extLst>
            </p:cNvPr>
            <p:cNvSpPr>
              <a:spLocks noChangeShapeType="1"/>
            </p:cNvSpPr>
            <p:nvPr/>
          </p:nvSpPr>
          <p:spPr bwMode="auto">
            <a:xfrm>
              <a:off x="7434" y="3898"/>
              <a:ext cx="0" cy="468"/>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latin typeface="+mn-lt"/>
              </a:endParaRPr>
            </a:p>
          </p:txBody>
        </p:sp>
        <p:sp>
          <p:nvSpPr>
            <p:cNvPr id="27" name="Line 20">
              <a:extLst>
                <a:ext uri="{FF2B5EF4-FFF2-40B4-BE49-F238E27FC236}">
                  <a16:creationId xmlns:a16="http://schemas.microsoft.com/office/drawing/2014/main" id="{9E5B4822-847C-3A43-9110-BC133D015866}"/>
                </a:ext>
              </a:extLst>
            </p:cNvPr>
            <p:cNvSpPr>
              <a:spLocks noChangeShapeType="1"/>
            </p:cNvSpPr>
            <p:nvPr/>
          </p:nvSpPr>
          <p:spPr bwMode="auto">
            <a:xfrm>
              <a:off x="7434" y="4844"/>
              <a:ext cx="0" cy="624"/>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latin typeface="+mn-lt"/>
              </a:endParaRPr>
            </a:p>
          </p:txBody>
        </p:sp>
      </p:grpSp>
      <p:sp>
        <p:nvSpPr>
          <p:cNvPr id="29" name="矩形标注 28">
            <a:extLst>
              <a:ext uri="{FF2B5EF4-FFF2-40B4-BE49-F238E27FC236}">
                <a16:creationId xmlns:a16="http://schemas.microsoft.com/office/drawing/2014/main" id="{8FBA82C8-D628-7C47-A81F-C8AA0F14C17C}"/>
              </a:ext>
            </a:extLst>
          </p:cNvPr>
          <p:cNvSpPr/>
          <p:nvPr/>
        </p:nvSpPr>
        <p:spPr bwMode="auto">
          <a:xfrm>
            <a:off x="2555776" y="836712"/>
            <a:ext cx="5184570" cy="400110"/>
          </a:xfrm>
          <a:prstGeom prst="wedgeRectCallout">
            <a:avLst>
              <a:gd name="adj1" fmla="val -18088"/>
              <a:gd name="adj2" fmla="val 90773"/>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spAutoFit/>
          </a:bodyPr>
          <a:lstStyle/>
          <a:p>
            <a:pPr marR="0" indent="7938" algn="ctr"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dirty="0">
                <a:ln>
                  <a:noFill/>
                </a:ln>
                <a:solidFill>
                  <a:schemeClr val="bg2"/>
                </a:solidFill>
                <a:effectLst/>
                <a:ea typeface="宋体" pitchFamily="2" charset="-122"/>
              </a:rPr>
              <a:t>PART(PNO</a:t>
            </a:r>
            <a:r>
              <a:rPr lang="en-US" altLang="zh-CN" sz="2000" dirty="0">
                <a:solidFill>
                  <a:schemeClr val="bg2"/>
                </a:solidFill>
                <a:ea typeface="宋体" pitchFamily="2" charset="-122"/>
              </a:rPr>
              <a:t>, </a:t>
            </a:r>
            <a:r>
              <a:rPr kumimoji="1" lang="en-US" altLang="zh-CN" sz="2000" b="0" i="0" u="none" strike="noStrike" cap="none" normalizeH="0" baseline="0" dirty="0">
                <a:ln>
                  <a:noFill/>
                </a:ln>
                <a:solidFill>
                  <a:schemeClr val="bg2"/>
                </a:solidFill>
                <a:effectLst/>
                <a:ea typeface="宋体" pitchFamily="2" charset="-122"/>
              </a:rPr>
              <a:t>PNAME, COLOR, W</a:t>
            </a:r>
            <a:r>
              <a:rPr lang="en-US" altLang="zh-CN" sz="2000" dirty="0">
                <a:solidFill>
                  <a:schemeClr val="bg2"/>
                </a:solidFill>
                <a:ea typeface="宋体" pitchFamily="2" charset="-122"/>
              </a:rPr>
              <a:t>EIGHT</a:t>
            </a:r>
            <a:r>
              <a:rPr kumimoji="1" lang="en-US" altLang="zh-CN" sz="2000" b="0" i="0" u="none" strike="noStrike" cap="none" normalizeH="0" baseline="0" dirty="0">
                <a:ln>
                  <a:noFill/>
                </a:ln>
                <a:solidFill>
                  <a:schemeClr val="bg2"/>
                </a:solidFill>
                <a:effectLst/>
                <a:ea typeface="宋体" pitchFamily="2" charset="-122"/>
              </a:rPr>
              <a:t>)</a:t>
            </a:r>
            <a:endParaRPr kumimoji="1" lang="zh-CN" altLang="en-US" sz="2000" b="0" i="0" u="none" strike="noStrike" cap="none" normalizeH="0" baseline="0" dirty="0">
              <a:ln>
                <a:noFill/>
              </a:ln>
              <a:solidFill>
                <a:schemeClr val="bg2"/>
              </a:solidFill>
              <a:effectLst/>
              <a:ea typeface="宋体" pitchFamily="2" charset="-122"/>
            </a:endParaRPr>
          </a:p>
        </p:txBody>
      </p:sp>
      <p:sp>
        <p:nvSpPr>
          <p:cNvPr id="30" name="矩形标注 29">
            <a:extLst>
              <a:ext uri="{FF2B5EF4-FFF2-40B4-BE49-F238E27FC236}">
                <a16:creationId xmlns:a16="http://schemas.microsoft.com/office/drawing/2014/main" id="{C8031793-8514-F04B-877A-7B467ECC6CC7}"/>
              </a:ext>
            </a:extLst>
          </p:cNvPr>
          <p:cNvSpPr/>
          <p:nvPr/>
        </p:nvSpPr>
        <p:spPr bwMode="auto">
          <a:xfrm>
            <a:off x="120942" y="3646097"/>
            <a:ext cx="5406246" cy="400110"/>
          </a:xfrm>
          <a:prstGeom prst="wedgeRectCallout">
            <a:avLst>
              <a:gd name="adj1" fmla="val -12387"/>
              <a:gd name="adj2" fmla="val -78863"/>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spAutoFit/>
          </a:bodyPr>
          <a:lstStyle/>
          <a:p>
            <a:pPr marR="0" indent="7938" algn="ctr"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dirty="0">
                <a:ln>
                  <a:noFill/>
                </a:ln>
                <a:solidFill>
                  <a:schemeClr val="bg2"/>
                </a:solidFill>
                <a:effectLst/>
                <a:ea typeface="宋体" pitchFamily="2" charset="-122"/>
              </a:rPr>
              <a:t>POJECT(JNO</a:t>
            </a:r>
            <a:r>
              <a:rPr lang="en-US" altLang="zh-CN" sz="2000" dirty="0">
                <a:solidFill>
                  <a:schemeClr val="bg2"/>
                </a:solidFill>
                <a:ea typeface="宋体" pitchFamily="2" charset="-122"/>
              </a:rPr>
              <a:t>, </a:t>
            </a:r>
            <a:r>
              <a:rPr kumimoji="1" lang="en-US" altLang="zh-CN" sz="2000" b="0" i="0" u="none" strike="noStrike" cap="none" normalizeH="0" baseline="0" dirty="0">
                <a:ln>
                  <a:noFill/>
                </a:ln>
                <a:solidFill>
                  <a:schemeClr val="bg2"/>
                </a:solidFill>
                <a:effectLst/>
                <a:ea typeface="宋体" pitchFamily="2" charset="-122"/>
              </a:rPr>
              <a:t>JNAME, DATE, </a:t>
            </a:r>
            <a:r>
              <a:rPr lang="en-US" altLang="zh-CN" sz="2000" dirty="0">
                <a:solidFill>
                  <a:schemeClr val="bg2"/>
                </a:solidFill>
                <a:ea typeface="宋体" pitchFamily="2" charset="-122"/>
              </a:rPr>
              <a:t>PNO, TOTAL</a:t>
            </a:r>
            <a:r>
              <a:rPr kumimoji="1" lang="en-US" altLang="zh-CN" sz="2000" b="0" i="0" u="none" strike="noStrike" cap="none" normalizeH="0" baseline="0" dirty="0">
                <a:ln>
                  <a:noFill/>
                </a:ln>
                <a:solidFill>
                  <a:schemeClr val="bg2"/>
                </a:solidFill>
                <a:effectLst/>
                <a:ea typeface="宋体" pitchFamily="2" charset="-122"/>
              </a:rPr>
              <a:t>)</a:t>
            </a:r>
            <a:endParaRPr kumimoji="1" lang="zh-CN" altLang="en-US" sz="2000" b="0" i="0" u="none" strike="noStrike" cap="none" normalizeH="0" baseline="0" dirty="0">
              <a:ln>
                <a:noFill/>
              </a:ln>
              <a:solidFill>
                <a:schemeClr val="bg2"/>
              </a:solidFill>
              <a:effectLst/>
              <a:ea typeface="宋体" pitchFamily="2" charset="-122"/>
            </a:endParaRPr>
          </a:p>
        </p:txBody>
      </p:sp>
      <p:sp>
        <p:nvSpPr>
          <p:cNvPr id="31" name="矩形标注 30">
            <a:extLst>
              <a:ext uri="{FF2B5EF4-FFF2-40B4-BE49-F238E27FC236}">
                <a16:creationId xmlns:a16="http://schemas.microsoft.com/office/drawing/2014/main" id="{E47EFCA0-951D-3045-B3BB-4D0C46943192}"/>
              </a:ext>
            </a:extLst>
          </p:cNvPr>
          <p:cNvSpPr/>
          <p:nvPr/>
        </p:nvSpPr>
        <p:spPr bwMode="auto">
          <a:xfrm>
            <a:off x="4067940" y="5184629"/>
            <a:ext cx="4464493" cy="400110"/>
          </a:xfrm>
          <a:prstGeom prst="wedgeRectCallout">
            <a:avLst>
              <a:gd name="adj1" fmla="val 7250"/>
              <a:gd name="adj2" fmla="val -97711"/>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spAutoFit/>
          </a:bodyPr>
          <a:lstStyle/>
          <a:p>
            <a:pPr marR="0" indent="7938" algn="ctr"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dirty="0">
                <a:ln>
                  <a:noFill/>
                </a:ln>
                <a:solidFill>
                  <a:schemeClr val="bg2"/>
                </a:solidFill>
                <a:effectLst/>
                <a:ea typeface="宋体" pitchFamily="2" charset="-122"/>
              </a:rPr>
              <a:t>SUPPLIER(SNO</a:t>
            </a:r>
            <a:r>
              <a:rPr lang="en-US" altLang="zh-CN" sz="2000" dirty="0">
                <a:solidFill>
                  <a:schemeClr val="bg2"/>
                </a:solidFill>
                <a:ea typeface="宋体" pitchFamily="2" charset="-122"/>
              </a:rPr>
              <a:t>, </a:t>
            </a:r>
            <a:r>
              <a:rPr kumimoji="1" lang="en-US" altLang="zh-CN" sz="2000" b="0" i="0" u="none" strike="noStrike" cap="none" normalizeH="0" baseline="0" dirty="0">
                <a:ln>
                  <a:noFill/>
                </a:ln>
                <a:solidFill>
                  <a:schemeClr val="bg2"/>
                </a:solidFill>
                <a:effectLst/>
                <a:ea typeface="宋体" pitchFamily="2" charset="-122"/>
              </a:rPr>
              <a:t>SNAME, SADDR)</a:t>
            </a:r>
            <a:endParaRPr kumimoji="1" lang="zh-CN" altLang="en-US" sz="2000" b="0" i="0" u="none" strike="noStrike" cap="none" normalizeH="0" baseline="0" dirty="0">
              <a:ln>
                <a:noFill/>
              </a:ln>
              <a:solidFill>
                <a:schemeClr val="bg2"/>
              </a:solidFill>
              <a:effectLst/>
              <a:ea typeface="宋体" pitchFamily="2" charset="-122"/>
            </a:endParaRPr>
          </a:p>
        </p:txBody>
      </p:sp>
      <p:sp>
        <p:nvSpPr>
          <p:cNvPr id="32" name="矩形标注 31">
            <a:extLst>
              <a:ext uri="{FF2B5EF4-FFF2-40B4-BE49-F238E27FC236}">
                <a16:creationId xmlns:a16="http://schemas.microsoft.com/office/drawing/2014/main" id="{EBC50AF5-0472-D84B-A728-7CBADCCCC70F}"/>
              </a:ext>
            </a:extLst>
          </p:cNvPr>
          <p:cNvSpPr/>
          <p:nvPr/>
        </p:nvSpPr>
        <p:spPr bwMode="auto">
          <a:xfrm>
            <a:off x="5527188" y="2462656"/>
            <a:ext cx="3424912" cy="400110"/>
          </a:xfrm>
          <a:prstGeom prst="wedgeRectCallout">
            <a:avLst>
              <a:gd name="adj1" fmla="val -26346"/>
              <a:gd name="adj2" fmla="val 67213"/>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spAutoFit/>
          </a:bodyPr>
          <a:lstStyle/>
          <a:p>
            <a:pPr marR="0" indent="7938" algn="ctr"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dirty="0">
                <a:ln>
                  <a:noFill/>
                </a:ln>
                <a:solidFill>
                  <a:schemeClr val="bg2"/>
                </a:solidFill>
                <a:effectLst/>
                <a:ea typeface="宋体" pitchFamily="2" charset="-122"/>
              </a:rPr>
              <a:t>P_S(PNO</a:t>
            </a:r>
            <a:r>
              <a:rPr lang="en-US" altLang="zh-CN" sz="2000" dirty="0">
                <a:solidFill>
                  <a:schemeClr val="bg2"/>
                </a:solidFill>
                <a:ea typeface="宋体" pitchFamily="2" charset="-122"/>
              </a:rPr>
              <a:t>, </a:t>
            </a:r>
            <a:r>
              <a:rPr kumimoji="1" lang="en-US" altLang="zh-CN" sz="2000" b="0" i="0" u="none" strike="noStrike" cap="none" normalizeH="0" baseline="0" dirty="0">
                <a:ln>
                  <a:noFill/>
                </a:ln>
                <a:solidFill>
                  <a:schemeClr val="bg2"/>
                </a:solidFill>
                <a:effectLst/>
                <a:ea typeface="宋体" pitchFamily="2" charset="-122"/>
              </a:rPr>
              <a:t>SNO, QUANTITY)</a:t>
            </a:r>
            <a:endParaRPr kumimoji="1" lang="zh-CN" altLang="en-US" sz="2000" b="0" i="0" u="none" strike="noStrike" cap="none" normalizeH="0" baseline="0" dirty="0">
              <a:ln>
                <a:noFill/>
              </a:ln>
              <a:solidFill>
                <a:schemeClr val="bg2"/>
              </a:solidFill>
              <a:effectLst/>
              <a:ea typeface="宋体" pitchFamily="2" charset="-122"/>
            </a:endParaRPr>
          </a:p>
        </p:txBody>
      </p:sp>
      <p:sp>
        <p:nvSpPr>
          <p:cNvPr id="36" name="文本框 35">
            <a:extLst>
              <a:ext uri="{FF2B5EF4-FFF2-40B4-BE49-F238E27FC236}">
                <a16:creationId xmlns:a16="http://schemas.microsoft.com/office/drawing/2014/main" id="{2EA100DA-8CB2-0941-8AF3-C96F646880EC}"/>
              </a:ext>
            </a:extLst>
          </p:cNvPr>
          <p:cNvSpPr txBox="1"/>
          <p:nvPr/>
        </p:nvSpPr>
        <p:spPr>
          <a:xfrm>
            <a:off x="5985038" y="1361616"/>
            <a:ext cx="4700016" cy="551113"/>
          </a:xfrm>
          <a:prstGeom prst="rect">
            <a:avLst/>
          </a:prstGeom>
          <a:noFill/>
        </p:spPr>
        <p:txBody>
          <a:bodyPr wrap="square">
            <a:spAutoFit/>
          </a:bodyPr>
          <a:lstStyle/>
          <a:p>
            <a:r>
              <a:rPr lang="zh-CN" altLang="en-US" sz="2000" b="1" dirty="0">
                <a:solidFill>
                  <a:schemeClr val="bg1"/>
                </a:solidFill>
                <a:latin typeface="Times New Roman" pitchFamily="18" charset="0"/>
              </a:rPr>
              <a:t>只有一个根结点无父结点</a:t>
            </a:r>
            <a:endParaRPr lang="zh-CN" altLang="en-US" sz="2000" dirty="0">
              <a:solidFill>
                <a:schemeClr val="bg1"/>
              </a:solidFill>
            </a:endParaRPr>
          </a:p>
        </p:txBody>
      </p:sp>
      <p:sp>
        <p:nvSpPr>
          <p:cNvPr id="39" name="文本框 38">
            <a:extLst>
              <a:ext uri="{FF2B5EF4-FFF2-40B4-BE49-F238E27FC236}">
                <a16:creationId xmlns:a16="http://schemas.microsoft.com/office/drawing/2014/main" id="{710482CC-D51C-DF4D-A32C-1DCFD9F8FC1F}"/>
              </a:ext>
            </a:extLst>
          </p:cNvPr>
          <p:cNvSpPr txBox="1"/>
          <p:nvPr/>
        </p:nvSpPr>
        <p:spPr>
          <a:xfrm>
            <a:off x="2171703" y="4213798"/>
            <a:ext cx="4700016" cy="564835"/>
          </a:xfrm>
          <a:prstGeom prst="rect">
            <a:avLst/>
          </a:prstGeom>
          <a:noFill/>
        </p:spPr>
        <p:txBody>
          <a:bodyPr wrap="square">
            <a:spAutoFit/>
          </a:bodyPr>
          <a:lstStyle/>
          <a:p>
            <a:r>
              <a:rPr lang="zh-CN" altLang="en-US" sz="2000" b="1" dirty="0">
                <a:solidFill>
                  <a:schemeClr val="bg1"/>
                </a:solidFill>
                <a:latin typeface="Times New Roman" pitchFamily="18" charset="0"/>
              </a:rPr>
              <a:t>每个非根结点只有一个父结点</a:t>
            </a:r>
          </a:p>
        </p:txBody>
      </p:sp>
      <p:sp>
        <p:nvSpPr>
          <p:cNvPr id="40" name="文本框 39">
            <a:extLst>
              <a:ext uri="{FF2B5EF4-FFF2-40B4-BE49-F238E27FC236}">
                <a16:creationId xmlns:a16="http://schemas.microsoft.com/office/drawing/2014/main" id="{B208FA88-97E3-AF44-91DF-9B526B922642}"/>
              </a:ext>
            </a:extLst>
          </p:cNvPr>
          <p:cNvSpPr txBox="1"/>
          <p:nvPr/>
        </p:nvSpPr>
        <p:spPr>
          <a:xfrm>
            <a:off x="1285022" y="1780274"/>
            <a:ext cx="4700016" cy="564835"/>
          </a:xfrm>
          <a:prstGeom prst="rect">
            <a:avLst/>
          </a:prstGeom>
          <a:noFill/>
        </p:spPr>
        <p:txBody>
          <a:bodyPr wrap="square">
            <a:spAutoFit/>
          </a:bodyPr>
          <a:lstStyle/>
          <a:p>
            <a:r>
              <a:rPr lang="en-US" altLang="zh-CN" sz="2000" b="1" dirty="0">
                <a:solidFill>
                  <a:schemeClr val="bg1"/>
                </a:solidFill>
                <a:latin typeface="Times New Roman" pitchFamily="18" charset="0"/>
              </a:rPr>
              <a:t>1</a:t>
            </a:r>
            <a:r>
              <a:rPr lang="zh-CN" altLang="en-US" sz="2000" b="1" dirty="0">
                <a:solidFill>
                  <a:schemeClr val="bg1"/>
                </a:solidFill>
                <a:latin typeface="Times New Roman" pitchFamily="18" charset="0"/>
              </a:rPr>
              <a:t>：</a:t>
            </a:r>
            <a:r>
              <a:rPr lang="en-US" altLang="zh-CN" sz="2000" b="1" dirty="0">
                <a:solidFill>
                  <a:schemeClr val="bg1"/>
                </a:solidFill>
                <a:latin typeface="Times New Roman" pitchFamily="18" charset="0"/>
              </a:rPr>
              <a:t>N</a:t>
            </a:r>
            <a:endParaRPr lang="zh-CN" altLang="en-US" sz="2000" b="1" dirty="0">
              <a:solidFill>
                <a:schemeClr val="bg1"/>
              </a:solidFill>
              <a:latin typeface="Times New Roman" pitchFamily="18" charset="0"/>
            </a:endParaRPr>
          </a:p>
        </p:txBody>
      </p:sp>
      <p:sp>
        <p:nvSpPr>
          <p:cNvPr id="42" name="文本框 41">
            <a:extLst>
              <a:ext uri="{FF2B5EF4-FFF2-40B4-BE49-F238E27FC236}">
                <a16:creationId xmlns:a16="http://schemas.microsoft.com/office/drawing/2014/main" id="{0F922979-B70A-5245-8B6F-479A76B06047}"/>
              </a:ext>
            </a:extLst>
          </p:cNvPr>
          <p:cNvSpPr txBox="1"/>
          <p:nvPr/>
        </p:nvSpPr>
        <p:spPr>
          <a:xfrm>
            <a:off x="3673584" y="209159"/>
            <a:ext cx="5474208" cy="551113"/>
          </a:xfrm>
          <a:prstGeom prst="rect">
            <a:avLst/>
          </a:prstGeom>
          <a:noFill/>
        </p:spPr>
        <p:txBody>
          <a:bodyPr wrap="square">
            <a:spAutoFit/>
          </a:bodyPr>
          <a:lstStyle/>
          <a:p>
            <a:r>
              <a:rPr lang="zh-CN" altLang="en-US" sz="2000" b="1" dirty="0">
                <a:solidFill>
                  <a:schemeClr val="bg1"/>
                </a:solidFill>
                <a:latin typeface="Times New Roman" pitchFamily="18" charset="0"/>
              </a:rPr>
              <a:t>以记录型为结点</a:t>
            </a:r>
            <a:endParaRPr lang="zh-CN" altLang="en-US" sz="2000" dirty="0">
              <a:solidFill>
                <a:schemeClr val="bg1"/>
              </a:solidFill>
            </a:endParaRPr>
          </a:p>
        </p:txBody>
      </p:sp>
      <p:sp>
        <p:nvSpPr>
          <p:cNvPr id="43" name="文本框 42">
            <a:extLst>
              <a:ext uri="{FF2B5EF4-FFF2-40B4-BE49-F238E27FC236}">
                <a16:creationId xmlns:a16="http://schemas.microsoft.com/office/drawing/2014/main" id="{997B609B-5D0D-4145-A8F5-D63C2ED590CF}"/>
              </a:ext>
            </a:extLst>
          </p:cNvPr>
          <p:cNvSpPr txBox="1"/>
          <p:nvPr/>
        </p:nvSpPr>
        <p:spPr>
          <a:xfrm>
            <a:off x="5724193" y="1812467"/>
            <a:ext cx="4700016" cy="564835"/>
          </a:xfrm>
          <a:prstGeom prst="rect">
            <a:avLst/>
          </a:prstGeom>
          <a:noFill/>
        </p:spPr>
        <p:txBody>
          <a:bodyPr wrap="square">
            <a:spAutoFit/>
          </a:bodyPr>
          <a:lstStyle/>
          <a:p>
            <a:r>
              <a:rPr lang="en-US" altLang="zh-CN" sz="2000" b="1" dirty="0">
                <a:solidFill>
                  <a:schemeClr val="bg1"/>
                </a:solidFill>
                <a:latin typeface="Times New Roman" pitchFamily="18" charset="0"/>
              </a:rPr>
              <a:t>1</a:t>
            </a:r>
            <a:r>
              <a:rPr lang="zh-CN" altLang="en-US" sz="2000" b="1" dirty="0">
                <a:solidFill>
                  <a:schemeClr val="bg1"/>
                </a:solidFill>
                <a:latin typeface="Times New Roman" pitchFamily="18" charset="0"/>
              </a:rPr>
              <a:t>：</a:t>
            </a:r>
            <a:r>
              <a:rPr lang="en-US" altLang="zh-CN" sz="2000" b="1" dirty="0">
                <a:solidFill>
                  <a:schemeClr val="bg1"/>
                </a:solidFill>
                <a:latin typeface="Times New Roman" pitchFamily="18" charset="0"/>
              </a:rPr>
              <a:t>N</a:t>
            </a:r>
            <a:endParaRPr lang="zh-CN" altLang="en-US" sz="2000" b="1" dirty="0">
              <a:solidFill>
                <a:schemeClr val="bg1"/>
              </a:solidFill>
              <a:latin typeface="Times New Roman" pitchFamily="18" charset="0"/>
            </a:endParaRPr>
          </a:p>
        </p:txBody>
      </p:sp>
      <p:sp>
        <p:nvSpPr>
          <p:cNvPr id="44" name="文本框 43">
            <a:extLst>
              <a:ext uri="{FF2B5EF4-FFF2-40B4-BE49-F238E27FC236}">
                <a16:creationId xmlns:a16="http://schemas.microsoft.com/office/drawing/2014/main" id="{0FF70AF3-756B-1D4F-A281-7E95A1C32B13}"/>
              </a:ext>
            </a:extLst>
          </p:cNvPr>
          <p:cNvSpPr txBox="1"/>
          <p:nvPr/>
        </p:nvSpPr>
        <p:spPr>
          <a:xfrm>
            <a:off x="7072874" y="3597006"/>
            <a:ext cx="4700016" cy="564835"/>
          </a:xfrm>
          <a:prstGeom prst="rect">
            <a:avLst/>
          </a:prstGeom>
          <a:noFill/>
        </p:spPr>
        <p:txBody>
          <a:bodyPr wrap="square">
            <a:spAutoFit/>
          </a:bodyPr>
          <a:lstStyle/>
          <a:p>
            <a:r>
              <a:rPr lang="en-US" altLang="zh-CN" sz="2000" b="1" dirty="0">
                <a:solidFill>
                  <a:schemeClr val="bg1"/>
                </a:solidFill>
                <a:latin typeface="Times New Roman" pitchFamily="18" charset="0"/>
              </a:rPr>
              <a:t>1</a:t>
            </a:r>
            <a:r>
              <a:rPr lang="zh-CN" altLang="en-US" sz="2000" b="1" dirty="0">
                <a:solidFill>
                  <a:schemeClr val="bg1"/>
                </a:solidFill>
                <a:latin typeface="Times New Roman" pitchFamily="18" charset="0"/>
              </a:rPr>
              <a:t>：</a:t>
            </a:r>
            <a:r>
              <a:rPr lang="en-US" altLang="zh-CN" sz="2000" b="1" dirty="0">
                <a:solidFill>
                  <a:schemeClr val="bg1"/>
                </a:solidFill>
                <a:latin typeface="Times New Roman" pitchFamily="18" charset="0"/>
              </a:rPr>
              <a:t>N</a:t>
            </a:r>
            <a:endParaRPr lang="zh-CN" altLang="en-US" sz="2000" b="1" dirty="0">
              <a:solidFill>
                <a:schemeClr val="bg1"/>
              </a:solidFill>
              <a:latin typeface="Times New Roman" pitchFamily="18" charset="0"/>
            </a:endParaRPr>
          </a:p>
        </p:txBody>
      </p:sp>
      <p:sp>
        <p:nvSpPr>
          <p:cNvPr id="3" name="文本框 2">
            <a:extLst>
              <a:ext uri="{FF2B5EF4-FFF2-40B4-BE49-F238E27FC236}">
                <a16:creationId xmlns:a16="http://schemas.microsoft.com/office/drawing/2014/main" id="{FB133133-1F0B-DDEA-4417-239D28FF6931}"/>
              </a:ext>
            </a:extLst>
          </p:cNvPr>
          <p:cNvSpPr txBox="1"/>
          <p:nvPr/>
        </p:nvSpPr>
        <p:spPr>
          <a:xfrm>
            <a:off x="1259394" y="5801421"/>
            <a:ext cx="7201038" cy="400110"/>
          </a:xfrm>
          <a:prstGeom prst="rect">
            <a:avLst/>
          </a:prstGeom>
          <a:noFill/>
        </p:spPr>
        <p:txBody>
          <a:bodyPr wrap="square">
            <a:spAutoFit/>
          </a:bodyPr>
          <a:lstStyle/>
          <a:p>
            <a:pPr>
              <a:lnSpc>
                <a:spcPct val="100000"/>
              </a:lnSpc>
            </a:pPr>
            <a:r>
              <a:rPr lang="zh-CN" altLang="en-US" sz="2000" b="1" dirty="0">
                <a:solidFill>
                  <a:schemeClr val="bg1"/>
                </a:solidFill>
                <a:latin typeface="Times New Roman" pitchFamily="18" charset="0"/>
              </a:rPr>
              <a:t>上一层记录类型和下一层记录类型间联系是</a:t>
            </a:r>
            <a:r>
              <a:rPr lang="en-US" altLang="zh-CN" sz="2000" b="1" dirty="0">
                <a:solidFill>
                  <a:schemeClr val="bg1"/>
                </a:solidFill>
                <a:latin typeface="Times New Roman" pitchFamily="18" charset="0"/>
              </a:rPr>
              <a:t>1</a:t>
            </a:r>
            <a:r>
              <a:rPr lang="zh-CN" altLang="en-US" sz="2000" b="1" dirty="0">
                <a:solidFill>
                  <a:schemeClr val="bg1"/>
                </a:solidFill>
                <a:latin typeface="Times New Roman" pitchFamily="18" charset="0"/>
              </a:rPr>
              <a:t>：</a:t>
            </a:r>
            <a:r>
              <a:rPr lang="en-US" altLang="zh-CN" sz="2000" b="1" dirty="0">
                <a:solidFill>
                  <a:schemeClr val="bg1"/>
                </a:solidFill>
                <a:latin typeface="Times New Roman" pitchFamily="18" charset="0"/>
              </a:rPr>
              <a:t>N</a:t>
            </a:r>
            <a:r>
              <a:rPr lang="zh-CN" altLang="en-US" sz="2000" b="1" dirty="0">
                <a:solidFill>
                  <a:schemeClr val="bg1"/>
                </a:solidFill>
                <a:latin typeface="Times New Roman" pitchFamily="18" charset="0"/>
              </a:rPr>
              <a:t>联系</a:t>
            </a:r>
          </a:p>
        </p:txBody>
      </p:sp>
      <p:sp>
        <p:nvSpPr>
          <p:cNvPr id="5" name="文本框 4">
            <a:extLst>
              <a:ext uri="{FF2B5EF4-FFF2-40B4-BE49-F238E27FC236}">
                <a16:creationId xmlns:a16="http://schemas.microsoft.com/office/drawing/2014/main" id="{6C872017-B0F8-4E9C-A332-0D56BBCFD20C}"/>
              </a:ext>
            </a:extLst>
          </p:cNvPr>
          <p:cNvSpPr txBox="1"/>
          <p:nvPr/>
        </p:nvSpPr>
        <p:spPr>
          <a:xfrm>
            <a:off x="2732836" y="6138765"/>
            <a:ext cx="3893550" cy="564835"/>
          </a:xfrm>
          <a:prstGeom prst="rect">
            <a:avLst/>
          </a:prstGeom>
          <a:noFill/>
        </p:spPr>
        <p:txBody>
          <a:bodyPr wrap="square">
            <a:spAutoFit/>
          </a:bodyPr>
          <a:lstStyle/>
          <a:p>
            <a:r>
              <a:rPr lang="zh-CN" altLang="en-US" sz="2000" b="1" dirty="0">
                <a:solidFill>
                  <a:schemeClr val="bg1"/>
                </a:solidFill>
                <a:latin typeface="Times New Roman" pitchFamily="18" charset="0"/>
              </a:rPr>
              <a:t>记录之间的联系通过指针来实现</a:t>
            </a:r>
          </a:p>
        </p:txBody>
      </p:sp>
      <p:sp>
        <p:nvSpPr>
          <p:cNvPr id="2" name="文本框 1">
            <a:extLst>
              <a:ext uri="{FF2B5EF4-FFF2-40B4-BE49-F238E27FC236}">
                <a16:creationId xmlns:a16="http://schemas.microsoft.com/office/drawing/2014/main" id="{31B0FA7F-8232-8318-EFE1-218768B4F944}"/>
              </a:ext>
            </a:extLst>
          </p:cNvPr>
          <p:cNvSpPr txBox="1"/>
          <p:nvPr/>
        </p:nvSpPr>
        <p:spPr>
          <a:xfrm>
            <a:off x="284365" y="-158154"/>
            <a:ext cx="2348720" cy="734625"/>
          </a:xfrm>
          <a:prstGeom prst="rect">
            <a:avLst/>
          </a:prstGeom>
          <a:noFill/>
        </p:spPr>
        <p:txBody>
          <a:bodyPr wrap="none" rtlCol="0">
            <a:spAutoFit/>
          </a:bodyPr>
          <a:lstStyle/>
          <a:p>
            <a:r>
              <a:rPr lang="zh-CN" altLang="en-US" b="1" dirty="0">
                <a:solidFill>
                  <a:srgbClr val="000099"/>
                </a:solidFill>
              </a:rPr>
              <a:t>层次模型示例</a:t>
            </a:r>
            <a:endParaRPr kumimoji="1" lang="zh-CN" altLang="en-US" b="1" dirty="0">
              <a:solidFill>
                <a:srgbClr val="000099"/>
              </a:solidFill>
            </a:endParaRPr>
          </a:p>
        </p:txBody>
      </p:sp>
    </p:spTree>
    <p:extLst>
      <p:ext uri="{BB962C8B-B14F-4D97-AF65-F5344CB8AC3E}">
        <p14:creationId xmlns:p14="http://schemas.microsoft.com/office/powerpoint/2010/main" val="676486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6" grpId="0"/>
      <p:bldP spid="39" grpId="0"/>
      <p:bldP spid="40" grpId="0"/>
      <p:bldP spid="43" grpId="0"/>
      <p:bldP spid="44" grpId="0"/>
      <p:bldP spid="3" grpId="0"/>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23">
            <a:extLst>
              <a:ext uri="{FF2B5EF4-FFF2-40B4-BE49-F238E27FC236}">
                <a16:creationId xmlns:a16="http://schemas.microsoft.com/office/drawing/2014/main" id="{9FF2A82A-A7F9-8A4C-BBF8-A2731647AD5A}"/>
              </a:ext>
            </a:extLst>
          </p:cNvPr>
          <p:cNvGrpSpPr>
            <a:grpSpLocks/>
          </p:cNvGrpSpPr>
          <p:nvPr/>
        </p:nvGrpSpPr>
        <p:grpSpPr bwMode="auto">
          <a:xfrm>
            <a:off x="2339752" y="908720"/>
            <a:ext cx="6029826" cy="4733926"/>
            <a:chOff x="1740" y="496"/>
            <a:chExt cx="3492" cy="2982"/>
          </a:xfrm>
        </p:grpSpPr>
        <p:sp>
          <p:nvSpPr>
            <p:cNvPr id="12" name="Text Box 5">
              <a:extLst>
                <a:ext uri="{FF2B5EF4-FFF2-40B4-BE49-F238E27FC236}">
                  <a16:creationId xmlns:a16="http://schemas.microsoft.com/office/drawing/2014/main" id="{987240DC-3E9A-AE43-89A7-852615F9E3B4}"/>
                </a:ext>
              </a:extLst>
            </p:cNvPr>
            <p:cNvSpPr txBox="1">
              <a:spLocks noChangeArrowheads="1"/>
            </p:cNvSpPr>
            <p:nvPr/>
          </p:nvSpPr>
          <p:spPr bwMode="auto">
            <a:xfrm>
              <a:off x="2866" y="496"/>
              <a:ext cx="1512" cy="366"/>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0000"/>
                </a:lnSpc>
              </a:pPr>
              <a:r>
                <a:rPr kumimoji="0" lang="en-US" altLang="zh-CN" sz="2400" b="1" dirty="0">
                  <a:solidFill>
                    <a:schemeClr val="bg2"/>
                  </a:solidFill>
                  <a:latin typeface="+mn-lt"/>
                </a:rPr>
                <a:t>P3, NUT, RED,12</a:t>
              </a:r>
              <a:endParaRPr kumimoji="0" lang="zh-CN" altLang="en-US" sz="2400" b="1" dirty="0">
                <a:solidFill>
                  <a:schemeClr val="bg2"/>
                </a:solidFill>
                <a:latin typeface="+mn-lt"/>
              </a:endParaRPr>
            </a:p>
          </p:txBody>
        </p:sp>
        <p:sp>
          <p:nvSpPr>
            <p:cNvPr id="13" name="Text Box 6">
              <a:extLst>
                <a:ext uri="{FF2B5EF4-FFF2-40B4-BE49-F238E27FC236}">
                  <a16:creationId xmlns:a16="http://schemas.microsoft.com/office/drawing/2014/main" id="{01639EAD-E616-234B-99B7-8FE9C77E79D3}"/>
                </a:ext>
              </a:extLst>
            </p:cNvPr>
            <p:cNvSpPr txBox="1">
              <a:spLocks noChangeArrowheads="1"/>
            </p:cNvSpPr>
            <p:nvPr/>
          </p:nvSpPr>
          <p:spPr bwMode="auto">
            <a:xfrm>
              <a:off x="1740" y="2202"/>
              <a:ext cx="1512" cy="366"/>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0000"/>
                </a:lnSpc>
              </a:pPr>
              <a:r>
                <a:rPr kumimoji="0" lang="en-US" altLang="zh-CN" sz="2400" b="1" dirty="0">
                  <a:solidFill>
                    <a:schemeClr val="bg2"/>
                  </a:solidFill>
                  <a:latin typeface="+mn-lt"/>
                </a:rPr>
                <a:t>J3, JC, 91.3, P3, 6</a:t>
              </a:r>
              <a:endParaRPr kumimoji="0" lang="zh-CN" altLang="en-US" sz="2400" b="1" dirty="0">
                <a:solidFill>
                  <a:schemeClr val="bg2"/>
                </a:solidFill>
                <a:latin typeface="+mn-lt"/>
              </a:endParaRPr>
            </a:p>
          </p:txBody>
        </p:sp>
        <p:sp>
          <p:nvSpPr>
            <p:cNvPr id="14" name="Text Box 7">
              <a:extLst>
                <a:ext uri="{FF2B5EF4-FFF2-40B4-BE49-F238E27FC236}">
                  <a16:creationId xmlns:a16="http://schemas.microsoft.com/office/drawing/2014/main" id="{08C324D2-05E3-604B-A640-A8043497C6C5}"/>
                </a:ext>
              </a:extLst>
            </p:cNvPr>
            <p:cNvSpPr txBox="1">
              <a:spLocks noChangeArrowheads="1"/>
            </p:cNvSpPr>
            <p:nvPr/>
          </p:nvSpPr>
          <p:spPr bwMode="auto">
            <a:xfrm>
              <a:off x="3956" y="2202"/>
              <a:ext cx="1276" cy="366"/>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0000"/>
                </a:lnSpc>
              </a:pPr>
              <a:r>
                <a:rPr kumimoji="0" lang="en-US" altLang="zh-CN" sz="2400" b="1" dirty="0">
                  <a:solidFill>
                    <a:schemeClr val="bg2"/>
                  </a:solidFill>
                  <a:latin typeface="+mn-lt"/>
                </a:rPr>
                <a:t>P3, S2, 200</a:t>
              </a:r>
              <a:endParaRPr kumimoji="0" lang="zh-CN" altLang="en-US" sz="2400" b="1" dirty="0">
                <a:solidFill>
                  <a:schemeClr val="bg2"/>
                </a:solidFill>
                <a:latin typeface="+mn-lt"/>
              </a:endParaRPr>
            </a:p>
          </p:txBody>
        </p:sp>
        <p:sp>
          <p:nvSpPr>
            <p:cNvPr id="17" name="Text Box 10">
              <a:extLst>
                <a:ext uri="{FF2B5EF4-FFF2-40B4-BE49-F238E27FC236}">
                  <a16:creationId xmlns:a16="http://schemas.microsoft.com/office/drawing/2014/main" id="{DA95478C-E532-D34F-B8C4-3064EDCA074D}"/>
                </a:ext>
              </a:extLst>
            </p:cNvPr>
            <p:cNvSpPr txBox="1">
              <a:spLocks noChangeArrowheads="1"/>
            </p:cNvSpPr>
            <p:nvPr/>
          </p:nvSpPr>
          <p:spPr bwMode="auto">
            <a:xfrm>
              <a:off x="4659" y="3112"/>
              <a:ext cx="573" cy="366"/>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0000"/>
                </a:lnSpc>
              </a:pPr>
              <a:r>
                <a:rPr kumimoji="0" lang="en-US" altLang="zh-CN" sz="2400" b="1" dirty="0">
                  <a:solidFill>
                    <a:schemeClr val="bg2"/>
                  </a:solidFill>
                  <a:latin typeface="+mn-lt"/>
                </a:rPr>
                <a:t>S2, …</a:t>
              </a:r>
              <a:endParaRPr kumimoji="0" lang="zh-CN" altLang="en-US" sz="2400" b="1" dirty="0">
                <a:solidFill>
                  <a:schemeClr val="bg2"/>
                </a:solidFill>
                <a:latin typeface="+mn-lt"/>
              </a:endParaRPr>
            </a:p>
          </p:txBody>
        </p:sp>
      </p:grpSp>
      <p:grpSp>
        <p:nvGrpSpPr>
          <p:cNvPr id="18" name="Group 11">
            <a:extLst>
              <a:ext uri="{FF2B5EF4-FFF2-40B4-BE49-F238E27FC236}">
                <a16:creationId xmlns:a16="http://schemas.microsoft.com/office/drawing/2014/main" id="{9C4F70AC-6633-4C47-BA5F-1F76427C4640}"/>
              </a:ext>
            </a:extLst>
          </p:cNvPr>
          <p:cNvGrpSpPr>
            <a:grpSpLocks/>
          </p:cNvGrpSpPr>
          <p:nvPr/>
        </p:nvGrpSpPr>
        <p:grpSpPr bwMode="auto">
          <a:xfrm>
            <a:off x="3502580" y="1489736"/>
            <a:ext cx="4742358" cy="3578401"/>
            <a:chOff x="4074" y="2664"/>
            <a:chExt cx="3433" cy="2881"/>
          </a:xfrm>
        </p:grpSpPr>
        <p:sp>
          <p:nvSpPr>
            <p:cNvPr id="19" name="Line 12">
              <a:extLst>
                <a:ext uri="{FF2B5EF4-FFF2-40B4-BE49-F238E27FC236}">
                  <a16:creationId xmlns:a16="http://schemas.microsoft.com/office/drawing/2014/main" id="{27AE69A3-4FAA-924F-B1F0-C9CF8904A4C5}"/>
                </a:ext>
              </a:extLst>
            </p:cNvPr>
            <p:cNvSpPr>
              <a:spLocks noChangeShapeType="1"/>
            </p:cNvSpPr>
            <p:nvPr/>
          </p:nvSpPr>
          <p:spPr bwMode="auto">
            <a:xfrm>
              <a:off x="5859" y="2664"/>
              <a:ext cx="0" cy="1229"/>
            </a:xfrm>
            <a:prstGeom prst="line">
              <a:avLst/>
            </a:prstGeom>
            <a:noFill/>
            <a:ln w="9525">
              <a:solidFill>
                <a:schemeClr val="bg2"/>
              </a:solidFill>
              <a:round/>
              <a:headEnd/>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latin typeface="+mn-lt"/>
              </a:endParaRPr>
            </a:p>
          </p:txBody>
        </p:sp>
        <p:sp>
          <p:nvSpPr>
            <p:cNvPr id="20" name="Line 13">
              <a:extLst>
                <a:ext uri="{FF2B5EF4-FFF2-40B4-BE49-F238E27FC236}">
                  <a16:creationId xmlns:a16="http://schemas.microsoft.com/office/drawing/2014/main" id="{4189EB16-AC13-B046-AA96-B115D9DD5A53}"/>
                </a:ext>
              </a:extLst>
            </p:cNvPr>
            <p:cNvSpPr>
              <a:spLocks noChangeShapeType="1"/>
            </p:cNvSpPr>
            <p:nvPr/>
          </p:nvSpPr>
          <p:spPr bwMode="auto">
            <a:xfrm>
              <a:off x="4074" y="3898"/>
              <a:ext cx="3360" cy="0"/>
            </a:xfrm>
            <a:prstGeom prst="line">
              <a:avLst/>
            </a:prstGeom>
            <a:noFill/>
            <a:ln w="9525">
              <a:solidFill>
                <a:schemeClr val="bg2"/>
              </a:solidFill>
              <a:round/>
              <a:headEnd/>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latin typeface="+mn-lt"/>
              </a:endParaRPr>
            </a:p>
          </p:txBody>
        </p:sp>
        <p:sp>
          <p:nvSpPr>
            <p:cNvPr id="21" name="Line 14">
              <a:extLst>
                <a:ext uri="{FF2B5EF4-FFF2-40B4-BE49-F238E27FC236}">
                  <a16:creationId xmlns:a16="http://schemas.microsoft.com/office/drawing/2014/main" id="{8EEECAE9-6639-144F-8125-BDD0925AB44F}"/>
                </a:ext>
              </a:extLst>
            </p:cNvPr>
            <p:cNvSpPr>
              <a:spLocks noChangeShapeType="1"/>
            </p:cNvSpPr>
            <p:nvPr/>
          </p:nvSpPr>
          <p:spPr bwMode="auto">
            <a:xfrm>
              <a:off x="4074" y="3898"/>
              <a:ext cx="0" cy="468"/>
            </a:xfrm>
            <a:prstGeom prst="line">
              <a:avLst/>
            </a:prstGeom>
            <a:noFill/>
            <a:ln w="9525">
              <a:solidFill>
                <a:schemeClr val="bg2"/>
              </a:solidFill>
              <a:round/>
              <a:headEn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latin typeface="+mn-lt"/>
              </a:endParaRPr>
            </a:p>
          </p:txBody>
        </p:sp>
        <p:sp>
          <p:nvSpPr>
            <p:cNvPr id="22" name="Line 15">
              <a:extLst>
                <a:ext uri="{FF2B5EF4-FFF2-40B4-BE49-F238E27FC236}">
                  <a16:creationId xmlns:a16="http://schemas.microsoft.com/office/drawing/2014/main" id="{82A9ED2F-4843-F347-90C9-F5A68963F4BE}"/>
                </a:ext>
              </a:extLst>
            </p:cNvPr>
            <p:cNvSpPr>
              <a:spLocks noChangeShapeType="1"/>
            </p:cNvSpPr>
            <p:nvPr/>
          </p:nvSpPr>
          <p:spPr bwMode="auto">
            <a:xfrm>
              <a:off x="7434" y="3898"/>
              <a:ext cx="0" cy="468"/>
            </a:xfrm>
            <a:prstGeom prst="line">
              <a:avLst/>
            </a:prstGeom>
            <a:noFill/>
            <a:ln w="9525">
              <a:solidFill>
                <a:schemeClr val="bg2"/>
              </a:solidFill>
              <a:round/>
              <a:headEn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latin typeface="+mn-lt"/>
              </a:endParaRPr>
            </a:p>
          </p:txBody>
        </p:sp>
        <p:sp>
          <p:nvSpPr>
            <p:cNvPr id="27" name="Line 20">
              <a:extLst>
                <a:ext uri="{FF2B5EF4-FFF2-40B4-BE49-F238E27FC236}">
                  <a16:creationId xmlns:a16="http://schemas.microsoft.com/office/drawing/2014/main" id="{9E5B4822-847C-3A43-9110-BC133D015866}"/>
                </a:ext>
              </a:extLst>
            </p:cNvPr>
            <p:cNvSpPr>
              <a:spLocks noChangeShapeType="1"/>
            </p:cNvSpPr>
            <p:nvPr/>
          </p:nvSpPr>
          <p:spPr bwMode="auto">
            <a:xfrm>
              <a:off x="7507" y="4848"/>
              <a:ext cx="0" cy="697"/>
            </a:xfrm>
            <a:prstGeom prst="line">
              <a:avLst/>
            </a:prstGeom>
            <a:noFill/>
            <a:ln w="9525">
              <a:solidFill>
                <a:schemeClr val="bg2"/>
              </a:solidFill>
              <a:round/>
              <a:headEn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latin typeface="+mn-lt"/>
              </a:endParaRPr>
            </a:p>
          </p:txBody>
        </p:sp>
      </p:grpSp>
      <p:sp>
        <p:nvSpPr>
          <p:cNvPr id="23" name="Text Box 6">
            <a:extLst>
              <a:ext uri="{FF2B5EF4-FFF2-40B4-BE49-F238E27FC236}">
                <a16:creationId xmlns:a16="http://schemas.microsoft.com/office/drawing/2014/main" id="{B926B11F-0E41-6C43-9D93-60C46B4AEB2E}"/>
              </a:ext>
            </a:extLst>
          </p:cNvPr>
          <p:cNvSpPr txBox="1">
            <a:spLocks noChangeArrowheads="1"/>
          </p:cNvSpPr>
          <p:nvPr/>
        </p:nvSpPr>
        <p:spPr bwMode="auto">
          <a:xfrm>
            <a:off x="2119492" y="4207681"/>
            <a:ext cx="2690101" cy="581025"/>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0000"/>
              </a:lnSpc>
            </a:pPr>
            <a:r>
              <a:rPr kumimoji="0" lang="en-US" altLang="zh-CN" sz="2400" b="1" dirty="0">
                <a:solidFill>
                  <a:schemeClr val="bg2"/>
                </a:solidFill>
                <a:latin typeface="+mn-lt"/>
              </a:rPr>
              <a:t>J2, JB, 90.5, P3, 25</a:t>
            </a:r>
            <a:endParaRPr kumimoji="0" lang="zh-CN" altLang="en-US" sz="2400" b="1" dirty="0">
              <a:solidFill>
                <a:schemeClr val="bg2"/>
              </a:solidFill>
              <a:latin typeface="+mn-lt"/>
            </a:endParaRPr>
          </a:p>
        </p:txBody>
      </p:sp>
      <p:sp>
        <p:nvSpPr>
          <p:cNvPr id="24" name="Text Box 6">
            <a:extLst>
              <a:ext uri="{FF2B5EF4-FFF2-40B4-BE49-F238E27FC236}">
                <a16:creationId xmlns:a16="http://schemas.microsoft.com/office/drawing/2014/main" id="{4A045E2D-3053-5340-9DD3-EA9F01492581}"/>
              </a:ext>
            </a:extLst>
          </p:cNvPr>
          <p:cNvSpPr txBox="1">
            <a:spLocks noChangeArrowheads="1"/>
          </p:cNvSpPr>
          <p:nvPr/>
        </p:nvSpPr>
        <p:spPr bwMode="auto">
          <a:xfrm>
            <a:off x="1924495" y="4777625"/>
            <a:ext cx="2690101" cy="581025"/>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0000"/>
              </a:lnSpc>
            </a:pPr>
            <a:r>
              <a:rPr kumimoji="0" lang="en-US" altLang="zh-CN" sz="2400" b="1" dirty="0">
                <a:solidFill>
                  <a:schemeClr val="bg2"/>
                </a:solidFill>
                <a:latin typeface="+mn-lt"/>
              </a:rPr>
              <a:t>J1, JA, 89.1, P3, 18</a:t>
            </a:r>
            <a:endParaRPr kumimoji="0" lang="zh-CN" altLang="en-US" sz="2400" b="1" dirty="0">
              <a:solidFill>
                <a:schemeClr val="bg2"/>
              </a:solidFill>
              <a:latin typeface="+mn-lt"/>
            </a:endParaRPr>
          </a:p>
        </p:txBody>
      </p:sp>
      <p:sp>
        <p:nvSpPr>
          <p:cNvPr id="25" name="Text Box 7">
            <a:extLst>
              <a:ext uri="{FF2B5EF4-FFF2-40B4-BE49-F238E27FC236}">
                <a16:creationId xmlns:a16="http://schemas.microsoft.com/office/drawing/2014/main" id="{AEEDD90A-4E3F-A848-A977-E154CB30A69E}"/>
              </a:ext>
            </a:extLst>
          </p:cNvPr>
          <p:cNvSpPr txBox="1">
            <a:spLocks noChangeArrowheads="1"/>
          </p:cNvSpPr>
          <p:nvPr/>
        </p:nvSpPr>
        <p:spPr bwMode="auto">
          <a:xfrm>
            <a:off x="5533244" y="4207681"/>
            <a:ext cx="2202676" cy="581025"/>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0000"/>
              </a:lnSpc>
            </a:pPr>
            <a:r>
              <a:rPr kumimoji="0" lang="en-US" altLang="zh-CN" sz="2400" b="1" dirty="0">
                <a:solidFill>
                  <a:schemeClr val="bg2"/>
                </a:solidFill>
                <a:latin typeface="+mn-lt"/>
              </a:rPr>
              <a:t>P3, S1, 100</a:t>
            </a:r>
            <a:endParaRPr kumimoji="0" lang="zh-CN" altLang="en-US" sz="2400" b="1" dirty="0">
              <a:solidFill>
                <a:schemeClr val="bg2"/>
              </a:solidFill>
              <a:latin typeface="+mn-lt"/>
            </a:endParaRPr>
          </a:p>
        </p:txBody>
      </p:sp>
      <p:sp>
        <p:nvSpPr>
          <p:cNvPr id="26" name="Text Box 10">
            <a:extLst>
              <a:ext uri="{FF2B5EF4-FFF2-40B4-BE49-F238E27FC236}">
                <a16:creationId xmlns:a16="http://schemas.microsoft.com/office/drawing/2014/main" id="{31DDB216-BA2B-9D48-9F51-8C8EF4859424}"/>
              </a:ext>
            </a:extLst>
          </p:cNvPr>
          <p:cNvSpPr txBox="1">
            <a:spLocks noChangeArrowheads="1"/>
          </p:cNvSpPr>
          <p:nvPr/>
        </p:nvSpPr>
        <p:spPr bwMode="auto">
          <a:xfrm>
            <a:off x="6195721" y="5067882"/>
            <a:ext cx="989430" cy="581025"/>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0000"/>
              </a:lnSpc>
            </a:pPr>
            <a:r>
              <a:rPr kumimoji="0" lang="en-US" altLang="zh-CN" sz="2400" b="1" dirty="0">
                <a:solidFill>
                  <a:schemeClr val="bg2"/>
                </a:solidFill>
                <a:latin typeface="+mn-lt"/>
              </a:rPr>
              <a:t>S1, …</a:t>
            </a:r>
            <a:endParaRPr kumimoji="0" lang="zh-CN" altLang="en-US" sz="2400" b="1" dirty="0">
              <a:solidFill>
                <a:schemeClr val="bg2"/>
              </a:solidFill>
              <a:latin typeface="+mn-lt"/>
            </a:endParaRPr>
          </a:p>
        </p:txBody>
      </p:sp>
      <p:sp>
        <p:nvSpPr>
          <p:cNvPr id="28" name="Line 20">
            <a:extLst>
              <a:ext uri="{FF2B5EF4-FFF2-40B4-BE49-F238E27FC236}">
                <a16:creationId xmlns:a16="http://schemas.microsoft.com/office/drawing/2014/main" id="{CBA0BF53-55F4-F84A-8085-3E70F46C43F4}"/>
              </a:ext>
            </a:extLst>
          </p:cNvPr>
          <p:cNvSpPr>
            <a:spLocks noChangeShapeType="1"/>
          </p:cNvSpPr>
          <p:nvPr/>
        </p:nvSpPr>
        <p:spPr bwMode="auto">
          <a:xfrm flipH="1">
            <a:off x="6751907" y="4812589"/>
            <a:ext cx="1" cy="255293"/>
          </a:xfrm>
          <a:prstGeom prst="line">
            <a:avLst/>
          </a:prstGeom>
          <a:noFill/>
          <a:ln w="9525">
            <a:solidFill>
              <a:schemeClr val="bg2"/>
            </a:solidFill>
            <a:round/>
            <a:headEn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latin typeface="+mn-lt"/>
            </a:endParaRPr>
          </a:p>
        </p:txBody>
      </p:sp>
      <p:sp>
        <p:nvSpPr>
          <p:cNvPr id="33" name="Text Box 5">
            <a:extLst>
              <a:ext uri="{FF2B5EF4-FFF2-40B4-BE49-F238E27FC236}">
                <a16:creationId xmlns:a16="http://schemas.microsoft.com/office/drawing/2014/main" id="{7C7665A5-52C1-6343-BBC1-E436468E75EB}"/>
              </a:ext>
            </a:extLst>
          </p:cNvPr>
          <p:cNvSpPr txBox="1">
            <a:spLocks noChangeArrowheads="1"/>
          </p:cNvSpPr>
          <p:nvPr/>
        </p:nvSpPr>
        <p:spPr bwMode="auto">
          <a:xfrm>
            <a:off x="2119492" y="1495955"/>
            <a:ext cx="3258922" cy="581025"/>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0000"/>
              </a:lnSpc>
            </a:pPr>
            <a:r>
              <a:rPr kumimoji="0" lang="en-US" altLang="zh-CN" sz="2400" b="1" dirty="0">
                <a:solidFill>
                  <a:schemeClr val="bg2"/>
                </a:solidFill>
                <a:latin typeface="+mn-lt"/>
              </a:rPr>
              <a:t>P1, BOLT, GREEN,17</a:t>
            </a:r>
            <a:endParaRPr kumimoji="0" lang="zh-CN" altLang="en-US" sz="2400" b="1" dirty="0">
              <a:solidFill>
                <a:schemeClr val="bg2"/>
              </a:solidFill>
              <a:latin typeface="+mn-lt"/>
            </a:endParaRPr>
          </a:p>
        </p:txBody>
      </p:sp>
      <p:sp>
        <p:nvSpPr>
          <p:cNvPr id="34" name="Text Box 5">
            <a:extLst>
              <a:ext uri="{FF2B5EF4-FFF2-40B4-BE49-F238E27FC236}">
                <a16:creationId xmlns:a16="http://schemas.microsoft.com/office/drawing/2014/main" id="{B8580A4B-374E-394E-AB28-298207DDD471}"/>
              </a:ext>
            </a:extLst>
          </p:cNvPr>
          <p:cNvSpPr txBox="1">
            <a:spLocks noChangeArrowheads="1"/>
          </p:cNvSpPr>
          <p:nvPr/>
        </p:nvSpPr>
        <p:spPr bwMode="auto">
          <a:xfrm>
            <a:off x="490031" y="2078298"/>
            <a:ext cx="3258922" cy="581025"/>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0000"/>
              </a:lnSpc>
            </a:pPr>
            <a:r>
              <a:rPr kumimoji="0" lang="en-US" altLang="zh-CN" sz="2400" b="1" dirty="0">
                <a:solidFill>
                  <a:schemeClr val="bg2"/>
                </a:solidFill>
                <a:latin typeface="+mn-lt"/>
              </a:rPr>
              <a:t>P1, BOLT, GREEN,17</a:t>
            </a:r>
            <a:endParaRPr kumimoji="0" lang="zh-CN" altLang="en-US" sz="2400" b="1" dirty="0">
              <a:solidFill>
                <a:schemeClr val="bg2"/>
              </a:solidFill>
              <a:latin typeface="+mn-lt"/>
            </a:endParaRPr>
          </a:p>
        </p:txBody>
      </p:sp>
      <p:sp>
        <p:nvSpPr>
          <p:cNvPr id="35" name="Line 12">
            <a:extLst>
              <a:ext uri="{FF2B5EF4-FFF2-40B4-BE49-F238E27FC236}">
                <a16:creationId xmlns:a16="http://schemas.microsoft.com/office/drawing/2014/main" id="{ACD98189-4514-1F4B-B1B4-14562DFE7AD8}"/>
              </a:ext>
            </a:extLst>
          </p:cNvPr>
          <p:cNvSpPr>
            <a:spLocks noChangeShapeType="1"/>
          </p:cNvSpPr>
          <p:nvPr/>
        </p:nvSpPr>
        <p:spPr bwMode="auto">
          <a:xfrm>
            <a:off x="4614596" y="2076981"/>
            <a:ext cx="0" cy="415916"/>
          </a:xfrm>
          <a:prstGeom prst="line">
            <a:avLst/>
          </a:prstGeom>
          <a:noFill/>
          <a:ln w="9525">
            <a:solidFill>
              <a:schemeClr val="bg2"/>
            </a:solidFill>
            <a:round/>
            <a:headEnd/>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latin typeface="+mn-lt"/>
            </a:endParaRPr>
          </a:p>
        </p:txBody>
      </p:sp>
      <p:sp>
        <p:nvSpPr>
          <p:cNvPr id="2" name="文本框 1">
            <a:extLst>
              <a:ext uri="{FF2B5EF4-FFF2-40B4-BE49-F238E27FC236}">
                <a16:creationId xmlns:a16="http://schemas.microsoft.com/office/drawing/2014/main" id="{1E993A90-F02E-7349-8B81-5D13AF2D8EA8}"/>
              </a:ext>
            </a:extLst>
          </p:cNvPr>
          <p:cNvSpPr txBox="1"/>
          <p:nvPr/>
        </p:nvSpPr>
        <p:spPr>
          <a:xfrm>
            <a:off x="4251158" y="2258843"/>
            <a:ext cx="973693" cy="551113"/>
          </a:xfrm>
          <a:prstGeom prst="rect">
            <a:avLst/>
          </a:prstGeom>
          <a:noFill/>
        </p:spPr>
        <p:txBody>
          <a:bodyPr wrap="square" rtlCol="0">
            <a:spAutoFit/>
          </a:bodyPr>
          <a:lstStyle/>
          <a:p>
            <a:r>
              <a:rPr lang="en-US" altLang="zh-CN" sz="2000" dirty="0">
                <a:solidFill>
                  <a:schemeClr val="bg2"/>
                </a:solidFill>
              </a:rPr>
              <a:t>……</a:t>
            </a:r>
            <a:endParaRPr kumimoji="1" lang="zh-CN" altLang="en-US" sz="2000" dirty="0">
              <a:solidFill>
                <a:schemeClr val="bg2"/>
              </a:solidFill>
            </a:endParaRPr>
          </a:p>
        </p:txBody>
      </p:sp>
      <p:sp>
        <p:nvSpPr>
          <p:cNvPr id="36" name="Line 12">
            <a:extLst>
              <a:ext uri="{FF2B5EF4-FFF2-40B4-BE49-F238E27FC236}">
                <a16:creationId xmlns:a16="http://schemas.microsoft.com/office/drawing/2014/main" id="{706B1AEF-CDED-9A42-9627-87D9DF57D416}"/>
              </a:ext>
            </a:extLst>
          </p:cNvPr>
          <p:cNvSpPr>
            <a:spLocks noChangeShapeType="1"/>
          </p:cNvSpPr>
          <p:nvPr/>
        </p:nvSpPr>
        <p:spPr bwMode="auto">
          <a:xfrm>
            <a:off x="2090353" y="2636912"/>
            <a:ext cx="0" cy="415916"/>
          </a:xfrm>
          <a:prstGeom prst="line">
            <a:avLst/>
          </a:prstGeom>
          <a:noFill/>
          <a:ln w="9525">
            <a:solidFill>
              <a:schemeClr val="bg2"/>
            </a:solidFill>
            <a:round/>
            <a:headEnd/>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latin typeface="+mn-lt"/>
            </a:endParaRPr>
          </a:p>
        </p:txBody>
      </p:sp>
      <p:sp>
        <p:nvSpPr>
          <p:cNvPr id="37" name="文本框 36">
            <a:extLst>
              <a:ext uri="{FF2B5EF4-FFF2-40B4-BE49-F238E27FC236}">
                <a16:creationId xmlns:a16="http://schemas.microsoft.com/office/drawing/2014/main" id="{CA9C5C5E-8CD3-5246-865B-7B3CCE380470}"/>
              </a:ext>
            </a:extLst>
          </p:cNvPr>
          <p:cNvSpPr txBox="1"/>
          <p:nvPr/>
        </p:nvSpPr>
        <p:spPr>
          <a:xfrm>
            <a:off x="1726915" y="2780928"/>
            <a:ext cx="973693" cy="551113"/>
          </a:xfrm>
          <a:prstGeom prst="rect">
            <a:avLst/>
          </a:prstGeom>
          <a:noFill/>
        </p:spPr>
        <p:txBody>
          <a:bodyPr wrap="square" rtlCol="0">
            <a:spAutoFit/>
          </a:bodyPr>
          <a:lstStyle/>
          <a:p>
            <a:r>
              <a:rPr lang="en-US" altLang="zh-CN" sz="2000" dirty="0">
                <a:solidFill>
                  <a:schemeClr val="bg2"/>
                </a:solidFill>
              </a:rPr>
              <a:t>……</a:t>
            </a:r>
            <a:endParaRPr kumimoji="1" lang="zh-CN" altLang="en-US" sz="2000" dirty="0">
              <a:solidFill>
                <a:schemeClr val="bg2"/>
              </a:solidFill>
            </a:endParaRPr>
          </a:p>
        </p:txBody>
      </p:sp>
      <p:sp>
        <p:nvSpPr>
          <p:cNvPr id="3" name="文本框 2">
            <a:extLst>
              <a:ext uri="{FF2B5EF4-FFF2-40B4-BE49-F238E27FC236}">
                <a16:creationId xmlns:a16="http://schemas.microsoft.com/office/drawing/2014/main" id="{FBF49615-5350-9902-6D74-B3A6238DACE4}"/>
              </a:ext>
            </a:extLst>
          </p:cNvPr>
          <p:cNvSpPr txBox="1"/>
          <p:nvPr/>
        </p:nvSpPr>
        <p:spPr>
          <a:xfrm>
            <a:off x="61133" y="-158154"/>
            <a:ext cx="3430747" cy="734625"/>
          </a:xfrm>
          <a:prstGeom prst="rect">
            <a:avLst/>
          </a:prstGeom>
          <a:noFill/>
        </p:spPr>
        <p:txBody>
          <a:bodyPr wrap="none" rtlCol="0">
            <a:spAutoFit/>
          </a:bodyPr>
          <a:lstStyle/>
          <a:p>
            <a:r>
              <a:rPr lang="zh-CN" altLang="en-US" b="1" dirty="0">
                <a:solidFill>
                  <a:srgbClr val="000099"/>
                </a:solidFill>
              </a:rPr>
              <a:t>层次模型的具体实例</a:t>
            </a:r>
            <a:endParaRPr kumimoji="1" lang="zh-CN" altLang="en-US" b="1" dirty="0">
              <a:solidFill>
                <a:srgbClr val="000099"/>
              </a:solidFill>
            </a:endParaRPr>
          </a:p>
        </p:txBody>
      </p:sp>
    </p:spTree>
    <p:extLst>
      <p:ext uri="{BB962C8B-B14F-4D97-AF65-F5344CB8AC3E}">
        <p14:creationId xmlns:p14="http://schemas.microsoft.com/office/powerpoint/2010/main" val="29990543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2679" name="Group 23"/>
          <p:cNvGrpSpPr>
            <a:grpSpLocks/>
          </p:cNvGrpSpPr>
          <p:nvPr/>
        </p:nvGrpSpPr>
        <p:grpSpPr bwMode="auto">
          <a:xfrm>
            <a:off x="304800" y="836613"/>
            <a:ext cx="8001000" cy="4686300"/>
            <a:chOff x="192" y="527"/>
            <a:chExt cx="5040" cy="2952"/>
          </a:xfrm>
        </p:grpSpPr>
        <p:sp>
          <p:nvSpPr>
            <p:cNvPr id="582660" name="Text Box 4"/>
            <p:cNvSpPr txBox="1">
              <a:spLocks noChangeArrowheads="1"/>
            </p:cNvSpPr>
            <p:nvPr/>
          </p:nvSpPr>
          <p:spPr bwMode="auto">
            <a:xfrm>
              <a:off x="2472" y="527"/>
              <a:ext cx="1512" cy="366"/>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zh-CN" altLang="en-US" sz="2400" b="1">
                  <a:solidFill>
                    <a:schemeClr val="bg2"/>
                  </a:solidFill>
                  <a:latin typeface="Times New Roman" pitchFamily="18" charset="0"/>
                </a:rPr>
                <a:t>系记录型</a:t>
              </a:r>
            </a:p>
          </p:txBody>
        </p:sp>
        <p:sp>
          <p:nvSpPr>
            <p:cNvPr id="582661" name="Text Box 5"/>
            <p:cNvSpPr txBox="1">
              <a:spLocks noChangeArrowheads="1"/>
            </p:cNvSpPr>
            <p:nvPr/>
          </p:nvSpPr>
          <p:spPr bwMode="auto">
            <a:xfrm>
              <a:off x="2376" y="1265"/>
              <a:ext cx="1512" cy="366"/>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zh-CN" altLang="en-US" sz="2400" b="1" dirty="0">
                  <a:solidFill>
                    <a:schemeClr val="bg2"/>
                  </a:solidFill>
                  <a:latin typeface="Times New Roman" pitchFamily="18" charset="0"/>
                </a:rPr>
                <a:t>教研室记录型</a:t>
              </a:r>
            </a:p>
          </p:txBody>
        </p:sp>
        <p:sp>
          <p:nvSpPr>
            <p:cNvPr id="582662" name="Text Box 6"/>
            <p:cNvSpPr txBox="1">
              <a:spLocks noChangeArrowheads="1"/>
            </p:cNvSpPr>
            <p:nvPr/>
          </p:nvSpPr>
          <p:spPr bwMode="auto">
            <a:xfrm>
              <a:off x="948" y="2201"/>
              <a:ext cx="1512" cy="366"/>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zh-CN" altLang="en-US" sz="2400" b="1">
                  <a:solidFill>
                    <a:schemeClr val="bg2"/>
                  </a:solidFill>
                  <a:latin typeface="Times New Roman" pitchFamily="18" charset="0"/>
                </a:rPr>
                <a:t>教师简介记录型</a:t>
              </a:r>
            </a:p>
          </p:txBody>
        </p:sp>
        <p:sp>
          <p:nvSpPr>
            <p:cNvPr id="582663" name="Text Box 7"/>
            <p:cNvSpPr txBox="1">
              <a:spLocks noChangeArrowheads="1"/>
            </p:cNvSpPr>
            <p:nvPr/>
          </p:nvSpPr>
          <p:spPr bwMode="auto">
            <a:xfrm>
              <a:off x="3720" y="2202"/>
              <a:ext cx="1512" cy="366"/>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zh-CN" altLang="en-US" sz="2400" b="1">
                  <a:solidFill>
                    <a:schemeClr val="bg2"/>
                  </a:solidFill>
                  <a:latin typeface="Times New Roman" pitchFamily="18" charset="0"/>
                </a:rPr>
                <a:t>开设课程记录型</a:t>
              </a:r>
            </a:p>
          </p:txBody>
        </p:sp>
        <p:sp>
          <p:nvSpPr>
            <p:cNvPr id="582664" name="Text Box 8"/>
            <p:cNvSpPr txBox="1">
              <a:spLocks noChangeArrowheads="1"/>
            </p:cNvSpPr>
            <p:nvPr/>
          </p:nvSpPr>
          <p:spPr bwMode="auto">
            <a:xfrm>
              <a:off x="192" y="3113"/>
              <a:ext cx="1512" cy="366"/>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zh-CN" altLang="en-US" sz="2400" b="1">
                  <a:solidFill>
                    <a:schemeClr val="bg2"/>
                  </a:solidFill>
                  <a:latin typeface="Times New Roman" pitchFamily="18" charset="0"/>
                </a:rPr>
                <a:t>人事记录型</a:t>
              </a:r>
            </a:p>
          </p:txBody>
        </p:sp>
        <p:sp>
          <p:nvSpPr>
            <p:cNvPr id="582665" name="Text Box 9"/>
            <p:cNvSpPr txBox="1">
              <a:spLocks noChangeArrowheads="1"/>
            </p:cNvSpPr>
            <p:nvPr/>
          </p:nvSpPr>
          <p:spPr bwMode="auto">
            <a:xfrm>
              <a:off x="2040" y="3113"/>
              <a:ext cx="1512" cy="366"/>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zh-CN" altLang="en-US" sz="2400" b="1">
                  <a:solidFill>
                    <a:schemeClr val="bg2"/>
                  </a:solidFill>
                  <a:latin typeface="Times New Roman" pitchFamily="18" charset="0"/>
                </a:rPr>
                <a:t>工资记录型</a:t>
              </a:r>
            </a:p>
          </p:txBody>
        </p:sp>
        <p:sp>
          <p:nvSpPr>
            <p:cNvPr id="582666" name="Text Box 10"/>
            <p:cNvSpPr txBox="1">
              <a:spLocks noChangeArrowheads="1"/>
            </p:cNvSpPr>
            <p:nvPr/>
          </p:nvSpPr>
          <p:spPr bwMode="auto">
            <a:xfrm>
              <a:off x="3720" y="3112"/>
              <a:ext cx="1512" cy="366"/>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zh-CN" altLang="en-US" sz="2400" b="1">
                  <a:solidFill>
                    <a:schemeClr val="bg2"/>
                  </a:solidFill>
                  <a:latin typeface="Times New Roman" pitchFamily="18" charset="0"/>
                </a:rPr>
                <a:t>开设记录型</a:t>
              </a:r>
            </a:p>
          </p:txBody>
        </p:sp>
      </p:grpSp>
      <p:grpSp>
        <p:nvGrpSpPr>
          <p:cNvPr id="582667" name="Group 11"/>
          <p:cNvGrpSpPr>
            <a:grpSpLocks/>
          </p:cNvGrpSpPr>
          <p:nvPr/>
        </p:nvGrpSpPr>
        <p:grpSpPr bwMode="auto">
          <a:xfrm>
            <a:off x="1638300" y="1444625"/>
            <a:ext cx="5334000" cy="3459163"/>
            <a:chOff x="3234" y="2688"/>
            <a:chExt cx="4200" cy="2785"/>
          </a:xfrm>
        </p:grpSpPr>
        <p:sp>
          <p:nvSpPr>
            <p:cNvPr id="582668" name="Line 12"/>
            <p:cNvSpPr>
              <a:spLocks noChangeShapeType="1"/>
            </p:cNvSpPr>
            <p:nvPr/>
          </p:nvSpPr>
          <p:spPr bwMode="auto">
            <a:xfrm>
              <a:off x="5859" y="3581"/>
              <a:ext cx="0" cy="3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82669" name="Line 13"/>
            <p:cNvSpPr>
              <a:spLocks noChangeShapeType="1"/>
            </p:cNvSpPr>
            <p:nvPr/>
          </p:nvSpPr>
          <p:spPr bwMode="auto">
            <a:xfrm>
              <a:off x="4074" y="3898"/>
              <a:ext cx="33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82670" name="Line 14"/>
            <p:cNvSpPr>
              <a:spLocks noChangeShapeType="1"/>
            </p:cNvSpPr>
            <p:nvPr/>
          </p:nvSpPr>
          <p:spPr bwMode="auto">
            <a:xfrm>
              <a:off x="4074" y="3898"/>
              <a:ext cx="0" cy="468"/>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82671" name="Line 15"/>
            <p:cNvSpPr>
              <a:spLocks noChangeShapeType="1"/>
            </p:cNvSpPr>
            <p:nvPr/>
          </p:nvSpPr>
          <p:spPr bwMode="auto">
            <a:xfrm>
              <a:off x="7434" y="3898"/>
              <a:ext cx="0" cy="468"/>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82672" name="Line 16"/>
            <p:cNvSpPr>
              <a:spLocks noChangeShapeType="1"/>
            </p:cNvSpPr>
            <p:nvPr/>
          </p:nvSpPr>
          <p:spPr bwMode="auto">
            <a:xfrm>
              <a:off x="3969" y="4844"/>
              <a:ext cx="0" cy="3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82673" name="Line 17"/>
            <p:cNvSpPr>
              <a:spLocks noChangeShapeType="1"/>
            </p:cNvSpPr>
            <p:nvPr/>
          </p:nvSpPr>
          <p:spPr bwMode="auto">
            <a:xfrm>
              <a:off x="3234" y="5161"/>
              <a:ext cx="2205"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82674" name="Line 18"/>
            <p:cNvSpPr>
              <a:spLocks noChangeShapeType="1"/>
            </p:cNvSpPr>
            <p:nvPr/>
          </p:nvSpPr>
          <p:spPr bwMode="auto">
            <a:xfrm>
              <a:off x="3234" y="5161"/>
              <a:ext cx="0" cy="312"/>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82675" name="Line 19"/>
            <p:cNvSpPr>
              <a:spLocks noChangeShapeType="1"/>
            </p:cNvSpPr>
            <p:nvPr/>
          </p:nvSpPr>
          <p:spPr bwMode="auto">
            <a:xfrm>
              <a:off x="5439" y="5161"/>
              <a:ext cx="0" cy="312"/>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82676" name="Line 20"/>
            <p:cNvSpPr>
              <a:spLocks noChangeShapeType="1"/>
            </p:cNvSpPr>
            <p:nvPr/>
          </p:nvSpPr>
          <p:spPr bwMode="auto">
            <a:xfrm>
              <a:off x="7434" y="4844"/>
              <a:ext cx="0" cy="624"/>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82677" name="Line 21"/>
            <p:cNvSpPr>
              <a:spLocks noChangeShapeType="1"/>
            </p:cNvSpPr>
            <p:nvPr/>
          </p:nvSpPr>
          <p:spPr bwMode="auto">
            <a:xfrm>
              <a:off x="5892" y="2688"/>
              <a:ext cx="0" cy="468"/>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 name="文本框 1">
            <a:extLst>
              <a:ext uri="{FF2B5EF4-FFF2-40B4-BE49-F238E27FC236}">
                <a16:creationId xmlns:a16="http://schemas.microsoft.com/office/drawing/2014/main" id="{AFACC36D-3520-38A8-C296-4E9028BC7F84}"/>
              </a:ext>
            </a:extLst>
          </p:cNvPr>
          <p:cNvSpPr txBox="1"/>
          <p:nvPr/>
        </p:nvSpPr>
        <p:spPr>
          <a:xfrm>
            <a:off x="113827" y="-171400"/>
            <a:ext cx="3791423" cy="734625"/>
          </a:xfrm>
          <a:prstGeom prst="rect">
            <a:avLst/>
          </a:prstGeom>
          <a:noFill/>
        </p:spPr>
        <p:txBody>
          <a:bodyPr wrap="none" rtlCol="0">
            <a:spAutoFit/>
          </a:bodyPr>
          <a:lstStyle/>
          <a:p>
            <a:r>
              <a:rPr lang="zh-CN" altLang="en-US" b="1" dirty="0">
                <a:solidFill>
                  <a:srgbClr val="000099"/>
                </a:solidFill>
              </a:rPr>
              <a:t>层次模型的另一个例子</a:t>
            </a:r>
            <a:endParaRPr kumimoji="1" lang="zh-CN" altLang="en-US" b="1" dirty="0">
              <a:solidFill>
                <a:srgbClr val="000099"/>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8" name="Rectangle 2"/>
          <p:cNvSpPr>
            <a:spLocks noChangeArrowheads="1"/>
          </p:cNvSpPr>
          <p:nvPr/>
        </p:nvSpPr>
        <p:spPr bwMode="auto">
          <a:xfrm>
            <a:off x="49213" y="476250"/>
            <a:ext cx="8915400" cy="53245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indent="-1219200" eaLnBrk="1" hangingPunct="1">
              <a:lnSpc>
                <a:spcPct val="200000"/>
              </a:lnSpc>
            </a:pPr>
            <a:r>
              <a:rPr lang="en-US" altLang="zh-CN" sz="3600" b="1" dirty="0">
                <a:solidFill>
                  <a:srgbClr val="000099"/>
                </a:solidFill>
                <a:latin typeface="Times New Roman" pitchFamily="18" charset="0"/>
              </a:rPr>
              <a:t>       </a:t>
            </a:r>
            <a:r>
              <a:rPr lang="zh-CN" altLang="en-US" sz="3600" b="1" dirty="0">
                <a:solidFill>
                  <a:srgbClr val="000099"/>
                </a:solidFill>
                <a:latin typeface="Times New Roman" pitchFamily="18" charset="0"/>
              </a:rPr>
              <a:t>层次模型的优点：</a:t>
            </a:r>
          </a:p>
          <a:p>
            <a:pPr indent="-1219200" eaLnBrk="1" hangingPunct="1">
              <a:lnSpc>
                <a:spcPct val="200000"/>
              </a:lnSpc>
            </a:pPr>
            <a:r>
              <a:rPr lang="zh-CN" altLang="en-US" b="1" dirty="0">
                <a:solidFill>
                  <a:schemeClr val="bg2"/>
                </a:solidFill>
                <a:latin typeface="Times New Roman" pitchFamily="18" charset="0"/>
              </a:rPr>
              <a:t>                              易于实现</a:t>
            </a:r>
            <a:r>
              <a:rPr lang="en-US" altLang="zh-CN" b="1" dirty="0">
                <a:solidFill>
                  <a:schemeClr val="bg2"/>
                </a:solidFill>
                <a:latin typeface="Times New Roman" pitchFamily="18" charset="0"/>
              </a:rPr>
              <a:t>, </a:t>
            </a:r>
            <a:r>
              <a:rPr lang="zh-CN" altLang="en-US" b="1" dirty="0">
                <a:solidFill>
                  <a:schemeClr val="bg2"/>
                </a:solidFill>
                <a:latin typeface="Times New Roman" pitchFamily="18" charset="0"/>
              </a:rPr>
              <a:t>查询效率高。</a:t>
            </a:r>
          </a:p>
          <a:p>
            <a:pPr indent="-1219200">
              <a:lnSpc>
                <a:spcPct val="200000"/>
              </a:lnSpc>
            </a:pPr>
            <a:r>
              <a:rPr lang="en-US" altLang="zh-CN" sz="3600" b="1" dirty="0">
                <a:solidFill>
                  <a:srgbClr val="000099"/>
                </a:solidFill>
                <a:latin typeface="Times New Roman" pitchFamily="18" charset="0"/>
              </a:rPr>
              <a:t>	</a:t>
            </a:r>
            <a:r>
              <a:rPr lang="zh-CN" altLang="en-US" sz="3600" b="1" dirty="0">
                <a:solidFill>
                  <a:srgbClr val="000099"/>
                </a:solidFill>
                <a:latin typeface="Times New Roman" pitchFamily="18" charset="0"/>
              </a:rPr>
              <a:t>缺点：</a:t>
            </a:r>
          </a:p>
          <a:p>
            <a:pPr indent="-1219200">
              <a:lnSpc>
                <a:spcPct val="200000"/>
              </a:lnSpc>
            </a:pPr>
            <a:r>
              <a:rPr lang="zh-CN" altLang="en-US" b="1" dirty="0">
                <a:solidFill>
                  <a:schemeClr val="bg2"/>
                </a:solidFill>
                <a:latin typeface="Times New Roman" pitchFamily="18" charset="0"/>
              </a:rPr>
              <a:t>                             </a:t>
            </a:r>
            <a:r>
              <a:rPr lang="en-US" altLang="zh-CN" b="1" dirty="0">
                <a:solidFill>
                  <a:schemeClr val="bg2"/>
                </a:solidFill>
                <a:latin typeface="Times New Roman" pitchFamily="18" charset="0"/>
              </a:rPr>
              <a:t>M</a:t>
            </a:r>
            <a:r>
              <a:rPr lang="zh-CN" altLang="en-US" b="1" dirty="0">
                <a:solidFill>
                  <a:schemeClr val="bg2"/>
                </a:solidFill>
                <a:latin typeface="Times New Roman" pitchFamily="18" charset="0"/>
              </a:rPr>
              <a:t>：</a:t>
            </a:r>
            <a:r>
              <a:rPr lang="en-US" altLang="zh-CN" b="1" dirty="0">
                <a:solidFill>
                  <a:schemeClr val="bg2"/>
                </a:solidFill>
                <a:latin typeface="Times New Roman" pitchFamily="18" charset="0"/>
              </a:rPr>
              <a:t>N</a:t>
            </a:r>
            <a:r>
              <a:rPr lang="zh-CN" altLang="en-US" b="1" dirty="0">
                <a:solidFill>
                  <a:schemeClr val="bg2"/>
                </a:solidFill>
                <a:latin typeface="Times New Roman" pitchFamily="18" charset="0"/>
              </a:rPr>
              <a:t>联系较难实现</a:t>
            </a:r>
            <a:r>
              <a:rPr lang="en-US" altLang="zh-CN" b="1" dirty="0">
                <a:solidFill>
                  <a:schemeClr val="bg2"/>
                </a:solidFill>
                <a:latin typeface="Times New Roman" pitchFamily="18" charset="0"/>
              </a:rPr>
              <a:t>,  </a:t>
            </a:r>
          </a:p>
          <a:p>
            <a:pPr indent="-1219200">
              <a:lnSpc>
                <a:spcPct val="200000"/>
              </a:lnSpc>
            </a:pPr>
            <a:r>
              <a:rPr lang="en-US" altLang="zh-CN" b="1" dirty="0">
                <a:solidFill>
                  <a:schemeClr val="bg2"/>
                </a:solidFill>
                <a:latin typeface="Times New Roman" pitchFamily="18" charset="0"/>
              </a:rPr>
              <a:t>                             </a:t>
            </a:r>
            <a:r>
              <a:rPr lang="zh-CN" altLang="en-US" b="1" dirty="0">
                <a:solidFill>
                  <a:schemeClr val="bg2"/>
                </a:solidFill>
                <a:latin typeface="Times New Roman" pitchFamily="18" charset="0"/>
              </a:rPr>
              <a:t>编写应用程序也复杂。</a:t>
            </a:r>
          </a:p>
          <a:p>
            <a:pPr indent="-1219200" algn="l">
              <a:lnSpc>
                <a:spcPct val="100000"/>
              </a:lnSpc>
            </a:pPr>
            <a:endParaRPr lang="en-US" altLang="zh-CN" b="1" dirty="0">
              <a:solidFill>
                <a:schemeClr val="bg2"/>
              </a:solidFill>
              <a:latin typeface="Times New Roman" pitchFamily="18" charset="0"/>
            </a:endParaRPr>
          </a:p>
        </p:txBody>
      </p:sp>
      <p:pic>
        <p:nvPicPr>
          <p:cNvPr id="3" name="图片 2">
            <a:extLst>
              <a:ext uri="{FF2B5EF4-FFF2-40B4-BE49-F238E27FC236}">
                <a16:creationId xmlns:a16="http://schemas.microsoft.com/office/drawing/2014/main" id="{02451464-51EB-7F4C-B1C2-AA209629DE68}"/>
              </a:ext>
            </a:extLst>
          </p:cNvPr>
          <p:cNvPicPr>
            <a:picLocks noChangeAspect="1"/>
          </p:cNvPicPr>
          <p:nvPr/>
        </p:nvPicPr>
        <p:blipFill rotWithShape="1">
          <a:blip r:embed="rId2"/>
          <a:srcRect l="676" t="20973" r="54062" b="13716"/>
          <a:stretch/>
        </p:blipFill>
        <p:spPr>
          <a:xfrm>
            <a:off x="212026" y="908720"/>
            <a:ext cx="577970" cy="55043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2" name="Rectangle 2"/>
          <p:cNvSpPr>
            <a:spLocks noChangeArrowheads="1"/>
          </p:cNvSpPr>
          <p:nvPr/>
        </p:nvSpPr>
        <p:spPr bwMode="auto">
          <a:xfrm>
            <a:off x="0" y="-387350"/>
            <a:ext cx="9144000" cy="328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indent="-1219200" eaLnBrk="1" hangingPunct="1">
              <a:lnSpc>
                <a:spcPct val="250000"/>
              </a:lnSpc>
            </a:pPr>
            <a:r>
              <a:rPr lang="en-US" altLang="zh-CN" sz="3200" b="1" dirty="0">
                <a:solidFill>
                  <a:srgbClr val="000099"/>
                </a:solidFill>
              </a:rPr>
              <a:t>  ⑵  </a:t>
            </a:r>
            <a:r>
              <a:rPr lang="zh-CN" altLang="en-US" sz="3200" b="1" dirty="0">
                <a:solidFill>
                  <a:srgbClr val="000099"/>
                </a:solidFill>
              </a:rPr>
              <a:t>网状模型</a:t>
            </a:r>
          </a:p>
          <a:p>
            <a:pPr indent="-1219200">
              <a:lnSpc>
                <a:spcPct val="250000"/>
              </a:lnSpc>
            </a:pPr>
            <a:endParaRPr lang="en-US" altLang="zh-CN" sz="2400" b="1" dirty="0">
              <a:solidFill>
                <a:srgbClr val="800000"/>
              </a:solidFill>
              <a:latin typeface="Times New Roman" pitchFamily="18" charset="0"/>
            </a:endParaRPr>
          </a:p>
          <a:p>
            <a:pPr indent="-1219200">
              <a:lnSpc>
                <a:spcPct val="150000"/>
              </a:lnSpc>
            </a:pPr>
            <a:r>
              <a:rPr lang="zh-CN" altLang="en-US" sz="2400" b="1" dirty="0">
                <a:solidFill>
                  <a:srgbClr val="660033"/>
                </a:solidFill>
                <a:latin typeface="Times New Roman" pitchFamily="18" charset="0"/>
              </a:rPr>
              <a:t>   </a:t>
            </a:r>
            <a:r>
              <a:rPr lang="zh-CN" altLang="en-US" sz="2400" b="1" dirty="0">
                <a:solidFill>
                  <a:srgbClr val="000099"/>
                </a:solidFill>
                <a:latin typeface="Times New Roman" pitchFamily="18" charset="0"/>
              </a:rPr>
              <a:t>①定义：</a:t>
            </a:r>
            <a:r>
              <a:rPr lang="zh-CN" altLang="en-US" sz="2400" b="1" dirty="0">
                <a:solidFill>
                  <a:schemeClr val="bg2"/>
                </a:solidFill>
                <a:latin typeface="Times New Roman" pitchFamily="18" charset="0"/>
              </a:rPr>
              <a:t>网状模型是以记录型为结点，记录型之间的联系为边的                                                                              </a:t>
            </a:r>
          </a:p>
          <a:p>
            <a:pPr indent="-1219200">
              <a:lnSpc>
                <a:spcPct val="150000"/>
              </a:lnSpc>
            </a:pPr>
            <a:r>
              <a:rPr lang="zh-CN" altLang="en-US" sz="2400" b="1" dirty="0">
                <a:solidFill>
                  <a:schemeClr val="bg2"/>
                </a:solidFill>
                <a:latin typeface="Times New Roman" pitchFamily="18" charset="0"/>
              </a:rPr>
              <a:t>                    </a:t>
            </a:r>
            <a:r>
              <a:rPr lang="zh-CN" altLang="en-US" sz="2400" b="1" dirty="0">
                <a:solidFill>
                  <a:srgbClr val="000099"/>
                </a:solidFill>
                <a:latin typeface="Times New Roman" pitchFamily="18" charset="0"/>
              </a:rPr>
              <a:t>有向图结构</a:t>
            </a:r>
            <a:r>
              <a:rPr lang="zh-CN" altLang="en-US" sz="2400" b="1" dirty="0">
                <a:solidFill>
                  <a:schemeClr val="bg2"/>
                </a:solidFill>
                <a:latin typeface="Times New Roman" pitchFamily="18" charset="0"/>
              </a:rPr>
              <a:t>。                                 </a:t>
            </a:r>
          </a:p>
        </p:txBody>
      </p:sp>
      <p:grpSp>
        <p:nvGrpSpPr>
          <p:cNvPr id="583697" name="Group 17"/>
          <p:cNvGrpSpPr>
            <a:grpSpLocks/>
          </p:cNvGrpSpPr>
          <p:nvPr/>
        </p:nvGrpSpPr>
        <p:grpSpPr bwMode="auto">
          <a:xfrm>
            <a:off x="-107504" y="2924944"/>
            <a:ext cx="9144000" cy="3484563"/>
            <a:chOff x="-48" y="2304"/>
            <a:chExt cx="5760" cy="2195"/>
          </a:xfrm>
        </p:grpSpPr>
        <p:sp>
          <p:nvSpPr>
            <p:cNvPr id="583694" name="Rectangle 14"/>
            <p:cNvSpPr>
              <a:spLocks noChangeArrowheads="1"/>
            </p:cNvSpPr>
            <p:nvPr/>
          </p:nvSpPr>
          <p:spPr bwMode="auto">
            <a:xfrm>
              <a:off x="-48" y="2304"/>
              <a:ext cx="5760" cy="21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200000"/>
                </a:lnSpc>
                <a:spcBef>
                  <a:spcPct val="50000"/>
                </a:spcBef>
              </a:pPr>
              <a:r>
                <a:rPr lang="en-US" altLang="zh-CN" sz="2400" b="1" dirty="0">
                  <a:solidFill>
                    <a:srgbClr val="000099"/>
                  </a:solidFill>
                  <a:latin typeface="Times New Roman" pitchFamily="18" charset="0"/>
                </a:rPr>
                <a:t>     ②</a:t>
              </a:r>
              <a:r>
                <a:rPr lang="zh-CN" altLang="en-US" sz="2400" b="1" dirty="0">
                  <a:solidFill>
                    <a:srgbClr val="000099"/>
                  </a:solidFill>
                  <a:latin typeface="Times New Roman" pitchFamily="18" charset="0"/>
                </a:rPr>
                <a:t>网状模型的特点：</a:t>
              </a:r>
              <a:r>
                <a:rPr lang="zh-CN" altLang="en-US" sz="2400" b="1" dirty="0">
                  <a:solidFill>
                    <a:schemeClr val="bg2"/>
                  </a:solidFill>
                  <a:latin typeface="Times New Roman" pitchFamily="18" charset="0"/>
                </a:rPr>
                <a:t>  允许有一个以上的结点无双亲；</a:t>
              </a:r>
            </a:p>
            <a:p>
              <a:pPr>
                <a:lnSpc>
                  <a:spcPct val="200000"/>
                </a:lnSpc>
                <a:spcBef>
                  <a:spcPct val="50000"/>
                </a:spcBef>
              </a:pPr>
              <a:r>
                <a:rPr lang="zh-CN" altLang="en-US" sz="2400" b="1" dirty="0">
                  <a:solidFill>
                    <a:schemeClr val="bg2"/>
                  </a:solidFill>
                  <a:latin typeface="Times New Roman" pitchFamily="18" charset="0"/>
                </a:rPr>
                <a:t>                                            结点可以有多于一个的双亲； </a:t>
              </a:r>
            </a:p>
            <a:p>
              <a:pPr>
                <a:lnSpc>
                  <a:spcPct val="200000"/>
                </a:lnSpc>
                <a:spcBef>
                  <a:spcPct val="50000"/>
                </a:spcBef>
              </a:pPr>
              <a:r>
                <a:rPr lang="zh-CN" altLang="en-US" sz="2400" b="1" dirty="0">
                  <a:solidFill>
                    <a:schemeClr val="bg2"/>
                  </a:solidFill>
                  <a:latin typeface="Times New Roman" pitchFamily="18" charset="0"/>
                </a:rPr>
                <a:t>                                            结点间可有两种或多种联系；</a:t>
              </a:r>
              <a:endParaRPr lang="en-US" altLang="zh-CN" sz="2400" b="1" dirty="0">
                <a:solidFill>
                  <a:schemeClr val="bg2"/>
                </a:solidFill>
                <a:latin typeface="Times New Roman" pitchFamily="18" charset="0"/>
              </a:endParaRPr>
            </a:p>
            <a:p>
              <a:pPr>
                <a:lnSpc>
                  <a:spcPct val="200000"/>
                </a:lnSpc>
                <a:spcBef>
                  <a:spcPct val="50000"/>
                </a:spcBef>
              </a:pPr>
              <a:r>
                <a:rPr lang="zh-CN" altLang="en-US" sz="2400" b="1" dirty="0">
                  <a:solidFill>
                    <a:schemeClr val="bg2"/>
                  </a:solidFill>
                  <a:latin typeface="Times New Roman" pitchFamily="18" charset="0"/>
                </a:rPr>
                <a:t>                                            记录之间的联系通过指针来实现 。</a:t>
              </a:r>
            </a:p>
          </p:txBody>
        </p:sp>
        <p:sp>
          <p:nvSpPr>
            <p:cNvPr id="583695" name="AutoShape 15">
              <a:hlinkClick r:id="rId2" action="ppaction://hlinksldjump"/>
            </p:cNvPr>
            <p:cNvSpPr>
              <a:spLocks noChangeArrowheads="1"/>
            </p:cNvSpPr>
            <p:nvPr/>
          </p:nvSpPr>
          <p:spPr bwMode="auto">
            <a:xfrm>
              <a:off x="5239" y="3838"/>
              <a:ext cx="408" cy="482"/>
            </a:xfrm>
            <a:prstGeom prst="curvedLeftArrow">
              <a:avLst>
                <a:gd name="adj1" fmla="val 23627"/>
                <a:gd name="adj2" fmla="val 47255"/>
                <a:gd name="adj3" fmla="val 33333"/>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pSp>
      <p:sp>
        <p:nvSpPr>
          <p:cNvPr id="6" name="文本框 5">
            <a:extLst>
              <a:ext uri="{FF2B5EF4-FFF2-40B4-BE49-F238E27FC236}">
                <a16:creationId xmlns:a16="http://schemas.microsoft.com/office/drawing/2014/main" id="{E7517F0F-5D73-2642-9F73-A35D3E35078A}"/>
              </a:ext>
            </a:extLst>
          </p:cNvPr>
          <p:cNvSpPr txBox="1"/>
          <p:nvPr/>
        </p:nvSpPr>
        <p:spPr>
          <a:xfrm>
            <a:off x="278650" y="1116491"/>
            <a:ext cx="8586700" cy="46166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00000"/>
              </a:lnSpc>
            </a:pPr>
            <a:r>
              <a:rPr lang="zh-CN" altLang="en-US" sz="2400" b="1" dirty="0">
                <a:solidFill>
                  <a:srgbClr val="800000"/>
                </a:solidFill>
                <a:latin typeface="Times New Roman" pitchFamily="18" charset="0"/>
              </a:rPr>
              <a:t>用有向图结构表示实体类型及实体间联系的模型称为网状模型</a:t>
            </a:r>
            <a:endParaRPr lang="zh-CN" altLang="en-US" sz="2400" dirty="0"/>
          </a:p>
        </p:txBody>
      </p:sp>
      <p:pic>
        <p:nvPicPr>
          <p:cNvPr id="7" name="图片 6">
            <a:extLst>
              <a:ext uri="{FF2B5EF4-FFF2-40B4-BE49-F238E27FC236}">
                <a16:creationId xmlns:a16="http://schemas.microsoft.com/office/drawing/2014/main" id="{F46693E8-A1A4-3C44-9E61-5661B92977DC}"/>
              </a:ext>
            </a:extLst>
          </p:cNvPr>
          <p:cNvPicPr>
            <a:picLocks noChangeAspect="1"/>
          </p:cNvPicPr>
          <p:nvPr/>
        </p:nvPicPr>
        <p:blipFill rotWithShape="1">
          <a:blip r:embed="rId3"/>
          <a:srcRect l="676" t="20973" r="54062" b="13716"/>
          <a:stretch/>
        </p:blipFill>
        <p:spPr>
          <a:xfrm>
            <a:off x="107504" y="3153784"/>
            <a:ext cx="577970" cy="55043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83697"/>
                                        </p:tgtEl>
                                        <p:attrNameLst>
                                          <p:attrName>style.visibility</p:attrName>
                                        </p:attrNameLst>
                                      </p:cBhvr>
                                      <p:to>
                                        <p:strVal val="visible"/>
                                      </p:to>
                                    </p:set>
                                    <p:animEffect transition="in" filter="blinds(horizontal)">
                                      <p:cBhvr>
                                        <p:cTn id="7" dur="500"/>
                                        <p:tgtEl>
                                          <p:spTgt spid="58369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4946" name="Group 2"/>
          <p:cNvGrpSpPr>
            <a:grpSpLocks/>
          </p:cNvGrpSpPr>
          <p:nvPr/>
        </p:nvGrpSpPr>
        <p:grpSpPr bwMode="auto">
          <a:xfrm>
            <a:off x="376534" y="1556792"/>
            <a:ext cx="5227558" cy="2419879"/>
            <a:chOff x="1488" y="1375"/>
            <a:chExt cx="2271" cy="1076"/>
          </a:xfrm>
        </p:grpSpPr>
        <p:grpSp>
          <p:nvGrpSpPr>
            <p:cNvPr id="594947" name="Group 3"/>
            <p:cNvGrpSpPr>
              <a:grpSpLocks/>
            </p:cNvGrpSpPr>
            <p:nvPr/>
          </p:nvGrpSpPr>
          <p:grpSpPr bwMode="auto">
            <a:xfrm>
              <a:off x="1488" y="1375"/>
              <a:ext cx="2271" cy="1076"/>
              <a:chOff x="4317" y="3772"/>
              <a:chExt cx="2815" cy="1646"/>
            </a:xfrm>
          </p:grpSpPr>
          <p:sp>
            <p:nvSpPr>
              <p:cNvPr id="594949" name="Text Box 5"/>
              <p:cNvSpPr txBox="1">
                <a:spLocks noChangeArrowheads="1"/>
              </p:cNvSpPr>
              <p:nvPr/>
            </p:nvSpPr>
            <p:spPr bwMode="auto">
              <a:xfrm>
                <a:off x="4317" y="3772"/>
                <a:ext cx="1086" cy="468"/>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0000"/>
                  </a:lnSpc>
                </a:pPr>
                <a:r>
                  <a:rPr kumimoji="0" lang="en-US" altLang="zh-CN" b="1" dirty="0">
                    <a:solidFill>
                      <a:schemeClr val="bg2"/>
                    </a:solidFill>
                    <a:latin typeface="Times New Roman" pitchFamily="18" charset="0"/>
                  </a:rPr>
                  <a:t>PROJECT</a:t>
                </a:r>
                <a:endParaRPr kumimoji="0" lang="zh-CN" altLang="en-US" b="1" dirty="0">
                  <a:solidFill>
                    <a:schemeClr val="bg2"/>
                  </a:solidFill>
                  <a:latin typeface="Times New Roman" pitchFamily="18" charset="0"/>
                </a:endParaRPr>
              </a:p>
            </p:txBody>
          </p:sp>
          <p:sp>
            <p:nvSpPr>
              <p:cNvPr id="594950" name="Text Box 6"/>
              <p:cNvSpPr txBox="1">
                <a:spLocks noChangeArrowheads="1"/>
              </p:cNvSpPr>
              <p:nvPr/>
            </p:nvSpPr>
            <p:spPr bwMode="auto">
              <a:xfrm>
                <a:off x="6046" y="3772"/>
                <a:ext cx="1086" cy="468"/>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0000"/>
                  </a:lnSpc>
                </a:pPr>
                <a:r>
                  <a:rPr kumimoji="0" lang="en-US" altLang="zh-CN" b="1" dirty="0">
                    <a:solidFill>
                      <a:schemeClr val="bg2"/>
                    </a:solidFill>
                    <a:latin typeface="Times New Roman" pitchFamily="18" charset="0"/>
                  </a:rPr>
                  <a:t>PART</a:t>
                </a:r>
                <a:endParaRPr kumimoji="0" lang="zh-CN" altLang="en-US" b="1" dirty="0">
                  <a:solidFill>
                    <a:schemeClr val="bg2"/>
                  </a:solidFill>
                  <a:latin typeface="Times New Roman" pitchFamily="18" charset="0"/>
                </a:endParaRPr>
              </a:p>
            </p:txBody>
          </p:sp>
          <p:sp>
            <p:nvSpPr>
              <p:cNvPr id="594951" name="Text Box 7"/>
              <p:cNvSpPr txBox="1">
                <a:spLocks noChangeArrowheads="1"/>
              </p:cNvSpPr>
              <p:nvPr/>
            </p:nvSpPr>
            <p:spPr bwMode="auto">
              <a:xfrm>
                <a:off x="4954" y="4950"/>
                <a:ext cx="1009" cy="468"/>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0000"/>
                  </a:lnSpc>
                </a:pPr>
                <a:r>
                  <a:rPr kumimoji="0" lang="en-US" altLang="zh-CN" b="1" dirty="0">
                    <a:solidFill>
                      <a:schemeClr val="bg2"/>
                    </a:solidFill>
                    <a:latin typeface="Times New Roman" pitchFamily="18" charset="0"/>
                  </a:rPr>
                  <a:t>P_P</a:t>
                </a:r>
                <a:endParaRPr kumimoji="0" lang="zh-CN" altLang="en-US" b="1" dirty="0">
                  <a:solidFill>
                    <a:schemeClr val="bg2"/>
                  </a:solidFill>
                  <a:latin typeface="Times New Roman" pitchFamily="18" charset="0"/>
                </a:endParaRPr>
              </a:p>
            </p:txBody>
          </p:sp>
        </p:grpSp>
        <p:grpSp>
          <p:nvGrpSpPr>
            <p:cNvPr id="594952" name="Group 8"/>
            <p:cNvGrpSpPr>
              <a:grpSpLocks/>
            </p:cNvGrpSpPr>
            <p:nvPr/>
          </p:nvGrpSpPr>
          <p:grpSpPr bwMode="auto">
            <a:xfrm>
              <a:off x="1757" y="1681"/>
              <a:ext cx="1526" cy="463"/>
              <a:chOff x="1757" y="1681"/>
              <a:chExt cx="1526" cy="463"/>
            </a:xfrm>
          </p:grpSpPr>
          <p:sp>
            <p:nvSpPr>
              <p:cNvPr id="594954" name="Line 10"/>
              <p:cNvSpPr>
                <a:spLocks noChangeShapeType="1"/>
              </p:cNvSpPr>
              <p:nvPr/>
            </p:nvSpPr>
            <p:spPr bwMode="auto">
              <a:xfrm>
                <a:off x="1757" y="1682"/>
                <a:ext cx="430" cy="462"/>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94955" name="Line 11"/>
              <p:cNvSpPr>
                <a:spLocks noChangeShapeType="1"/>
              </p:cNvSpPr>
              <p:nvPr/>
            </p:nvSpPr>
            <p:spPr bwMode="auto">
              <a:xfrm flipH="1">
                <a:off x="2626" y="1681"/>
                <a:ext cx="657" cy="462"/>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grpSp>
      </p:grpSp>
      <p:sp>
        <p:nvSpPr>
          <p:cNvPr id="12" name="Text Box 6">
            <a:extLst>
              <a:ext uri="{FF2B5EF4-FFF2-40B4-BE49-F238E27FC236}">
                <a16:creationId xmlns:a16="http://schemas.microsoft.com/office/drawing/2014/main" id="{EF0865AC-E063-5E4D-8AF1-C1F5FAAF1529}"/>
              </a:ext>
            </a:extLst>
          </p:cNvPr>
          <p:cNvSpPr txBox="1">
            <a:spLocks noChangeArrowheads="1"/>
          </p:cNvSpPr>
          <p:nvPr/>
        </p:nvSpPr>
        <p:spPr bwMode="auto">
          <a:xfrm>
            <a:off x="6732240" y="1556792"/>
            <a:ext cx="2016728" cy="688181"/>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0000"/>
              </a:lnSpc>
            </a:pPr>
            <a:r>
              <a:rPr kumimoji="0" lang="en-US" altLang="zh-CN" b="1" dirty="0">
                <a:solidFill>
                  <a:schemeClr val="bg2"/>
                </a:solidFill>
                <a:latin typeface="Times New Roman" pitchFamily="18" charset="0"/>
              </a:rPr>
              <a:t>SUPPLIER</a:t>
            </a:r>
            <a:endParaRPr kumimoji="0" lang="zh-CN" altLang="en-US" b="1" dirty="0">
              <a:solidFill>
                <a:schemeClr val="bg2"/>
              </a:solidFill>
              <a:latin typeface="Times New Roman" pitchFamily="18" charset="0"/>
            </a:endParaRPr>
          </a:p>
        </p:txBody>
      </p:sp>
      <p:sp>
        <p:nvSpPr>
          <p:cNvPr id="13" name="Text Box 7">
            <a:extLst>
              <a:ext uri="{FF2B5EF4-FFF2-40B4-BE49-F238E27FC236}">
                <a16:creationId xmlns:a16="http://schemas.microsoft.com/office/drawing/2014/main" id="{D6008320-4299-4A4E-9E78-B5B0A2B021FF}"/>
              </a:ext>
            </a:extLst>
          </p:cNvPr>
          <p:cNvSpPr txBox="1">
            <a:spLocks noChangeArrowheads="1"/>
          </p:cNvSpPr>
          <p:nvPr/>
        </p:nvSpPr>
        <p:spPr bwMode="auto">
          <a:xfrm>
            <a:off x="5148677" y="3286388"/>
            <a:ext cx="1873737" cy="688034"/>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0000"/>
              </a:lnSpc>
            </a:pPr>
            <a:r>
              <a:rPr kumimoji="0" lang="en-US" altLang="zh-CN" b="1" dirty="0">
                <a:solidFill>
                  <a:schemeClr val="bg2"/>
                </a:solidFill>
                <a:latin typeface="Times New Roman" pitchFamily="18" charset="0"/>
              </a:rPr>
              <a:t>P_S</a:t>
            </a:r>
            <a:endParaRPr kumimoji="0" lang="zh-CN" altLang="en-US" b="1" dirty="0">
              <a:solidFill>
                <a:schemeClr val="bg2"/>
              </a:solidFill>
              <a:latin typeface="Times New Roman" pitchFamily="18" charset="0"/>
            </a:endParaRPr>
          </a:p>
        </p:txBody>
      </p:sp>
      <p:sp>
        <p:nvSpPr>
          <p:cNvPr id="14" name="Line 10">
            <a:extLst>
              <a:ext uri="{FF2B5EF4-FFF2-40B4-BE49-F238E27FC236}">
                <a16:creationId xmlns:a16="http://schemas.microsoft.com/office/drawing/2014/main" id="{C8775FDD-ABD8-4F43-94BF-96BFE28D773C}"/>
              </a:ext>
            </a:extLst>
          </p:cNvPr>
          <p:cNvSpPr>
            <a:spLocks noChangeShapeType="1"/>
          </p:cNvSpPr>
          <p:nvPr/>
        </p:nvSpPr>
        <p:spPr bwMode="auto">
          <a:xfrm>
            <a:off x="4584957" y="2244973"/>
            <a:ext cx="989806" cy="1039019"/>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15" name="Line 11">
            <a:extLst>
              <a:ext uri="{FF2B5EF4-FFF2-40B4-BE49-F238E27FC236}">
                <a16:creationId xmlns:a16="http://schemas.microsoft.com/office/drawing/2014/main" id="{F900A519-70EA-BF4F-A4A0-66BA5E501B0E}"/>
              </a:ext>
            </a:extLst>
          </p:cNvPr>
          <p:cNvSpPr>
            <a:spLocks noChangeShapeType="1"/>
          </p:cNvSpPr>
          <p:nvPr/>
        </p:nvSpPr>
        <p:spPr bwMode="auto">
          <a:xfrm flipH="1">
            <a:off x="6324508" y="2244973"/>
            <a:ext cx="1512332" cy="1039019"/>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16" name="文本框 15">
            <a:extLst>
              <a:ext uri="{FF2B5EF4-FFF2-40B4-BE49-F238E27FC236}">
                <a16:creationId xmlns:a16="http://schemas.microsoft.com/office/drawing/2014/main" id="{BB517FC9-EED7-EC47-863F-4AE74CFA01CA}"/>
              </a:ext>
            </a:extLst>
          </p:cNvPr>
          <p:cNvSpPr txBox="1"/>
          <p:nvPr/>
        </p:nvSpPr>
        <p:spPr>
          <a:xfrm>
            <a:off x="1341412" y="2734087"/>
            <a:ext cx="644132" cy="564835"/>
          </a:xfrm>
          <a:prstGeom prst="rect">
            <a:avLst/>
          </a:prstGeom>
          <a:noFill/>
        </p:spPr>
        <p:txBody>
          <a:bodyPr wrap="square">
            <a:spAutoFit/>
          </a:bodyPr>
          <a:lstStyle/>
          <a:p>
            <a:r>
              <a:rPr lang="en-US" altLang="zh-CN" sz="2000" b="1" dirty="0">
                <a:solidFill>
                  <a:schemeClr val="bg2"/>
                </a:solidFill>
                <a:latin typeface="Times New Roman" pitchFamily="18" charset="0"/>
              </a:rPr>
              <a:t>S1</a:t>
            </a:r>
            <a:endParaRPr lang="zh-CN" altLang="en-US" sz="2000" b="1" dirty="0">
              <a:solidFill>
                <a:schemeClr val="bg2"/>
              </a:solidFill>
              <a:latin typeface="Times New Roman" pitchFamily="18" charset="0"/>
            </a:endParaRPr>
          </a:p>
        </p:txBody>
      </p:sp>
      <p:sp>
        <p:nvSpPr>
          <p:cNvPr id="17" name="文本框 16">
            <a:extLst>
              <a:ext uri="{FF2B5EF4-FFF2-40B4-BE49-F238E27FC236}">
                <a16:creationId xmlns:a16="http://schemas.microsoft.com/office/drawing/2014/main" id="{5E866B68-11E9-3745-8F3F-ECDA29C0A933}"/>
              </a:ext>
            </a:extLst>
          </p:cNvPr>
          <p:cNvSpPr txBox="1"/>
          <p:nvPr/>
        </p:nvSpPr>
        <p:spPr>
          <a:xfrm>
            <a:off x="2681325" y="2716900"/>
            <a:ext cx="644132" cy="564835"/>
          </a:xfrm>
          <a:prstGeom prst="rect">
            <a:avLst/>
          </a:prstGeom>
          <a:noFill/>
        </p:spPr>
        <p:txBody>
          <a:bodyPr wrap="square">
            <a:spAutoFit/>
          </a:bodyPr>
          <a:lstStyle/>
          <a:p>
            <a:r>
              <a:rPr lang="en-US" altLang="zh-CN" sz="2000" b="1" dirty="0">
                <a:solidFill>
                  <a:schemeClr val="bg2"/>
                </a:solidFill>
                <a:latin typeface="Times New Roman" pitchFamily="18" charset="0"/>
              </a:rPr>
              <a:t>S2</a:t>
            </a:r>
            <a:endParaRPr lang="zh-CN" altLang="en-US" sz="2000" b="1" dirty="0">
              <a:solidFill>
                <a:schemeClr val="bg2"/>
              </a:solidFill>
              <a:latin typeface="Times New Roman" pitchFamily="18" charset="0"/>
            </a:endParaRPr>
          </a:p>
        </p:txBody>
      </p:sp>
      <p:sp>
        <p:nvSpPr>
          <p:cNvPr id="18" name="文本框 17">
            <a:extLst>
              <a:ext uri="{FF2B5EF4-FFF2-40B4-BE49-F238E27FC236}">
                <a16:creationId xmlns:a16="http://schemas.microsoft.com/office/drawing/2014/main" id="{8FD4AD23-35E0-604A-9FEB-C22DDD35217F}"/>
              </a:ext>
            </a:extLst>
          </p:cNvPr>
          <p:cNvSpPr txBox="1"/>
          <p:nvPr/>
        </p:nvSpPr>
        <p:spPr>
          <a:xfrm>
            <a:off x="4913248" y="2716900"/>
            <a:ext cx="644132" cy="564835"/>
          </a:xfrm>
          <a:prstGeom prst="rect">
            <a:avLst/>
          </a:prstGeom>
          <a:noFill/>
        </p:spPr>
        <p:txBody>
          <a:bodyPr wrap="square">
            <a:spAutoFit/>
          </a:bodyPr>
          <a:lstStyle/>
          <a:p>
            <a:r>
              <a:rPr lang="en-US" altLang="zh-CN" sz="2000" b="1" dirty="0">
                <a:solidFill>
                  <a:schemeClr val="bg2"/>
                </a:solidFill>
                <a:latin typeface="Times New Roman" pitchFamily="18" charset="0"/>
              </a:rPr>
              <a:t>S3</a:t>
            </a:r>
            <a:endParaRPr lang="zh-CN" altLang="en-US" sz="2000" b="1" dirty="0">
              <a:solidFill>
                <a:schemeClr val="bg2"/>
              </a:solidFill>
              <a:latin typeface="Times New Roman" pitchFamily="18" charset="0"/>
            </a:endParaRPr>
          </a:p>
        </p:txBody>
      </p:sp>
      <p:sp>
        <p:nvSpPr>
          <p:cNvPr id="19" name="文本框 18">
            <a:extLst>
              <a:ext uri="{FF2B5EF4-FFF2-40B4-BE49-F238E27FC236}">
                <a16:creationId xmlns:a16="http://schemas.microsoft.com/office/drawing/2014/main" id="{293090F7-C933-F34D-A1EA-5515E3F33C36}"/>
              </a:ext>
            </a:extLst>
          </p:cNvPr>
          <p:cNvSpPr txBox="1"/>
          <p:nvPr/>
        </p:nvSpPr>
        <p:spPr>
          <a:xfrm>
            <a:off x="6121100" y="2716899"/>
            <a:ext cx="644132" cy="564835"/>
          </a:xfrm>
          <a:prstGeom prst="rect">
            <a:avLst/>
          </a:prstGeom>
          <a:noFill/>
        </p:spPr>
        <p:txBody>
          <a:bodyPr wrap="square">
            <a:spAutoFit/>
          </a:bodyPr>
          <a:lstStyle/>
          <a:p>
            <a:r>
              <a:rPr lang="en-US" altLang="zh-CN" sz="2000" b="1" dirty="0">
                <a:solidFill>
                  <a:schemeClr val="bg2"/>
                </a:solidFill>
                <a:latin typeface="Times New Roman" pitchFamily="18" charset="0"/>
              </a:rPr>
              <a:t>S4</a:t>
            </a:r>
            <a:endParaRPr lang="zh-CN" altLang="en-US" sz="2000" b="1" dirty="0">
              <a:solidFill>
                <a:schemeClr val="bg2"/>
              </a:solidFill>
              <a:latin typeface="Times New Roman" pitchFamily="18" charset="0"/>
            </a:endParaRPr>
          </a:p>
        </p:txBody>
      </p:sp>
      <p:sp>
        <p:nvSpPr>
          <p:cNvPr id="20" name="文本框 19">
            <a:extLst>
              <a:ext uri="{FF2B5EF4-FFF2-40B4-BE49-F238E27FC236}">
                <a16:creationId xmlns:a16="http://schemas.microsoft.com/office/drawing/2014/main" id="{B1E4A9DD-0B24-8740-9442-5718717476CC}"/>
              </a:ext>
            </a:extLst>
          </p:cNvPr>
          <p:cNvSpPr txBox="1"/>
          <p:nvPr/>
        </p:nvSpPr>
        <p:spPr>
          <a:xfrm>
            <a:off x="3207372" y="661588"/>
            <a:ext cx="4700016" cy="551113"/>
          </a:xfrm>
          <a:prstGeom prst="rect">
            <a:avLst/>
          </a:prstGeom>
          <a:noFill/>
        </p:spPr>
        <p:txBody>
          <a:bodyPr wrap="square">
            <a:spAutoFit/>
          </a:bodyPr>
          <a:lstStyle/>
          <a:p>
            <a:r>
              <a:rPr lang="zh-CN" altLang="en-US" sz="2000" b="1" dirty="0">
                <a:solidFill>
                  <a:schemeClr val="bg1"/>
                </a:solidFill>
                <a:latin typeface="Times New Roman" pitchFamily="18" charset="0"/>
              </a:rPr>
              <a:t>允许有一个以上的结点无双亲</a:t>
            </a:r>
            <a:endParaRPr lang="zh-CN" altLang="en-US" sz="2000" dirty="0">
              <a:solidFill>
                <a:schemeClr val="bg1"/>
              </a:solidFill>
            </a:endParaRPr>
          </a:p>
        </p:txBody>
      </p:sp>
      <p:sp>
        <p:nvSpPr>
          <p:cNvPr id="23" name="文本框 22">
            <a:extLst>
              <a:ext uri="{FF2B5EF4-FFF2-40B4-BE49-F238E27FC236}">
                <a16:creationId xmlns:a16="http://schemas.microsoft.com/office/drawing/2014/main" id="{CE59513D-F021-164E-A8ED-58C542F0F7D3}"/>
              </a:ext>
            </a:extLst>
          </p:cNvPr>
          <p:cNvSpPr txBox="1"/>
          <p:nvPr/>
        </p:nvSpPr>
        <p:spPr>
          <a:xfrm>
            <a:off x="2821250" y="4088301"/>
            <a:ext cx="4700016" cy="564835"/>
          </a:xfrm>
          <a:prstGeom prst="rect">
            <a:avLst/>
          </a:prstGeom>
          <a:noFill/>
        </p:spPr>
        <p:txBody>
          <a:bodyPr wrap="square">
            <a:spAutoFit/>
          </a:bodyPr>
          <a:lstStyle/>
          <a:p>
            <a:r>
              <a:rPr lang="zh-CN" altLang="en-US" sz="2000" b="1" dirty="0">
                <a:solidFill>
                  <a:schemeClr val="bg1"/>
                </a:solidFill>
                <a:latin typeface="Times New Roman" pitchFamily="18" charset="0"/>
              </a:rPr>
              <a:t>结点可以有多于一个的双亲</a:t>
            </a:r>
          </a:p>
        </p:txBody>
      </p:sp>
      <p:sp>
        <p:nvSpPr>
          <p:cNvPr id="2" name="文本框 1">
            <a:extLst>
              <a:ext uri="{FF2B5EF4-FFF2-40B4-BE49-F238E27FC236}">
                <a16:creationId xmlns:a16="http://schemas.microsoft.com/office/drawing/2014/main" id="{CD7CCA6F-929E-B979-271D-6ECD092672D0}"/>
              </a:ext>
            </a:extLst>
          </p:cNvPr>
          <p:cNvSpPr txBox="1"/>
          <p:nvPr/>
        </p:nvSpPr>
        <p:spPr>
          <a:xfrm>
            <a:off x="284368" y="-158154"/>
            <a:ext cx="2348720" cy="734625"/>
          </a:xfrm>
          <a:prstGeom prst="rect">
            <a:avLst/>
          </a:prstGeom>
          <a:noFill/>
        </p:spPr>
        <p:txBody>
          <a:bodyPr wrap="none" rtlCol="0">
            <a:spAutoFit/>
          </a:bodyPr>
          <a:lstStyle/>
          <a:p>
            <a:r>
              <a:rPr lang="zh-CN" altLang="en-US" b="1" dirty="0">
                <a:solidFill>
                  <a:srgbClr val="000099"/>
                </a:solidFill>
              </a:rPr>
              <a:t>网状模型示例</a:t>
            </a:r>
            <a:endParaRPr kumimoji="1" lang="zh-CN" altLang="en-US" b="1" dirty="0">
              <a:solidFill>
                <a:srgbClr val="000099"/>
              </a:solidFill>
            </a:endParaRPr>
          </a:p>
        </p:txBody>
      </p:sp>
    </p:spTree>
    <p:extLst>
      <p:ext uri="{BB962C8B-B14F-4D97-AF65-F5344CB8AC3E}">
        <p14:creationId xmlns:p14="http://schemas.microsoft.com/office/powerpoint/2010/main" val="764704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4946" name="Group 2"/>
          <p:cNvGrpSpPr>
            <a:grpSpLocks/>
          </p:cNvGrpSpPr>
          <p:nvPr/>
        </p:nvGrpSpPr>
        <p:grpSpPr bwMode="auto">
          <a:xfrm>
            <a:off x="1600200" y="1371600"/>
            <a:ext cx="6629400" cy="3886200"/>
            <a:chOff x="1488" y="768"/>
            <a:chExt cx="2880" cy="1728"/>
          </a:xfrm>
        </p:grpSpPr>
        <p:grpSp>
          <p:nvGrpSpPr>
            <p:cNvPr id="594947" name="Group 3"/>
            <p:cNvGrpSpPr>
              <a:grpSpLocks/>
            </p:cNvGrpSpPr>
            <p:nvPr/>
          </p:nvGrpSpPr>
          <p:grpSpPr bwMode="auto">
            <a:xfrm>
              <a:off x="1488" y="768"/>
              <a:ext cx="2880" cy="1728"/>
              <a:chOff x="4317" y="2844"/>
              <a:chExt cx="3570" cy="2644"/>
            </a:xfrm>
          </p:grpSpPr>
          <p:sp>
            <p:nvSpPr>
              <p:cNvPr id="594948" name="Text Box 4"/>
              <p:cNvSpPr txBox="1">
                <a:spLocks noChangeArrowheads="1"/>
              </p:cNvSpPr>
              <p:nvPr/>
            </p:nvSpPr>
            <p:spPr bwMode="auto">
              <a:xfrm>
                <a:off x="4317" y="2844"/>
                <a:ext cx="1470" cy="468"/>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zh-CN" altLang="en-US" b="1">
                    <a:solidFill>
                      <a:schemeClr val="bg2"/>
                    </a:solidFill>
                    <a:latin typeface="Times New Roman" pitchFamily="18" charset="0"/>
                  </a:rPr>
                  <a:t>教   师</a:t>
                </a:r>
              </a:p>
            </p:txBody>
          </p:sp>
          <p:sp>
            <p:nvSpPr>
              <p:cNvPr id="594949" name="Text Box 5"/>
              <p:cNvSpPr txBox="1">
                <a:spLocks noChangeArrowheads="1"/>
              </p:cNvSpPr>
              <p:nvPr/>
            </p:nvSpPr>
            <p:spPr bwMode="auto">
              <a:xfrm>
                <a:off x="4317" y="3772"/>
                <a:ext cx="1470" cy="468"/>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zh-CN" altLang="en-US" b="1">
                    <a:solidFill>
                      <a:schemeClr val="bg2"/>
                    </a:solidFill>
                    <a:latin typeface="Times New Roman" pitchFamily="18" charset="0"/>
                  </a:rPr>
                  <a:t>课  程</a:t>
                </a:r>
              </a:p>
            </p:txBody>
          </p:sp>
          <p:sp>
            <p:nvSpPr>
              <p:cNvPr id="594950" name="Text Box 6"/>
              <p:cNvSpPr txBox="1">
                <a:spLocks noChangeArrowheads="1"/>
              </p:cNvSpPr>
              <p:nvPr/>
            </p:nvSpPr>
            <p:spPr bwMode="auto">
              <a:xfrm>
                <a:off x="6522" y="3772"/>
                <a:ext cx="1365" cy="468"/>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zh-CN" altLang="en-US" b="1">
                    <a:solidFill>
                      <a:schemeClr val="bg2"/>
                    </a:solidFill>
                    <a:latin typeface="Times New Roman" pitchFamily="18" charset="0"/>
                  </a:rPr>
                  <a:t>学  生</a:t>
                </a:r>
              </a:p>
            </p:txBody>
          </p:sp>
          <p:sp>
            <p:nvSpPr>
              <p:cNvPr id="594951" name="Text Box 7"/>
              <p:cNvSpPr txBox="1">
                <a:spLocks noChangeArrowheads="1"/>
              </p:cNvSpPr>
              <p:nvPr/>
            </p:nvSpPr>
            <p:spPr bwMode="auto">
              <a:xfrm>
                <a:off x="5262" y="5020"/>
                <a:ext cx="1365" cy="468"/>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zh-CN" altLang="en-US" b="1">
                    <a:solidFill>
                      <a:schemeClr val="bg2"/>
                    </a:solidFill>
                    <a:latin typeface="Times New Roman" pitchFamily="18" charset="0"/>
                  </a:rPr>
                  <a:t>学  习</a:t>
                </a:r>
              </a:p>
            </p:txBody>
          </p:sp>
        </p:grpSp>
        <p:grpSp>
          <p:nvGrpSpPr>
            <p:cNvPr id="594952" name="Group 8"/>
            <p:cNvGrpSpPr>
              <a:grpSpLocks/>
            </p:cNvGrpSpPr>
            <p:nvPr/>
          </p:nvGrpSpPr>
          <p:grpSpPr bwMode="auto">
            <a:xfrm>
              <a:off x="2081" y="1069"/>
              <a:ext cx="1711" cy="1121"/>
              <a:chOff x="2081" y="1069"/>
              <a:chExt cx="1711" cy="1121"/>
            </a:xfrm>
          </p:grpSpPr>
          <p:sp>
            <p:nvSpPr>
              <p:cNvPr id="594953" name="Line 9"/>
              <p:cNvSpPr>
                <a:spLocks noChangeShapeType="1"/>
              </p:cNvSpPr>
              <p:nvPr/>
            </p:nvSpPr>
            <p:spPr bwMode="auto">
              <a:xfrm>
                <a:off x="2081" y="1069"/>
                <a:ext cx="0" cy="305"/>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94954" name="Line 10"/>
              <p:cNvSpPr>
                <a:spLocks noChangeShapeType="1"/>
              </p:cNvSpPr>
              <p:nvPr/>
            </p:nvSpPr>
            <p:spPr bwMode="auto">
              <a:xfrm>
                <a:off x="2081" y="1683"/>
                <a:ext cx="509" cy="507"/>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94955" name="Line 11"/>
              <p:cNvSpPr>
                <a:spLocks noChangeShapeType="1"/>
              </p:cNvSpPr>
              <p:nvPr/>
            </p:nvSpPr>
            <p:spPr bwMode="auto">
              <a:xfrm flipH="1">
                <a:off x="3098" y="1680"/>
                <a:ext cx="694" cy="510"/>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图示&#10;&#10;AI 生成的内容可能不正确。">
            <a:extLst>
              <a:ext uri="{FF2B5EF4-FFF2-40B4-BE49-F238E27FC236}">
                <a16:creationId xmlns:a16="http://schemas.microsoft.com/office/drawing/2014/main" id="{702ACA33-A239-8921-59F7-B9C93D5E1B53}"/>
              </a:ext>
            </a:extLst>
          </p:cNvPr>
          <p:cNvPicPr>
            <a:picLocks noChangeAspect="1"/>
          </p:cNvPicPr>
          <p:nvPr/>
        </p:nvPicPr>
        <p:blipFill>
          <a:blip r:embed="rId2">
            <a:extLst>
              <a:ext uri="{28A0092B-C50C-407E-A947-70E740481C1C}">
                <a14:useLocalDpi xmlns:a14="http://schemas.microsoft.com/office/drawing/2010/main" val="0"/>
              </a:ext>
            </a:extLst>
          </a:blip>
          <a:srcRect t="10800" r="7844" b="31800"/>
          <a:stretch>
            <a:fillRect/>
          </a:stretch>
        </p:blipFill>
        <p:spPr>
          <a:xfrm>
            <a:off x="101688" y="1052736"/>
            <a:ext cx="8940623" cy="4176464"/>
          </a:xfrm>
          <a:prstGeom prst="rect">
            <a:avLst/>
          </a:prstGeom>
        </p:spPr>
      </p:pic>
      <p:sp>
        <p:nvSpPr>
          <p:cNvPr id="4" name="矩形 3">
            <a:extLst>
              <a:ext uri="{FF2B5EF4-FFF2-40B4-BE49-F238E27FC236}">
                <a16:creationId xmlns:a16="http://schemas.microsoft.com/office/drawing/2014/main" id="{5A5FBE45-952B-170C-A7E7-848F62D47DE0}"/>
              </a:ext>
            </a:extLst>
          </p:cNvPr>
          <p:cNvSpPr/>
          <p:nvPr/>
        </p:nvSpPr>
        <p:spPr bwMode="auto">
          <a:xfrm>
            <a:off x="3131840" y="1844824"/>
            <a:ext cx="504056" cy="288032"/>
          </a:xfrm>
          <a:prstGeom prst="rect">
            <a:avLst/>
          </a:prstGeom>
          <a:noFill/>
          <a:ln w="2857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a:ln>
                <a:noFill/>
              </a:ln>
              <a:solidFill>
                <a:schemeClr val="tx1"/>
              </a:solidFill>
              <a:effectLst/>
              <a:latin typeface="宋体" pitchFamily="2" charset="-122"/>
              <a:ea typeface="宋体" pitchFamily="2" charset="-122"/>
            </a:endParaRPr>
          </a:p>
        </p:txBody>
      </p:sp>
    </p:spTree>
    <p:extLst>
      <p:ext uri="{BB962C8B-B14F-4D97-AF65-F5344CB8AC3E}">
        <p14:creationId xmlns:p14="http://schemas.microsoft.com/office/powerpoint/2010/main" val="1984719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p:cNvSpPr>
            <a:spLocks noChangeArrowheads="1"/>
          </p:cNvSpPr>
          <p:nvPr/>
        </p:nvSpPr>
        <p:spPr bwMode="auto">
          <a:xfrm>
            <a:off x="0" y="501650"/>
            <a:ext cx="8915400" cy="4872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3600" b="1">
                <a:solidFill>
                  <a:schemeClr val="bg2"/>
                </a:solidFill>
                <a:latin typeface="Times New Roman" pitchFamily="18" charset="0"/>
              </a:rPr>
              <a:t>   </a:t>
            </a:r>
            <a:r>
              <a:rPr lang="zh-CN" altLang="en-US" sz="3600" b="1">
                <a:solidFill>
                  <a:srgbClr val="000099"/>
                </a:solidFill>
                <a:latin typeface="Times New Roman" pitchFamily="18" charset="0"/>
              </a:rPr>
              <a:t>网状模型的优点：</a:t>
            </a:r>
          </a:p>
          <a:p>
            <a:pPr>
              <a:spcBef>
                <a:spcPct val="50000"/>
              </a:spcBef>
            </a:pPr>
            <a:r>
              <a:rPr lang="zh-CN" altLang="en-US" sz="3600" b="1">
                <a:solidFill>
                  <a:schemeClr val="bg2"/>
                </a:solidFill>
                <a:latin typeface="Times New Roman" pitchFamily="18" charset="0"/>
              </a:rPr>
              <a:t>             容易实现</a:t>
            </a:r>
            <a:r>
              <a:rPr lang="en-US" altLang="zh-CN" sz="3600" b="1">
                <a:solidFill>
                  <a:schemeClr val="bg2"/>
                </a:solidFill>
                <a:latin typeface="Times New Roman" pitchFamily="18" charset="0"/>
              </a:rPr>
              <a:t>M</a:t>
            </a:r>
            <a:r>
              <a:rPr lang="zh-CN" altLang="en-US" sz="3600" b="1">
                <a:solidFill>
                  <a:schemeClr val="bg2"/>
                </a:solidFill>
                <a:latin typeface="Times New Roman" pitchFamily="18" charset="0"/>
              </a:rPr>
              <a:t>：</a:t>
            </a:r>
            <a:r>
              <a:rPr lang="en-US" altLang="zh-CN" sz="3600" b="1">
                <a:solidFill>
                  <a:schemeClr val="bg2"/>
                </a:solidFill>
                <a:latin typeface="Times New Roman" pitchFamily="18" charset="0"/>
              </a:rPr>
              <a:t>N</a:t>
            </a:r>
            <a:r>
              <a:rPr lang="zh-CN" altLang="en-US" sz="3600" b="1">
                <a:solidFill>
                  <a:schemeClr val="bg2"/>
                </a:solidFill>
                <a:latin typeface="Times New Roman" pitchFamily="18" charset="0"/>
              </a:rPr>
              <a:t>联系，查询效率高。</a:t>
            </a:r>
          </a:p>
          <a:p>
            <a:pPr>
              <a:spcBef>
                <a:spcPct val="50000"/>
              </a:spcBef>
            </a:pPr>
            <a:r>
              <a:rPr lang="zh-CN" altLang="en-US" sz="3600" b="1">
                <a:solidFill>
                  <a:srgbClr val="000099"/>
                </a:solidFill>
              </a:rPr>
              <a:t>   缺点：</a:t>
            </a:r>
            <a:r>
              <a:rPr lang="zh-CN" altLang="en-US" sz="3600" b="1">
                <a:solidFill>
                  <a:schemeClr val="bg2"/>
                </a:solidFill>
              </a:rPr>
              <a:t>程序员必须熟悉数据库的逻辑结   </a:t>
            </a:r>
          </a:p>
          <a:p>
            <a:pPr>
              <a:spcBef>
                <a:spcPct val="50000"/>
              </a:spcBef>
            </a:pPr>
            <a:r>
              <a:rPr lang="zh-CN" altLang="en-US" sz="3600" b="1">
                <a:solidFill>
                  <a:schemeClr val="bg2"/>
                </a:solidFill>
              </a:rPr>
              <a:t>         构才能编写相应的应用程序</a:t>
            </a:r>
            <a:r>
              <a:rPr lang="zh-CN" altLang="en-US" b="1">
                <a:solidFill>
                  <a:schemeClr val="bg2"/>
                </a:solidFill>
                <a:latin typeface="Times New Roman" pitchFamily="18" charset="0"/>
              </a:rPr>
              <a:t>。</a:t>
            </a:r>
          </a:p>
        </p:txBody>
      </p:sp>
      <p:pic>
        <p:nvPicPr>
          <p:cNvPr id="3" name="图片 2">
            <a:extLst>
              <a:ext uri="{FF2B5EF4-FFF2-40B4-BE49-F238E27FC236}">
                <a16:creationId xmlns:a16="http://schemas.microsoft.com/office/drawing/2014/main" id="{C6C87E78-B674-CB4C-99D2-D15FEF469FFA}"/>
              </a:ext>
            </a:extLst>
          </p:cNvPr>
          <p:cNvPicPr>
            <a:picLocks noChangeAspect="1"/>
          </p:cNvPicPr>
          <p:nvPr/>
        </p:nvPicPr>
        <p:blipFill rotWithShape="1">
          <a:blip r:embed="rId2"/>
          <a:srcRect l="676" t="20973" r="54062" b="13716"/>
          <a:stretch/>
        </p:blipFill>
        <p:spPr>
          <a:xfrm>
            <a:off x="210213" y="226434"/>
            <a:ext cx="577970" cy="55043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0" name="Rectangle 2"/>
          <p:cNvSpPr>
            <a:spLocks noChangeArrowheads="1"/>
          </p:cNvSpPr>
          <p:nvPr/>
        </p:nvSpPr>
        <p:spPr bwMode="auto">
          <a:xfrm>
            <a:off x="142875" y="115888"/>
            <a:ext cx="8893175" cy="15696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indent="434975" eaLnBrk="1" hangingPunct="1">
              <a:lnSpc>
                <a:spcPct val="200000"/>
              </a:lnSpc>
            </a:pPr>
            <a:r>
              <a:rPr lang="en-US" altLang="zh-CN" sz="3200" b="1" dirty="0">
                <a:solidFill>
                  <a:srgbClr val="000099"/>
                </a:solidFill>
              </a:rPr>
              <a:t> ⑶ </a:t>
            </a:r>
            <a:r>
              <a:rPr lang="zh-CN" altLang="en-US" sz="3200" b="1" dirty="0">
                <a:solidFill>
                  <a:srgbClr val="000099"/>
                </a:solidFill>
              </a:rPr>
              <a:t>关系模型</a:t>
            </a:r>
          </a:p>
          <a:p>
            <a:pPr indent="434975">
              <a:lnSpc>
                <a:spcPct val="100000"/>
              </a:lnSpc>
            </a:pPr>
            <a:r>
              <a:rPr lang="zh-CN" altLang="en-US" sz="3200" b="1" dirty="0">
                <a:solidFill>
                  <a:schemeClr val="bg2"/>
                </a:solidFill>
              </a:rPr>
              <a:t> </a:t>
            </a:r>
            <a:endParaRPr lang="zh-CN" altLang="en-US" sz="2400" b="1" dirty="0">
              <a:solidFill>
                <a:schemeClr val="bg2"/>
              </a:solidFill>
            </a:endParaRPr>
          </a:p>
        </p:txBody>
      </p:sp>
      <p:sp>
        <p:nvSpPr>
          <p:cNvPr id="585734" name="Rectangle 6"/>
          <p:cNvSpPr>
            <a:spLocks noChangeArrowheads="1"/>
          </p:cNvSpPr>
          <p:nvPr/>
        </p:nvSpPr>
        <p:spPr bwMode="auto">
          <a:xfrm>
            <a:off x="530411" y="2323171"/>
            <a:ext cx="8083178" cy="33297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marL="342900" indent="-342900" eaLnBrk="1" latinLnBrk="1" hangingPunct="1">
              <a:lnSpc>
                <a:spcPct val="150000"/>
              </a:lnSpc>
              <a:buFont typeface="Arial" panose="020B0604020202020204" pitchFamily="34" charset="0"/>
              <a:buChar char="•"/>
            </a:pPr>
            <a:r>
              <a:rPr lang="zh-CN" altLang="en-US" sz="2400" b="1" dirty="0">
                <a:solidFill>
                  <a:schemeClr val="bg2"/>
                </a:solidFill>
              </a:rPr>
              <a:t>关系模型是由若干个</a:t>
            </a:r>
            <a:r>
              <a:rPr lang="zh-CN" altLang="en-US" sz="2400" b="1" dirty="0">
                <a:solidFill>
                  <a:schemeClr val="bg1"/>
                </a:solidFill>
              </a:rPr>
              <a:t>关系模式</a:t>
            </a:r>
            <a:r>
              <a:rPr lang="zh-CN" altLang="en-US" sz="2400" b="1" dirty="0">
                <a:solidFill>
                  <a:schemeClr val="bg2"/>
                </a:solidFill>
              </a:rPr>
              <a:t>组成的集合。</a:t>
            </a:r>
            <a:endParaRPr lang="en-US" altLang="zh-CN" sz="2400" b="1" dirty="0">
              <a:solidFill>
                <a:schemeClr val="bg2"/>
              </a:solidFill>
            </a:endParaRPr>
          </a:p>
          <a:p>
            <a:pPr marL="342900" indent="-342900" eaLnBrk="1" latinLnBrk="1" hangingPunct="1">
              <a:lnSpc>
                <a:spcPct val="150000"/>
              </a:lnSpc>
              <a:buFont typeface="Arial" panose="020B0604020202020204" pitchFamily="34" charset="0"/>
              <a:buChar char="•"/>
            </a:pPr>
            <a:r>
              <a:rPr lang="zh-CN" altLang="en-US" sz="2400" b="1" dirty="0">
                <a:solidFill>
                  <a:schemeClr val="bg2"/>
                </a:solidFill>
              </a:rPr>
              <a:t>关系模式相当于记录类型，它的每一个实例称为</a:t>
            </a:r>
            <a:r>
              <a:rPr lang="zh-CN" altLang="en-US" sz="2400" b="1" dirty="0">
                <a:solidFill>
                  <a:schemeClr val="bg1"/>
                </a:solidFill>
              </a:rPr>
              <a:t>关系</a:t>
            </a:r>
            <a:r>
              <a:rPr lang="zh-CN" altLang="en-US" sz="2400" b="1" dirty="0">
                <a:solidFill>
                  <a:schemeClr val="bg2"/>
                </a:solidFill>
              </a:rPr>
              <a:t>。</a:t>
            </a:r>
            <a:endParaRPr lang="en-US" altLang="zh-CN" sz="2400" b="1" dirty="0">
              <a:solidFill>
                <a:schemeClr val="bg2"/>
              </a:solidFill>
            </a:endParaRPr>
          </a:p>
          <a:p>
            <a:pPr marL="800100" lvl="1" indent="-342900" eaLnBrk="1" latinLnBrk="1" hangingPunct="1">
              <a:lnSpc>
                <a:spcPct val="150000"/>
              </a:lnSpc>
              <a:buFont typeface="Arial" panose="020B0604020202020204" pitchFamily="34" charset="0"/>
              <a:buChar char="•"/>
            </a:pPr>
            <a:r>
              <a:rPr lang="zh-CN" altLang="en-US" sz="2400" b="1" dirty="0">
                <a:solidFill>
                  <a:schemeClr val="bg2"/>
                </a:solidFill>
              </a:rPr>
              <a:t>每个关系实际上就是一张二维</a:t>
            </a:r>
            <a:r>
              <a:rPr lang="zh-CN" altLang="en-US" sz="2400" b="1" dirty="0">
                <a:solidFill>
                  <a:schemeClr val="bg1"/>
                </a:solidFill>
              </a:rPr>
              <a:t>表格</a:t>
            </a:r>
            <a:r>
              <a:rPr lang="zh-CN" altLang="en-US" sz="2400" b="1" dirty="0">
                <a:solidFill>
                  <a:schemeClr val="bg2"/>
                </a:solidFill>
              </a:rPr>
              <a:t>。</a:t>
            </a:r>
            <a:endParaRPr lang="en-US" altLang="zh-CN" sz="2400" b="1" dirty="0">
              <a:solidFill>
                <a:schemeClr val="bg2"/>
              </a:solidFill>
            </a:endParaRPr>
          </a:p>
          <a:p>
            <a:pPr marL="342900" indent="-342900" eaLnBrk="1" latinLnBrk="1" hangingPunct="1">
              <a:lnSpc>
                <a:spcPct val="150000"/>
              </a:lnSpc>
              <a:buFont typeface="Arial" panose="020B0604020202020204" pitchFamily="34" charset="0"/>
              <a:buChar char="•"/>
            </a:pPr>
            <a:r>
              <a:rPr lang="zh-CN" altLang="en-US" sz="2400" b="1" dirty="0">
                <a:solidFill>
                  <a:schemeClr val="bg2"/>
                </a:solidFill>
              </a:rPr>
              <a:t>关系模型和层次、网络模型的最大差别是</a:t>
            </a:r>
            <a:endParaRPr lang="en-US" altLang="zh-CN" sz="2400" b="1" dirty="0">
              <a:solidFill>
                <a:schemeClr val="bg2"/>
              </a:solidFill>
            </a:endParaRPr>
          </a:p>
          <a:p>
            <a:pPr marL="800100" lvl="1" indent="-342900" eaLnBrk="1" latinLnBrk="1" hangingPunct="1">
              <a:lnSpc>
                <a:spcPct val="150000"/>
              </a:lnSpc>
              <a:buFont typeface="Arial" panose="020B0604020202020204" pitchFamily="34" charset="0"/>
              <a:buChar char="•"/>
            </a:pPr>
            <a:r>
              <a:rPr lang="zh-CN" altLang="en-US" sz="2400" b="1" dirty="0">
                <a:solidFill>
                  <a:schemeClr val="bg2"/>
                </a:solidFill>
              </a:rPr>
              <a:t>用</a:t>
            </a:r>
            <a:r>
              <a:rPr lang="zh-CN" altLang="en-US" sz="2400" b="1" dirty="0">
                <a:solidFill>
                  <a:schemeClr val="bg1"/>
                </a:solidFill>
              </a:rPr>
              <a:t>关键码</a:t>
            </a:r>
            <a:r>
              <a:rPr lang="zh-CN" altLang="en-US" sz="2400" b="1" dirty="0">
                <a:solidFill>
                  <a:schemeClr val="bg2"/>
                </a:solidFill>
              </a:rPr>
              <a:t>而不是用</a:t>
            </a:r>
            <a:r>
              <a:rPr lang="zh-CN" altLang="en-US" sz="2400" b="1" dirty="0">
                <a:solidFill>
                  <a:schemeClr val="bg1"/>
                </a:solidFill>
              </a:rPr>
              <a:t>指针</a:t>
            </a:r>
            <a:r>
              <a:rPr lang="zh-CN" altLang="en-US" sz="2400" b="1" dirty="0">
                <a:solidFill>
                  <a:schemeClr val="bg2"/>
                </a:solidFill>
              </a:rPr>
              <a:t>导航数据，表格简单，用户易懂，编写程序是并不涉及存储结构、访问技术等问题。</a:t>
            </a:r>
          </a:p>
        </p:txBody>
      </p:sp>
      <p:sp>
        <p:nvSpPr>
          <p:cNvPr id="6" name="文本框 5">
            <a:extLst>
              <a:ext uri="{FF2B5EF4-FFF2-40B4-BE49-F238E27FC236}">
                <a16:creationId xmlns:a16="http://schemas.microsoft.com/office/drawing/2014/main" id="{BDA9E24D-0ABB-C44F-952A-17F1984989B9}"/>
              </a:ext>
            </a:extLst>
          </p:cNvPr>
          <p:cNvSpPr txBox="1"/>
          <p:nvPr/>
        </p:nvSpPr>
        <p:spPr>
          <a:xfrm>
            <a:off x="196974" y="1208494"/>
            <a:ext cx="8784976" cy="83099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00000"/>
              </a:lnSpc>
            </a:pPr>
            <a:r>
              <a:rPr lang="zh-CN" altLang="en-US" sz="2400" b="1" dirty="0">
                <a:solidFill>
                  <a:srgbClr val="660033"/>
                </a:solidFill>
              </a:rPr>
              <a:t>用二维表格结构来表示实体集，外键表示实体间联系的模型称为关系模型。</a:t>
            </a:r>
            <a:endParaRPr lang="zh-CN" altLang="en-US" sz="2400" dirty="0"/>
          </a:p>
        </p:txBody>
      </p:sp>
      <p:pic>
        <p:nvPicPr>
          <p:cNvPr id="5" name="图片 4">
            <a:extLst>
              <a:ext uri="{FF2B5EF4-FFF2-40B4-BE49-F238E27FC236}">
                <a16:creationId xmlns:a16="http://schemas.microsoft.com/office/drawing/2014/main" id="{A8AAF0E7-8819-3E42-9A59-ED8F60BBE572}"/>
              </a:ext>
            </a:extLst>
          </p:cNvPr>
          <p:cNvPicPr>
            <a:picLocks noChangeAspect="1"/>
          </p:cNvPicPr>
          <p:nvPr/>
        </p:nvPicPr>
        <p:blipFill rotWithShape="1">
          <a:blip r:embed="rId2"/>
          <a:srcRect l="676" t="20973" r="54062" b="13716"/>
          <a:stretch/>
        </p:blipFill>
        <p:spPr>
          <a:xfrm>
            <a:off x="448416" y="4543294"/>
            <a:ext cx="577970" cy="55043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85734"/>
                                        </p:tgtEl>
                                        <p:attrNameLst>
                                          <p:attrName>style.visibility</p:attrName>
                                        </p:attrNameLst>
                                      </p:cBhvr>
                                      <p:to>
                                        <p:strVal val="visible"/>
                                      </p:to>
                                    </p:set>
                                    <p:animEffect transition="in" filter="blinds(horizontal)">
                                      <p:cBhvr>
                                        <p:cTn id="7" dur="500"/>
                                        <p:tgtEl>
                                          <p:spTgt spid="58573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573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E3191F7-1375-134D-B783-117A821D5E90}"/>
              </a:ext>
            </a:extLst>
          </p:cNvPr>
          <p:cNvSpPr txBox="1"/>
          <p:nvPr/>
        </p:nvSpPr>
        <p:spPr>
          <a:xfrm>
            <a:off x="971600" y="260648"/>
            <a:ext cx="4572000" cy="1809726"/>
          </a:xfrm>
          <a:prstGeom prst="rect">
            <a:avLst/>
          </a:prstGeom>
          <a:noFill/>
        </p:spPr>
        <p:txBody>
          <a:bodyPr wrap="square">
            <a:sp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sz="1800" b="0" i="0" u="none" strike="noStrike" cap="none" normalizeH="0" baseline="0" dirty="0">
                <a:ln>
                  <a:noFill/>
                </a:ln>
                <a:solidFill>
                  <a:schemeClr val="bg2"/>
                </a:solidFill>
                <a:effectLst/>
                <a:latin typeface="+mn-lt"/>
                <a:ea typeface="宋体" pitchFamily="2" charset="-122"/>
              </a:rPr>
              <a:t>PART(</a:t>
            </a:r>
            <a:r>
              <a:rPr kumimoji="1" lang="en-US" altLang="zh-CN" sz="1800" b="0" i="0" u="sng" strike="noStrike" cap="none" normalizeH="0" baseline="0" dirty="0">
                <a:ln>
                  <a:noFill/>
                </a:ln>
                <a:solidFill>
                  <a:schemeClr val="bg2"/>
                </a:solidFill>
                <a:effectLst/>
                <a:latin typeface="+mn-lt"/>
                <a:ea typeface="宋体" pitchFamily="2" charset="-122"/>
              </a:rPr>
              <a:t>PNO</a:t>
            </a:r>
            <a:r>
              <a:rPr lang="en-US" altLang="zh-CN" sz="1800" dirty="0">
                <a:solidFill>
                  <a:schemeClr val="bg2"/>
                </a:solidFill>
                <a:latin typeface="+mn-lt"/>
                <a:ea typeface="宋体" pitchFamily="2" charset="-122"/>
              </a:rPr>
              <a:t>, </a:t>
            </a:r>
            <a:r>
              <a:rPr kumimoji="1" lang="en-US" altLang="zh-CN" sz="1800" b="0" i="0" u="none" strike="noStrike" cap="none" normalizeH="0" baseline="0" dirty="0">
                <a:ln>
                  <a:noFill/>
                </a:ln>
                <a:solidFill>
                  <a:schemeClr val="bg2"/>
                </a:solidFill>
                <a:effectLst/>
                <a:latin typeface="+mn-lt"/>
                <a:ea typeface="宋体" pitchFamily="2" charset="-122"/>
              </a:rPr>
              <a:t>PNAME, COLOR, W</a:t>
            </a:r>
            <a:r>
              <a:rPr lang="en-US" altLang="zh-CN" sz="1800" dirty="0">
                <a:solidFill>
                  <a:schemeClr val="bg2"/>
                </a:solidFill>
                <a:latin typeface="+mn-lt"/>
                <a:ea typeface="宋体" pitchFamily="2" charset="-122"/>
              </a:rPr>
              <a:t>EIGHT</a:t>
            </a:r>
            <a:r>
              <a:rPr kumimoji="1" lang="en-US" altLang="zh-CN" sz="1800" b="0" i="0" u="none" strike="noStrike" cap="none" normalizeH="0" baseline="0" dirty="0">
                <a:ln>
                  <a:noFill/>
                </a:ln>
                <a:solidFill>
                  <a:schemeClr val="bg2"/>
                </a:solidFill>
                <a:effectLst/>
                <a:latin typeface="+mn-lt"/>
                <a:ea typeface="宋体" pitchFamily="2" charset="-122"/>
              </a:rPr>
              <a:t>)</a:t>
            </a:r>
            <a:endParaRPr kumimoji="1" lang="zh-CN" altLang="en-US" sz="1800" b="0" i="0" u="none" strike="noStrike" cap="none" normalizeH="0" baseline="0" dirty="0">
              <a:ln>
                <a:noFill/>
              </a:ln>
              <a:solidFill>
                <a:schemeClr val="bg2"/>
              </a:solidFill>
              <a:effectLst/>
              <a:latin typeface="+mn-lt"/>
              <a:ea typeface="宋体" pitchFamily="2"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sz="1800" b="0" i="0" u="none" strike="noStrike" cap="none" normalizeH="0" baseline="0" dirty="0">
                <a:ln>
                  <a:noFill/>
                </a:ln>
                <a:solidFill>
                  <a:schemeClr val="bg2"/>
                </a:solidFill>
                <a:effectLst/>
                <a:latin typeface="+mn-lt"/>
                <a:ea typeface="宋体" pitchFamily="2" charset="-122"/>
              </a:rPr>
              <a:t>POJECT(</a:t>
            </a:r>
            <a:r>
              <a:rPr kumimoji="1" lang="en-US" altLang="zh-CN" sz="1800" b="0" i="0" u="sng" strike="noStrike" cap="none" normalizeH="0" baseline="0" dirty="0">
                <a:ln>
                  <a:noFill/>
                </a:ln>
                <a:solidFill>
                  <a:schemeClr val="bg2"/>
                </a:solidFill>
                <a:effectLst/>
                <a:latin typeface="+mn-lt"/>
                <a:ea typeface="宋体" pitchFamily="2" charset="-122"/>
              </a:rPr>
              <a:t>JNO</a:t>
            </a:r>
            <a:r>
              <a:rPr lang="en-US" altLang="zh-CN" sz="1800" dirty="0">
                <a:solidFill>
                  <a:schemeClr val="bg2"/>
                </a:solidFill>
                <a:latin typeface="+mn-lt"/>
                <a:ea typeface="宋体" pitchFamily="2" charset="-122"/>
              </a:rPr>
              <a:t>, </a:t>
            </a:r>
            <a:r>
              <a:rPr kumimoji="1" lang="en-US" altLang="zh-CN" sz="1800" b="0" i="0" u="none" strike="noStrike" cap="none" normalizeH="0" baseline="0" dirty="0">
                <a:ln>
                  <a:noFill/>
                </a:ln>
                <a:solidFill>
                  <a:schemeClr val="bg2"/>
                </a:solidFill>
                <a:effectLst/>
                <a:latin typeface="+mn-lt"/>
                <a:ea typeface="宋体" pitchFamily="2" charset="-122"/>
              </a:rPr>
              <a:t>JNAME, DATE)</a:t>
            </a:r>
            <a:endParaRPr kumimoji="1" lang="zh-CN" altLang="en-US" sz="1800" b="0" i="0" u="none" strike="noStrike" cap="none" normalizeH="0" baseline="0" dirty="0">
              <a:ln>
                <a:noFill/>
              </a:ln>
              <a:solidFill>
                <a:schemeClr val="bg2"/>
              </a:solidFill>
              <a:effectLst/>
              <a:latin typeface="+mn-lt"/>
              <a:ea typeface="宋体" pitchFamily="2"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sz="1800" b="0" i="0" u="none" strike="noStrike" cap="none" normalizeH="0" baseline="0" dirty="0">
                <a:ln>
                  <a:noFill/>
                </a:ln>
                <a:solidFill>
                  <a:schemeClr val="bg2"/>
                </a:solidFill>
                <a:effectLst/>
                <a:latin typeface="+mn-lt"/>
                <a:ea typeface="宋体" pitchFamily="2" charset="-122"/>
              </a:rPr>
              <a:t>SUPPLIER(</a:t>
            </a:r>
            <a:r>
              <a:rPr kumimoji="1" lang="en-US" altLang="zh-CN" sz="1800" b="0" i="0" u="sng" strike="noStrike" cap="none" normalizeH="0" baseline="0" dirty="0">
                <a:ln>
                  <a:noFill/>
                </a:ln>
                <a:solidFill>
                  <a:schemeClr val="bg2"/>
                </a:solidFill>
                <a:effectLst/>
                <a:latin typeface="+mn-lt"/>
                <a:ea typeface="宋体" pitchFamily="2" charset="-122"/>
              </a:rPr>
              <a:t>SNO</a:t>
            </a:r>
            <a:r>
              <a:rPr lang="en-US" altLang="zh-CN" sz="1800" dirty="0">
                <a:solidFill>
                  <a:schemeClr val="bg2"/>
                </a:solidFill>
                <a:latin typeface="+mn-lt"/>
                <a:ea typeface="宋体" pitchFamily="2" charset="-122"/>
              </a:rPr>
              <a:t>, </a:t>
            </a:r>
            <a:r>
              <a:rPr kumimoji="1" lang="en-US" altLang="zh-CN" sz="1800" b="0" i="0" u="none" strike="noStrike" cap="none" normalizeH="0" baseline="0" dirty="0">
                <a:ln>
                  <a:noFill/>
                </a:ln>
                <a:solidFill>
                  <a:schemeClr val="bg2"/>
                </a:solidFill>
                <a:effectLst/>
                <a:latin typeface="+mn-lt"/>
                <a:ea typeface="宋体" pitchFamily="2" charset="-122"/>
              </a:rPr>
              <a:t>SNAME, SADDR)</a:t>
            </a:r>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sz="1800" b="0" i="0" u="none" strike="noStrike" cap="none" normalizeH="0" baseline="0" dirty="0">
                <a:ln>
                  <a:noFill/>
                </a:ln>
                <a:solidFill>
                  <a:schemeClr val="bg2"/>
                </a:solidFill>
                <a:effectLst/>
                <a:latin typeface="+mn-lt"/>
                <a:ea typeface="宋体" pitchFamily="2" charset="-122"/>
              </a:rPr>
              <a:t>P_P(</a:t>
            </a:r>
            <a:r>
              <a:rPr kumimoji="1" lang="en-US" altLang="zh-CN" sz="1800" b="0" i="0" u="sng" strike="noStrike" cap="none" normalizeH="0" baseline="0" dirty="0">
                <a:ln>
                  <a:noFill/>
                </a:ln>
                <a:solidFill>
                  <a:schemeClr val="bg2"/>
                </a:solidFill>
                <a:effectLst/>
                <a:latin typeface="+mn-lt"/>
                <a:ea typeface="宋体" pitchFamily="2" charset="-122"/>
              </a:rPr>
              <a:t>JNO</a:t>
            </a:r>
            <a:r>
              <a:rPr lang="en-US" altLang="zh-CN" sz="1800" u="sng" dirty="0">
                <a:solidFill>
                  <a:schemeClr val="bg2"/>
                </a:solidFill>
                <a:latin typeface="+mn-lt"/>
                <a:ea typeface="宋体" pitchFamily="2" charset="-122"/>
              </a:rPr>
              <a:t>, PNO</a:t>
            </a:r>
            <a:r>
              <a:rPr lang="en-US" altLang="zh-CN" sz="1800" dirty="0">
                <a:solidFill>
                  <a:schemeClr val="bg2"/>
                </a:solidFill>
                <a:latin typeface="+mn-lt"/>
                <a:ea typeface="宋体" pitchFamily="2" charset="-122"/>
              </a:rPr>
              <a:t>, TOTAL</a:t>
            </a:r>
            <a:r>
              <a:rPr kumimoji="1" lang="en-US" altLang="zh-CN" sz="1800" b="0" i="0" u="none" strike="noStrike" cap="none" normalizeH="0" baseline="0" dirty="0">
                <a:ln>
                  <a:noFill/>
                </a:ln>
                <a:solidFill>
                  <a:schemeClr val="bg2"/>
                </a:solidFill>
                <a:effectLst/>
                <a:latin typeface="+mn-lt"/>
                <a:ea typeface="宋体" pitchFamily="2" charset="-122"/>
              </a:rPr>
              <a:t>)</a:t>
            </a:r>
            <a:endParaRPr kumimoji="1" lang="zh-CN" altLang="en-US" sz="1800" b="0" i="0" u="none" strike="noStrike" cap="none" normalizeH="0" baseline="0" dirty="0">
              <a:ln>
                <a:noFill/>
              </a:ln>
              <a:solidFill>
                <a:schemeClr val="bg2"/>
              </a:solidFill>
              <a:effectLst/>
              <a:latin typeface="+mn-lt"/>
              <a:ea typeface="宋体" pitchFamily="2"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sz="1800" b="0" i="0" u="none" strike="noStrike" cap="none" normalizeH="0" baseline="0" dirty="0">
                <a:ln>
                  <a:noFill/>
                </a:ln>
                <a:solidFill>
                  <a:schemeClr val="bg2"/>
                </a:solidFill>
                <a:effectLst/>
                <a:latin typeface="+mn-lt"/>
                <a:ea typeface="宋体" pitchFamily="2" charset="-122"/>
              </a:rPr>
              <a:t>P_S(</a:t>
            </a:r>
            <a:r>
              <a:rPr kumimoji="1" lang="en-US" altLang="zh-CN" sz="1800" b="0" i="0" u="sng" strike="noStrike" cap="none" normalizeH="0" baseline="0" dirty="0">
                <a:ln>
                  <a:noFill/>
                </a:ln>
                <a:solidFill>
                  <a:schemeClr val="bg2"/>
                </a:solidFill>
                <a:effectLst/>
                <a:latin typeface="+mn-lt"/>
                <a:ea typeface="宋体" pitchFamily="2" charset="-122"/>
              </a:rPr>
              <a:t>PNO</a:t>
            </a:r>
            <a:r>
              <a:rPr lang="en-US" altLang="zh-CN" sz="1800" u="sng" dirty="0">
                <a:solidFill>
                  <a:schemeClr val="bg2"/>
                </a:solidFill>
                <a:latin typeface="+mn-lt"/>
                <a:ea typeface="宋体" pitchFamily="2" charset="-122"/>
              </a:rPr>
              <a:t>, </a:t>
            </a:r>
            <a:r>
              <a:rPr kumimoji="1" lang="en-US" altLang="zh-CN" sz="1800" b="0" i="0" u="sng" strike="noStrike" cap="none" normalizeH="0" baseline="0" dirty="0">
                <a:ln>
                  <a:noFill/>
                </a:ln>
                <a:solidFill>
                  <a:schemeClr val="bg2"/>
                </a:solidFill>
                <a:effectLst/>
                <a:latin typeface="+mn-lt"/>
                <a:ea typeface="宋体" pitchFamily="2" charset="-122"/>
              </a:rPr>
              <a:t>SNO</a:t>
            </a:r>
            <a:r>
              <a:rPr kumimoji="1" lang="en-US" altLang="zh-CN" sz="1800" b="0" i="0" u="none" strike="noStrike" cap="none" normalizeH="0" baseline="0" dirty="0">
                <a:ln>
                  <a:noFill/>
                </a:ln>
                <a:solidFill>
                  <a:schemeClr val="bg2"/>
                </a:solidFill>
                <a:effectLst/>
                <a:latin typeface="+mn-lt"/>
                <a:ea typeface="宋体" pitchFamily="2" charset="-122"/>
              </a:rPr>
              <a:t>, QUANTITY)</a:t>
            </a:r>
            <a:endParaRPr kumimoji="1" lang="zh-CN" altLang="en-US" sz="1800" b="0" i="0" u="none" strike="noStrike" cap="none" normalizeH="0" baseline="0" dirty="0">
              <a:ln>
                <a:noFill/>
              </a:ln>
              <a:solidFill>
                <a:schemeClr val="bg2"/>
              </a:solidFill>
              <a:effectLst/>
              <a:latin typeface="+mn-lt"/>
              <a:ea typeface="宋体" pitchFamily="2" charset="-122"/>
            </a:endParaRPr>
          </a:p>
        </p:txBody>
      </p:sp>
      <p:sp>
        <p:nvSpPr>
          <p:cNvPr id="4" name="文本框 3">
            <a:extLst>
              <a:ext uri="{FF2B5EF4-FFF2-40B4-BE49-F238E27FC236}">
                <a16:creationId xmlns:a16="http://schemas.microsoft.com/office/drawing/2014/main" id="{4B2FA068-DA1C-AE4A-AB1A-B079A53FE60F}"/>
              </a:ext>
            </a:extLst>
          </p:cNvPr>
          <p:cNvSpPr txBox="1"/>
          <p:nvPr/>
        </p:nvSpPr>
        <p:spPr>
          <a:xfrm>
            <a:off x="323528" y="203516"/>
            <a:ext cx="436124" cy="1866858"/>
          </a:xfrm>
          <a:prstGeom prst="rect">
            <a:avLst/>
          </a:prstGeom>
          <a:noFill/>
        </p:spPr>
        <p:txBody>
          <a:bodyPr wrap="square" rtlCol="0">
            <a:spAutoFit/>
          </a:bodyPr>
          <a:lstStyle/>
          <a:p>
            <a:pPr>
              <a:lnSpc>
                <a:spcPct val="150000"/>
              </a:lnSpc>
            </a:pPr>
            <a:r>
              <a:rPr lang="zh-CN" altLang="en-US" sz="2000" dirty="0">
                <a:solidFill>
                  <a:schemeClr val="bg1"/>
                </a:solidFill>
              </a:rPr>
              <a:t>关系模式</a:t>
            </a:r>
            <a:endParaRPr kumimoji="1" lang="zh-CN" altLang="en-US" sz="2000" dirty="0">
              <a:solidFill>
                <a:schemeClr val="bg1"/>
              </a:solidFill>
            </a:endParaRPr>
          </a:p>
        </p:txBody>
      </p:sp>
      <p:graphicFrame>
        <p:nvGraphicFramePr>
          <p:cNvPr id="5" name="表格 5">
            <a:extLst>
              <a:ext uri="{FF2B5EF4-FFF2-40B4-BE49-F238E27FC236}">
                <a16:creationId xmlns:a16="http://schemas.microsoft.com/office/drawing/2014/main" id="{96AD357B-7409-2E47-BDCB-6851A2706B28}"/>
              </a:ext>
            </a:extLst>
          </p:cNvPr>
          <p:cNvGraphicFramePr>
            <a:graphicFrameLocks noGrp="1"/>
          </p:cNvGraphicFramePr>
          <p:nvPr>
            <p:extLst>
              <p:ext uri="{D42A27DB-BD31-4B8C-83A1-F6EECF244321}">
                <p14:modId xmlns:p14="http://schemas.microsoft.com/office/powerpoint/2010/main" val="2826113025"/>
              </p:ext>
            </p:extLst>
          </p:nvPr>
        </p:nvGraphicFramePr>
        <p:xfrm>
          <a:off x="341730" y="2095174"/>
          <a:ext cx="4680520" cy="1854200"/>
        </p:xfrm>
        <a:graphic>
          <a:graphicData uri="http://schemas.openxmlformats.org/drawingml/2006/table">
            <a:tbl>
              <a:tblPr firstRow="1" bandRow="1">
                <a:tableStyleId>{21E4AEA4-8DFA-4A89-87EB-49C32662AFE0}</a:tableStyleId>
              </a:tblPr>
              <a:tblGrid>
                <a:gridCol w="1170130">
                  <a:extLst>
                    <a:ext uri="{9D8B030D-6E8A-4147-A177-3AD203B41FA5}">
                      <a16:colId xmlns:a16="http://schemas.microsoft.com/office/drawing/2014/main" val="3707756684"/>
                    </a:ext>
                  </a:extLst>
                </a:gridCol>
                <a:gridCol w="1170130">
                  <a:extLst>
                    <a:ext uri="{9D8B030D-6E8A-4147-A177-3AD203B41FA5}">
                      <a16:colId xmlns:a16="http://schemas.microsoft.com/office/drawing/2014/main" val="3868060640"/>
                    </a:ext>
                  </a:extLst>
                </a:gridCol>
                <a:gridCol w="1170130">
                  <a:extLst>
                    <a:ext uri="{9D8B030D-6E8A-4147-A177-3AD203B41FA5}">
                      <a16:colId xmlns:a16="http://schemas.microsoft.com/office/drawing/2014/main" val="3506994849"/>
                    </a:ext>
                  </a:extLst>
                </a:gridCol>
                <a:gridCol w="1170130">
                  <a:extLst>
                    <a:ext uri="{9D8B030D-6E8A-4147-A177-3AD203B41FA5}">
                      <a16:colId xmlns:a16="http://schemas.microsoft.com/office/drawing/2014/main" val="2408570316"/>
                    </a:ext>
                  </a:extLst>
                </a:gridCol>
              </a:tblGrid>
              <a:tr h="370840">
                <a:tc>
                  <a:txBody>
                    <a:bodyPr/>
                    <a:lstStyle/>
                    <a:p>
                      <a:pPr algn="ctr"/>
                      <a:r>
                        <a:rPr lang="en-US" altLang="zh-CN" dirty="0"/>
                        <a:t>PNO</a:t>
                      </a:r>
                      <a:endParaRPr lang="zh-CN"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a:t>PNAME</a:t>
                      </a:r>
                      <a:endParaRPr lang="zh-CN"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a:t>COLOR</a:t>
                      </a:r>
                      <a:endParaRPr lang="zh-CN"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a:t>WEIGHT</a:t>
                      </a:r>
                      <a:endParaRPr lang="zh-CN" altLang="en-US" dirty="0"/>
                    </a:p>
                  </a:txBody>
                  <a:tcPr/>
                </a:tc>
                <a:extLst>
                  <a:ext uri="{0D108BD9-81ED-4DB2-BD59-A6C34878D82A}">
                    <a16:rowId xmlns:a16="http://schemas.microsoft.com/office/drawing/2014/main" val="1761369256"/>
                  </a:ext>
                </a:extLst>
              </a:tr>
              <a:tr h="370840">
                <a:tc>
                  <a:txBody>
                    <a:bodyPr/>
                    <a:lstStyle/>
                    <a:p>
                      <a:pPr algn="ctr"/>
                      <a:r>
                        <a:rPr lang="en-US" altLang="zh-CN" dirty="0"/>
                        <a:t>P1</a:t>
                      </a:r>
                    </a:p>
                  </a:txBody>
                  <a:tcPr/>
                </a:tc>
                <a:tc>
                  <a:txBody>
                    <a:bodyPr/>
                    <a:lstStyle/>
                    <a:p>
                      <a:pPr algn="ctr"/>
                      <a:r>
                        <a:rPr lang="en-US" altLang="zh-CN" dirty="0"/>
                        <a:t>SCREW</a:t>
                      </a:r>
                      <a:endParaRPr lang="zh-CN" altLang="en-US" dirty="0"/>
                    </a:p>
                  </a:txBody>
                  <a:tcPr/>
                </a:tc>
                <a:tc>
                  <a:txBody>
                    <a:bodyPr/>
                    <a:lstStyle/>
                    <a:p>
                      <a:pPr algn="ctr"/>
                      <a:r>
                        <a:rPr lang="en-US" altLang="zh-CN" dirty="0"/>
                        <a:t>BLUE</a:t>
                      </a:r>
                      <a:endParaRPr lang="zh-CN" altLang="en-US" dirty="0"/>
                    </a:p>
                  </a:txBody>
                  <a:tcPr/>
                </a:tc>
                <a:tc>
                  <a:txBody>
                    <a:bodyPr/>
                    <a:lstStyle/>
                    <a:p>
                      <a:pPr algn="ctr"/>
                      <a:r>
                        <a:rPr lang="en-US" altLang="zh-CN" dirty="0"/>
                        <a:t>14</a:t>
                      </a:r>
                      <a:endParaRPr lang="zh-CN" altLang="en-US" dirty="0"/>
                    </a:p>
                  </a:txBody>
                  <a:tcPr/>
                </a:tc>
                <a:extLst>
                  <a:ext uri="{0D108BD9-81ED-4DB2-BD59-A6C34878D82A}">
                    <a16:rowId xmlns:a16="http://schemas.microsoft.com/office/drawing/2014/main" val="1736686774"/>
                  </a:ext>
                </a:extLst>
              </a:tr>
              <a:tr h="370840">
                <a:tc>
                  <a:txBody>
                    <a:bodyPr/>
                    <a:lstStyle/>
                    <a:p>
                      <a:pPr algn="ctr"/>
                      <a:r>
                        <a:rPr lang="en-US" altLang="zh-CN" dirty="0"/>
                        <a:t>P2</a:t>
                      </a:r>
                      <a:endParaRPr lang="zh-CN" altLang="en-US" dirty="0"/>
                    </a:p>
                  </a:txBody>
                  <a:tcPr/>
                </a:tc>
                <a:tc>
                  <a:txBody>
                    <a:bodyPr/>
                    <a:lstStyle/>
                    <a:p>
                      <a:pPr algn="ctr"/>
                      <a:r>
                        <a:rPr lang="en-US" altLang="zh-CN" dirty="0"/>
                        <a:t>BOLT</a:t>
                      </a:r>
                      <a:endParaRPr lang="zh-CN" altLang="en-US" dirty="0"/>
                    </a:p>
                  </a:txBody>
                  <a:tcPr/>
                </a:tc>
                <a:tc>
                  <a:txBody>
                    <a:bodyPr/>
                    <a:lstStyle/>
                    <a:p>
                      <a:pPr algn="ctr"/>
                      <a:r>
                        <a:rPr lang="en-US" altLang="zh-CN" dirty="0"/>
                        <a:t>GREEN</a:t>
                      </a:r>
                      <a:endParaRPr lang="zh-CN" altLang="en-US" dirty="0"/>
                    </a:p>
                  </a:txBody>
                  <a:tcPr/>
                </a:tc>
                <a:tc>
                  <a:txBody>
                    <a:bodyPr/>
                    <a:lstStyle/>
                    <a:p>
                      <a:pPr algn="ctr"/>
                      <a:r>
                        <a:rPr lang="en-US" altLang="zh-CN" dirty="0"/>
                        <a:t>17</a:t>
                      </a:r>
                      <a:endParaRPr lang="zh-CN" altLang="en-US" dirty="0"/>
                    </a:p>
                  </a:txBody>
                  <a:tcPr/>
                </a:tc>
                <a:extLst>
                  <a:ext uri="{0D108BD9-81ED-4DB2-BD59-A6C34878D82A}">
                    <a16:rowId xmlns:a16="http://schemas.microsoft.com/office/drawing/2014/main" val="2039044385"/>
                  </a:ext>
                </a:extLst>
              </a:tr>
              <a:tr h="370840">
                <a:tc>
                  <a:txBody>
                    <a:bodyPr/>
                    <a:lstStyle/>
                    <a:p>
                      <a:pPr algn="ctr"/>
                      <a:r>
                        <a:rPr lang="en-US" altLang="zh-CN" dirty="0"/>
                        <a:t>P3</a:t>
                      </a:r>
                      <a:endParaRPr lang="zh-CN" altLang="en-US" dirty="0"/>
                    </a:p>
                  </a:txBody>
                  <a:tcPr/>
                </a:tc>
                <a:tc>
                  <a:txBody>
                    <a:bodyPr/>
                    <a:lstStyle/>
                    <a:p>
                      <a:pPr algn="ctr"/>
                      <a:r>
                        <a:rPr lang="en-US" altLang="zh-CN" dirty="0"/>
                        <a:t>NUT</a:t>
                      </a:r>
                      <a:endParaRPr lang="zh-CN" altLang="en-US" dirty="0"/>
                    </a:p>
                  </a:txBody>
                  <a:tcPr/>
                </a:tc>
                <a:tc>
                  <a:txBody>
                    <a:bodyPr/>
                    <a:lstStyle/>
                    <a:p>
                      <a:pPr algn="ctr"/>
                      <a:r>
                        <a:rPr lang="en-US" altLang="zh-CN" dirty="0"/>
                        <a:t>RED</a:t>
                      </a:r>
                      <a:endParaRPr lang="zh-CN" altLang="en-US" dirty="0"/>
                    </a:p>
                  </a:txBody>
                  <a:tcPr/>
                </a:tc>
                <a:tc>
                  <a:txBody>
                    <a:bodyPr/>
                    <a:lstStyle/>
                    <a:p>
                      <a:pPr algn="ctr"/>
                      <a:r>
                        <a:rPr lang="en-US" altLang="zh-CN" dirty="0"/>
                        <a:t>12</a:t>
                      </a:r>
                      <a:endParaRPr lang="zh-CN" altLang="en-US" dirty="0"/>
                    </a:p>
                  </a:txBody>
                  <a:tcPr/>
                </a:tc>
                <a:extLst>
                  <a:ext uri="{0D108BD9-81ED-4DB2-BD59-A6C34878D82A}">
                    <a16:rowId xmlns:a16="http://schemas.microsoft.com/office/drawing/2014/main" val="522348732"/>
                  </a:ext>
                </a:extLst>
              </a:tr>
              <a:tr h="370840">
                <a:tc>
                  <a:txBody>
                    <a:bodyPr/>
                    <a:lstStyle/>
                    <a:p>
                      <a:pPr algn="ctr"/>
                      <a:r>
                        <a:rPr lang="en-US" altLang="zh-CN" dirty="0"/>
                        <a:t>P4</a:t>
                      </a:r>
                      <a:endParaRPr lang="zh-CN" altLang="en-US" dirty="0"/>
                    </a:p>
                  </a:txBody>
                  <a:tcPr/>
                </a:tc>
                <a:tc>
                  <a:txBody>
                    <a:bodyPr/>
                    <a:lstStyle/>
                    <a:p>
                      <a:pPr algn="ctr"/>
                      <a:r>
                        <a:rPr lang="en-US" altLang="zh-CN" dirty="0"/>
                        <a:t>SCREW</a:t>
                      </a:r>
                      <a:endParaRPr lang="zh-CN" altLang="en-US" dirty="0"/>
                    </a:p>
                  </a:txBody>
                  <a:tcPr/>
                </a:tc>
                <a:tc>
                  <a:txBody>
                    <a:bodyPr/>
                    <a:lstStyle/>
                    <a:p>
                      <a:pPr algn="ctr"/>
                      <a:r>
                        <a:rPr lang="en-US" altLang="zh-CN" dirty="0"/>
                        <a:t>RED</a:t>
                      </a:r>
                      <a:endParaRPr lang="zh-CN" altLang="en-US" dirty="0"/>
                    </a:p>
                  </a:txBody>
                  <a:tcPr/>
                </a:tc>
                <a:tc>
                  <a:txBody>
                    <a:bodyPr/>
                    <a:lstStyle/>
                    <a:p>
                      <a:pPr algn="ctr"/>
                      <a:r>
                        <a:rPr lang="en-US" altLang="zh-CN" dirty="0"/>
                        <a:t>19</a:t>
                      </a:r>
                      <a:endParaRPr lang="zh-CN" altLang="en-US" dirty="0"/>
                    </a:p>
                  </a:txBody>
                  <a:tcPr/>
                </a:tc>
                <a:extLst>
                  <a:ext uri="{0D108BD9-81ED-4DB2-BD59-A6C34878D82A}">
                    <a16:rowId xmlns:a16="http://schemas.microsoft.com/office/drawing/2014/main" val="570184195"/>
                  </a:ext>
                </a:extLst>
              </a:tr>
            </a:tbl>
          </a:graphicData>
        </a:graphic>
      </p:graphicFrame>
      <p:graphicFrame>
        <p:nvGraphicFramePr>
          <p:cNvPr id="6" name="表格 5">
            <a:extLst>
              <a:ext uri="{FF2B5EF4-FFF2-40B4-BE49-F238E27FC236}">
                <a16:creationId xmlns:a16="http://schemas.microsoft.com/office/drawing/2014/main" id="{1F0E23BC-4D15-B643-9B63-FB3FB5935840}"/>
              </a:ext>
            </a:extLst>
          </p:cNvPr>
          <p:cNvGraphicFramePr>
            <a:graphicFrameLocks noGrp="1"/>
          </p:cNvGraphicFramePr>
          <p:nvPr>
            <p:extLst>
              <p:ext uri="{D42A27DB-BD31-4B8C-83A1-F6EECF244321}">
                <p14:modId xmlns:p14="http://schemas.microsoft.com/office/powerpoint/2010/main" val="1619049528"/>
              </p:ext>
            </p:extLst>
          </p:nvPr>
        </p:nvGraphicFramePr>
        <p:xfrm>
          <a:off x="341730" y="4075470"/>
          <a:ext cx="3510390" cy="1483360"/>
        </p:xfrm>
        <a:graphic>
          <a:graphicData uri="http://schemas.openxmlformats.org/drawingml/2006/table">
            <a:tbl>
              <a:tblPr firstRow="1" bandRow="1">
                <a:tableStyleId>{21E4AEA4-8DFA-4A89-87EB-49C32662AFE0}</a:tableStyleId>
              </a:tblPr>
              <a:tblGrid>
                <a:gridCol w="1170130">
                  <a:extLst>
                    <a:ext uri="{9D8B030D-6E8A-4147-A177-3AD203B41FA5}">
                      <a16:colId xmlns:a16="http://schemas.microsoft.com/office/drawing/2014/main" val="3707756684"/>
                    </a:ext>
                  </a:extLst>
                </a:gridCol>
                <a:gridCol w="1170130">
                  <a:extLst>
                    <a:ext uri="{9D8B030D-6E8A-4147-A177-3AD203B41FA5}">
                      <a16:colId xmlns:a16="http://schemas.microsoft.com/office/drawing/2014/main" val="3868060640"/>
                    </a:ext>
                  </a:extLst>
                </a:gridCol>
                <a:gridCol w="1170130">
                  <a:extLst>
                    <a:ext uri="{9D8B030D-6E8A-4147-A177-3AD203B41FA5}">
                      <a16:colId xmlns:a16="http://schemas.microsoft.com/office/drawing/2014/main" val="3506994849"/>
                    </a:ext>
                  </a:extLst>
                </a:gridCol>
              </a:tblGrid>
              <a:tr h="370840">
                <a:tc>
                  <a:txBody>
                    <a:bodyPr/>
                    <a:lstStyle/>
                    <a:p>
                      <a:pPr algn="ctr"/>
                      <a:r>
                        <a:rPr lang="en-US" altLang="zh-CN" dirty="0"/>
                        <a:t>JNO</a:t>
                      </a:r>
                      <a:endParaRPr lang="zh-CN"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a:t>JNAME</a:t>
                      </a:r>
                      <a:endParaRPr lang="zh-CN"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a:t>DATE</a:t>
                      </a:r>
                      <a:endParaRPr lang="zh-CN" altLang="en-US" dirty="0"/>
                    </a:p>
                  </a:txBody>
                  <a:tcPr/>
                </a:tc>
                <a:extLst>
                  <a:ext uri="{0D108BD9-81ED-4DB2-BD59-A6C34878D82A}">
                    <a16:rowId xmlns:a16="http://schemas.microsoft.com/office/drawing/2014/main" val="1761369256"/>
                  </a:ext>
                </a:extLst>
              </a:tr>
              <a:tr h="370840">
                <a:tc>
                  <a:txBody>
                    <a:bodyPr/>
                    <a:lstStyle/>
                    <a:p>
                      <a:pPr algn="ctr"/>
                      <a:r>
                        <a:rPr lang="en-US" altLang="zh-CN" dirty="0"/>
                        <a:t>J1</a:t>
                      </a:r>
                    </a:p>
                  </a:txBody>
                  <a:tcPr/>
                </a:tc>
                <a:tc>
                  <a:txBody>
                    <a:bodyPr/>
                    <a:lstStyle/>
                    <a:p>
                      <a:pPr algn="ctr"/>
                      <a:r>
                        <a:rPr lang="en-US" altLang="zh-CN" dirty="0"/>
                        <a:t>JA</a:t>
                      </a:r>
                    </a:p>
                  </a:txBody>
                  <a:tcPr/>
                </a:tc>
                <a:tc>
                  <a:txBody>
                    <a:bodyPr/>
                    <a:lstStyle/>
                    <a:p>
                      <a:pPr algn="ctr"/>
                      <a:r>
                        <a:rPr lang="en-US" altLang="zh-CN" dirty="0"/>
                        <a:t>89.1</a:t>
                      </a:r>
                      <a:endParaRPr lang="zh-CN" altLang="en-US" dirty="0"/>
                    </a:p>
                  </a:txBody>
                  <a:tcPr/>
                </a:tc>
                <a:extLst>
                  <a:ext uri="{0D108BD9-81ED-4DB2-BD59-A6C34878D82A}">
                    <a16:rowId xmlns:a16="http://schemas.microsoft.com/office/drawing/2014/main" val="1736686774"/>
                  </a:ext>
                </a:extLst>
              </a:tr>
              <a:tr h="370840">
                <a:tc>
                  <a:txBody>
                    <a:bodyPr/>
                    <a:lstStyle/>
                    <a:p>
                      <a:pPr algn="ctr"/>
                      <a:r>
                        <a:rPr lang="en-US" altLang="zh-CN" dirty="0"/>
                        <a:t>J2</a:t>
                      </a:r>
                      <a:endParaRPr lang="zh-CN" altLang="en-US" dirty="0"/>
                    </a:p>
                  </a:txBody>
                  <a:tcPr/>
                </a:tc>
                <a:tc>
                  <a:txBody>
                    <a:bodyPr/>
                    <a:lstStyle/>
                    <a:p>
                      <a:pPr algn="ctr"/>
                      <a:r>
                        <a:rPr lang="en-US" altLang="zh-CN" dirty="0"/>
                        <a:t>JB</a:t>
                      </a:r>
                      <a:endParaRPr lang="zh-CN" altLang="en-US" dirty="0"/>
                    </a:p>
                  </a:txBody>
                  <a:tcPr/>
                </a:tc>
                <a:tc>
                  <a:txBody>
                    <a:bodyPr/>
                    <a:lstStyle/>
                    <a:p>
                      <a:pPr algn="ctr"/>
                      <a:r>
                        <a:rPr lang="en-US" altLang="zh-CN" dirty="0"/>
                        <a:t>90.5</a:t>
                      </a:r>
                      <a:endParaRPr lang="zh-CN" altLang="en-US" dirty="0"/>
                    </a:p>
                  </a:txBody>
                  <a:tcPr/>
                </a:tc>
                <a:extLst>
                  <a:ext uri="{0D108BD9-81ED-4DB2-BD59-A6C34878D82A}">
                    <a16:rowId xmlns:a16="http://schemas.microsoft.com/office/drawing/2014/main" val="2039044385"/>
                  </a:ext>
                </a:extLst>
              </a:tr>
              <a:tr h="370840">
                <a:tc>
                  <a:txBody>
                    <a:bodyPr/>
                    <a:lstStyle/>
                    <a:p>
                      <a:pPr algn="ctr"/>
                      <a:r>
                        <a:rPr lang="en-US" altLang="zh-CN" dirty="0"/>
                        <a:t>J3</a:t>
                      </a:r>
                      <a:endParaRPr lang="zh-CN" altLang="en-US" dirty="0"/>
                    </a:p>
                  </a:txBody>
                  <a:tcPr/>
                </a:tc>
                <a:tc>
                  <a:txBody>
                    <a:bodyPr/>
                    <a:lstStyle/>
                    <a:p>
                      <a:pPr algn="ctr"/>
                      <a:r>
                        <a:rPr lang="en-US" altLang="zh-CN" dirty="0"/>
                        <a:t>JC</a:t>
                      </a:r>
                      <a:endParaRPr lang="zh-CN" altLang="en-US" dirty="0"/>
                    </a:p>
                  </a:txBody>
                  <a:tcPr/>
                </a:tc>
                <a:tc>
                  <a:txBody>
                    <a:bodyPr/>
                    <a:lstStyle/>
                    <a:p>
                      <a:pPr algn="ctr"/>
                      <a:r>
                        <a:rPr lang="en-US" altLang="zh-CN" dirty="0"/>
                        <a:t>91.3</a:t>
                      </a:r>
                      <a:endParaRPr lang="zh-CN" altLang="en-US" dirty="0"/>
                    </a:p>
                  </a:txBody>
                  <a:tcPr/>
                </a:tc>
                <a:extLst>
                  <a:ext uri="{0D108BD9-81ED-4DB2-BD59-A6C34878D82A}">
                    <a16:rowId xmlns:a16="http://schemas.microsoft.com/office/drawing/2014/main" val="522348732"/>
                  </a:ext>
                </a:extLst>
              </a:tr>
            </a:tbl>
          </a:graphicData>
        </a:graphic>
      </p:graphicFrame>
      <p:graphicFrame>
        <p:nvGraphicFramePr>
          <p:cNvPr id="7" name="表格 6">
            <a:extLst>
              <a:ext uri="{FF2B5EF4-FFF2-40B4-BE49-F238E27FC236}">
                <a16:creationId xmlns:a16="http://schemas.microsoft.com/office/drawing/2014/main" id="{43241732-3580-144A-AC2F-AF39D980BA25}"/>
              </a:ext>
            </a:extLst>
          </p:cNvPr>
          <p:cNvGraphicFramePr>
            <a:graphicFrameLocks noGrp="1"/>
          </p:cNvGraphicFramePr>
          <p:nvPr>
            <p:extLst>
              <p:ext uri="{D42A27DB-BD31-4B8C-83A1-F6EECF244321}">
                <p14:modId xmlns:p14="http://schemas.microsoft.com/office/powerpoint/2010/main" val="485494151"/>
              </p:ext>
            </p:extLst>
          </p:nvPr>
        </p:nvGraphicFramePr>
        <p:xfrm>
          <a:off x="341730" y="5736742"/>
          <a:ext cx="3862872" cy="1112520"/>
        </p:xfrm>
        <a:graphic>
          <a:graphicData uri="http://schemas.openxmlformats.org/drawingml/2006/table">
            <a:tbl>
              <a:tblPr firstRow="1" bandRow="1">
                <a:tableStyleId>{21E4AEA4-8DFA-4A89-87EB-49C32662AFE0}</a:tableStyleId>
              </a:tblPr>
              <a:tblGrid>
                <a:gridCol w="1287624">
                  <a:extLst>
                    <a:ext uri="{9D8B030D-6E8A-4147-A177-3AD203B41FA5}">
                      <a16:colId xmlns:a16="http://schemas.microsoft.com/office/drawing/2014/main" val="3707756684"/>
                    </a:ext>
                  </a:extLst>
                </a:gridCol>
                <a:gridCol w="1063080">
                  <a:extLst>
                    <a:ext uri="{9D8B030D-6E8A-4147-A177-3AD203B41FA5}">
                      <a16:colId xmlns:a16="http://schemas.microsoft.com/office/drawing/2014/main" val="3868060640"/>
                    </a:ext>
                  </a:extLst>
                </a:gridCol>
                <a:gridCol w="1512168">
                  <a:extLst>
                    <a:ext uri="{9D8B030D-6E8A-4147-A177-3AD203B41FA5}">
                      <a16:colId xmlns:a16="http://schemas.microsoft.com/office/drawing/2014/main" val="3506994849"/>
                    </a:ext>
                  </a:extLst>
                </a:gridCol>
              </a:tblGrid>
              <a:tr h="370840">
                <a:tc>
                  <a:txBody>
                    <a:bodyPr/>
                    <a:lstStyle/>
                    <a:p>
                      <a:pPr algn="ctr"/>
                      <a:r>
                        <a:rPr lang="en-US" altLang="zh-CN" dirty="0"/>
                        <a:t>SNO</a:t>
                      </a:r>
                      <a:endParaRPr lang="zh-CN"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a:t>SNAME</a:t>
                      </a:r>
                      <a:endParaRPr lang="zh-CN"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a:t>SADDR</a:t>
                      </a:r>
                      <a:endParaRPr lang="zh-CN" altLang="en-US" dirty="0"/>
                    </a:p>
                  </a:txBody>
                  <a:tcPr/>
                </a:tc>
                <a:extLst>
                  <a:ext uri="{0D108BD9-81ED-4DB2-BD59-A6C34878D82A}">
                    <a16:rowId xmlns:a16="http://schemas.microsoft.com/office/drawing/2014/main" val="1761369256"/>
                  </a:ext>
                </a:extLst>
              </a:tr>
              <a:tr h="370840">
                <a:tc>
                  <a:txBody>
                    <a:bodyPr/>
                    <a:lstStyle/>
                    <a:p>
                      <a:pPr algn="ctr"/>
                      <a:r>
                        <a:rPr lang="en-US" altLang="zh-CN" dirty="0"/>
                        <a:t>S1</a:t>
                      </a:r>
                    </a:p>
                  </a:txBody>
                  <a:tcPr/>
                </a:tc>
                <a:tc>
                  <a:txBody>
                    <a:bodyPr/>
                    <a:lstStyle/>
                    <a:p>
                      <a:pPr algn="ctr"/>
                      <a:r>
                        <a:rPr lang="en-US" altLang="zh-CN" dirty="0"/>
                        <a:t>PICC</a:t>
                      </a:r>
                    </a:p>
                  </a:txBody>
                  <a:tcPr/>
                </a:tc>
                <a:tc>
                  <a:txBody>
                    <a:bodyPr/>
                    <a:lstStyle/>
                    <a:p>
                      <a:pPr algn="ctr"/>
                      <a:r>
                        <a:rPr lang="en-US" altLang="zh-CN" dirty="0"/>
                        <a:t>SHANGHAI</a:t>
                      </a:r>
                    </a:p>
                  </a:txBody>
                  <a:tcPr/>
                </a:tc>
                <a:extLst>
                  <a:ext uri="{0D108BD9-81ED-4DB2-BD59-A6C34878D82A}">
                    <a16:rowId xmlns:a16="http://schemas.microsoft.com/office/drawing/2014/main" val="1736686774"/>
                  </a:ext>
                </a:extLst>
              </a:tr>
              <a:tr h="370840">
                <a:tc>
                  <a:txBody>
                    <a:bodyPr/>
                    <a:lstStyle/>
                    <a:p>
                      <a:pPr algn="ctr"/>
                      <a:r>
                        <a:rPr lang="en-US" altLang="zh-CN" dirty="0"/>
                        <a:t>S2</a:t>
                      </a:r>
                      <a:endParaRPr lang="zh-CN" altLang="en-US" dirty="0"/>
                    </a:p>
                  </a:txBody>
                  <a:tcPr/>
                </a:tc>
                <a:tc>
                  <a:txBody>
                    <a:bodyPr/>
                    <a:lstStyle/>
                    <a:p>
                      <a:pPr algn="ctr"/>
                      <a:r>
                        <a:rPr lang="en-US" altLang="zh-CN" dirty="0"/>
                        <a:t>FADC</a:t>
                      </a:r>
                      <a:endParaRPr lang="zh-CN" altLang="en-US" dirty="0"/>
                    </a:p>
                  </a:txBody>
                  <a:tcPr/>
                </a:tc>
                <a:tc>
                  <a:txBody>
                    <a:bodyPr/>
                    <a:lstStyle/>
                    <a:p>
                      <a:pPr algn="ctr"/>
                      <a:r>
                        <a:rPr lang="en-US" altLang="zh-CN" dirty="0"/>
                        <a:t>BEIJING</a:t>
                      </a:r>
                      <a:endParaRPr lang="zh-CN" altLang="en-US" dirty="0"/>
                    </a:p>
                  </a:txBody>
                  <a:tcPr/>
                </a:tc>
                <a:extLst>
                  <a:ext uri="{0D108BD9-81ED-4DB2-BD59-A6C34878D82A}">
                    <a16:rowId xmlns:a16="http://schemas.microsoft.com/office/drawing/2014/main" val="2039044385"/>
                  </a:ext>
                </a:extLst>
              </a:tr>
            </a:tbl>
          </a:graphicData>
        </a:graphic>
      </p:graphicFrame>
      <p:graphicFrame>
        <p:nvGraphicFramePr>
          <p:cNvPr id="11" name="表格 10">
            <a:extLst>
              <a:ext uri="{FF2B5EF4-FFF2-40B4-BE49-F238E27FC236}">
                <a16:creationId xmlns:a16="http://schemas.microsoft.com/office/drawing/2014/main" id="{B4E77295-42B4-AD48-BFC3-E0446086427C}"/>
              </a:ext>
            </a:extLst>
          </p:cNvPr>
          <p:cNvGraphicFramePr>
            <a:graphicFrameLocks noGrp="1"/>
          </p:cNvGraphicFramePr>
          <p:nvPr>
            <p:extLst>
              <p:ext uri="{D42A27DB-BD31-4B8C-83A1-F6EECF244321}">
                <p14:modId xmlns:p14="http://schemas.microsoft.com/office/powerpoint/2010/main" val="525863549"/>
              </p:ext>
            </p:extLst>
          </p:nvPr>
        </p:nvGraphicFramePr>
        <p:xfrm>
          <a:off x="5291880" y="1844824"/>
          <a:ext cx="3510390" cy="2595880"/>
        </p:xfrm>
        <a:graphic>
          <a:graphicData uri="http://schemas.openxmlformats.org/drawingml/2006/table">
            <a:tbl>
              <a:tblPr firstRow="1" bandRow="1">
                <a:tableStyleId>{21E4AEA4-8DFA-4A89-87EB-49C32662AFE0}</a:tableStyleId>
              </a:tblPr>
              <a:tblGrid>
                <a:gridCol w="1170130">
                  <a:extLst>
                    <a:ext uri="{9D8B030D-6E8A-4147-A177-3AD203B41FA5}">
                      <a16:colId xmlns:a16="http://schemas.microsoft.com/office/drawing/2014/main" val="3707756684"/>
                    </a:ext>
                  </a:extLst>
                </a:gridCol>
                <a:gridCol w="1170130">
                  <a:extLst>
                    <a:ext uri="{9D8B030D-6E8A-4147-A177-3AD203B41FA5}">
                      <a16:colId xmlns:a16="http://schemas.microsoft.com/office/drawing/2014/main" val="3868060640"/>
                    </a:ext>
                  </a:extLst>
                </a:gridCol>
                <a:gridCol w="1170130">
                  <a:extLst>
                    <a:ext uri="{9D8B030D-6E8A-4147-A177-3AD203B41FA5}">
                      <a16:colId xmlns:a16="http://schemas.microsoft.com/office/drawing/2014/main" val="3506994849"/>
                    </a:ext>
                  </a:extLst>
                </a:gridCol>
              </a:tblGrid>
              <a:tr h="370840">
                <a:tc>
                  <a:txBody>
                    <a:bodyPr/>
                    <a:lstStyle/>
                    <a:p>
                      <a:pPr algn="ctr"/>
                      <a:r>
                        <a:rPr lang="en-US" altLang="zh-CN" dirty="0"/>
                        <a:t>JNO</a:t>
                      </a:r>
                      <a:endParaRPr lang="zh-CN"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a:t>PNO</a:t>
                      </a:r>
                      <a:endParaRPr lang="zh-CN"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a:t>TOTAL</a:t>
                      </a:r>
                      <a:endParaRPr lang="zh-CN" altLang="en-US" dirty="0"/>
                    </a:p>
                  </a:txBody>
                  <a:tcPr/>
                </a:tc>
                <a:extLst>
                  <a:ext uri="{0D108BD9-81ED-4DB2-BD59-A6C34878D82A}">
                    <a16:rowId xmlns:a16="http://schemas.microsoft.com/office/drawing/2014/main" val="1761369256"/>
                  </a:ext>
                </a:extLst>
              </a:tr>
              <a:tr h="370840">
                <a:tc>
                  <a:txBody>
                    <a:bodyPr/>
                    <a:lstStyle/>
                    <a:p>
                      <a:pPr algn="ctr"/>
                      <a:r>
                        <a:rPr lang="en-US" altLang="zh-CN" dirty="0"/>
                        <a:t>J1</a:t>
                      </a:r>
                    </a:p>
                  </a:txBody>
                  <a:tcPr/>
                </a:tc>
                <a:tc>
                  <a:txBody>
                    <a:bodyPr/>
                    <a:lstStyle/>
                    <a:p>
                      <a:pPr algn="ctr"/>
                      <a:r>
                        <a:rPr lang="en-US" altLang="zh-CN" dirty="0"/>
                        <a:t>P1</a:t>
                      </a:r>
                    </a:p>
                  </a:txBody>
                  <a:tcPr/>
                </a:tc>
                <a:tc>
                  <a:txBody>
                    <a:bodyPr/>
                    <a:lstStyle/>
                    <a:p>
                      <a:pPr algn="ctr"/>
                      <a:r>
                        <a:rPr lang="en-US" altLang="zh-CN" dirty="0"/>
                        <a:t>50</a:t>
                      </a:r>
                      <a:endParaRPr lang="zh-CN" altLang="en-US" dirty="0"/>
                    </a:p>
                  </a:txBody>
                  <a:tcPr/>
                </a:tc>
                <a:extLst>
                  <a:ext uri="{0D108BD9-81ED-4DB2-BD59-A6C34878D82A}">
                    <a16:rowId xmlns:a16="http://schemas.microsoft.com/office/drawing/2014/main" val="1736686774"/>
                  </a:ext>
                </a:extLst>
              </a:tr>
              <a:tr h="370840">
                <a:tc>
                  <a:txBody>
                    <a:bodyPr/>
                    <a:lstStyle/>
                    <a:p>
                      <a:pPr algn="ctr"/>
                      <a:r>
                        <a:rPr lang="en-US" altLang="zh-CN" dirty="0"/>
                        <a:t>J2</a:t>
                      </a:r>
                      <a:endParaRPr lang="zh-CN" altLang="en-US" dirty="0"/>
                    </a:p>
                  </a:txBody>
                  <a:tcPr/>
                </a:tc>
                <a:tc>
                  <a:txBody>
                    <a:bodyPr/>
                    <a:lstStyle/>
                    <a:p>
                      <a:pPr algn="ctr"/>
                      <a:r>
                        <a:rPr lang="en-US" altLang="zh-CN" dirty="0"/>
                        <a:t>P2</a:t>
                      </a:r>
                      <a:endParaRPr lang="zh-CN" altLang="en-US" dirty="0"/>
                    </a:p>
                  </a:txBody>
                  <a:tcPr/>
                </a:tc>
                <a:tc>
                  <a:txBody>
                    <a:bodyPr/>
                    <a:lstStyle/>
                    <a:p>
                      <a:pPr algn="ctr"/>
                      <a:r>
                        <a:rPr lang="en-US" altLang="zh-CN" dirty="0"/>
                        <a:t>15</a:t>
                      </a:r>
                      <a:endParaRPr lang="zh-CN" altLang="en-US" dirty="0"/>
                    </a:p>
                  </a:txBody>
                  <a:tcPr/>
                </a:tc>
                <a:extLst>
                  <a:ext uri="{0D108BD9-81ED-4DB2-BD59-A6C34878D82A}">
                    <a16:rowId xmlns:a16="http://schemas.microsoft.com/office/drawing/2014/main" val="2039044385"/>
                  </a:ext>
                </a:extLst>
              </a:tr>
              <a:tr h="370840">
                <a:tc>
                  <a:txBody>
                    <a:bodyPr/>
                    <a:lstStyle/>
                    <a:p>
                      <a:pPr algn="ctr"/>
                      <a:r>
                        <a:rPr lang="en-US" altLang="zh-CN" dirty="0"/>
                        <a:t>J3</a:t>
                      </a:r>
                      <a:endParaRPr lang="zh-CN" altLang="en-US" dirty="0"/>
                    </a:p>
                  </a:txBody>
                  <a:tcPr/>
                </a:tc>
                <a:tc>
                  <a:txBody>
                    <a:bodyPr/>
                    <a:lstStyle/>
                    <a:p>
                      <a:pPr algn="ctr"/>
                      <a:r>
                        <a:rPr lang="en-US" altLang="zh-CN" dirty="0"/>
                        <a:t>P3</a:t>
                      </a:r>
                      <a:endParaRPr lang="zh-CN" altLang="en-US" dirty="0"/>
                    </a:p>
                  </a:txBody>
                  <a:tcPr/>
                </a:tc>
                <a:tc>
                  <a:txBody>
                    <a:bodyPr/>
                    <a:lstStyle/>
                    <a:p>
                      <a:pPr algn="ctr"/>
                      <a:r>
                        <a:rPr lang="en-US" altLang="zh-CN" dirty="0"/>
                        <a:t>6</a:t>
                      </a:r>
                      <a:endParaRPr lang="zh-CN" altLang="en-US" dirty="0"/>
                    </a:p>
                  </a:txBody>
                  <a:tcPr/>
                </a:tc>
                <a:extLst>
                  <a:ext uri="{0D108BD9-81ED-4DB2-BD59-A6C34878D82A}">
                    <a16:rowId xmlns:a16="http://schemas.microsoft.com/office/drawing/2014/main" val="522348732"/>
                  </a:ext>
                </a:extLst>
              </a:tr>
              <a:tr h="370840">
                <a:tc>
                  <a:txBody>
                    <a:bodyPr/>
                    <a:lstStyle/>
                    <a:p>
                      <a:pPr algn="ctr"/>
                      <a:r>
                        <a:rPr lang="en-US" altLang="zh-CN" dirty="0"/>
                        <a:t>J1</a:t>
                      </a:r>
                    </a:p>
                  </a:txBody>
                  <a:tcPr/>
                </a:tc>
                <a:tc>
                  <a:txBody>
                    <a:bodyPr/>
                    <a:lstStyle/>
                    <a:p>
                      <a:pPr algn="ctr"/>
                      <a:r>
                        <a:rPr lang="en-US" altLang="zh-CN" dirty="0"/>
                        <a:t>P2</a:t>
                      </a:r>
                    </a:p>
                  </a:txBody>
                  <a:tcPr/>
                </a:tc>
                <a:tc>
                  <a:txBody>
                    <a:bodyPr/>
                    <a:lstStyle/>
                    <a:p>
                      <a:pPr algn="ctr"/>
                      <a:r>
                        <a:rPr lang="en-US" altLang="zh-CN" dirty="0"/>
                        <a:t>65</a:t>
                      </a:r>
                      <a:endParaRPr lang="zh-CN" altLang="en-US" dirty="0"/>
                    </a:p>
                  </a:txBody>
                  <a:tcPr/>
                </a:tc>
                <a:extLst>
                  <a:ext uri="{0D108BD9-81ED-4DB2-BD59-A6C34878D82A}">
                    <a16:rowId xmlns:a16="http://schemas.microsoft.com/office/drawing/2014/main" val="1824864312"/>
                  </a:ext>
                </a:extLst>
              </a:tr>
              <a:tr h="370840">
                <a:tc>
                  <a:txBody>
                    <a:bodyPr/>
                    <a:lstStyle/>
                    <a:p>
                      <a:pPr algn="ctr"/>
                      <a:r>
                        <a:rPr lang="en-US" altLang="zh-CN" dirty="0"/>
                        <a:t>J2</a:t>
                      </a:r>
                      <a:endParaRPr lang="zh-CN" altLang="en-US" dirty="0"/>
                    </a:p>
                  </a:txBody>
                  <a:tcPr/>
                </a:tc>
                <a:tc>
                  <a:txBody>
                    <a:bodyPr/>
                    <a:lstStyle/>
                    <a:p>
                      <a:pPr algn="ctr"/>
                      <a:r>
                        <a:rPr lang="en-US" altLang="zh-CN" dirty="0"/>
                        <a:t>P3</a:t>
                      </a:r>
                      <a:endParaRPr lang="zh-CN" altLang="en-US" dirty="0"/>
                    </a:p>
                  </a:txBody>
                  <a:tcPr/>
                </a:tc>
                <a:tc>
                  <a:txBody>
                    <a:bodyPr/>
                    <a:lstStyle/>
                    <a:p>
                      <a:pPr algn="ctr"/>
                      <a:r>
                        <a:rPr lang="en-US" altLang="zh-CN" dirty="0"/>
                        <a:t>25</a:t>
                      </a:r>
                      <a:endParaRPr lang="zh-CN" altLang="en-US" dirty="0"/>
                    </a:p>
                  </a:txBody>
                  <a:tcPr/>
                </a:tc>
                <a:extLst>
                  <a:ext uri="{0D108BD9-81ED-4DB2-BD59-A6C34878D82A}">
                    <a16:rowId xmlns:a16="http://schemas.microsoft.com/office/drawing/2014/main" val="340282281"/>
                  </a:ext>
                </a:extLst>
              </a:tr>
              <a:tr h="370840">
                <a:tc>
                  <a:txBody>
                    <a:bodyPr/>
                    <a:lstStyle/>
                    <a:p>
                      <a:pPr algn="ctr"/>
                      <a:r>
                        <a:rPr lang="en-US" altLang="zh-CN" dirty="0"/>
                        <a:t>J1</a:t>
                      </a:r>
                      <a:endParaRPr lang="zh-CN" altLang="en-US" dirty="0"/>
                    </a:p>
                  </a:txBody>
                  <a:tcPr/>
                </a:tc>
                <a:tc>
                  <a:txBody>
                    <a:bodyPr/>
                    <a:lstStyle/>
                    <a:p>
                      <a:pPr algn="ctr"/>
                      <a:r>
                        <a:rPr lang="en-US" altLang="zh-CN" dirty="0"/>
                        <a:t>P3</a:t>
                      </a:r>
                      <a:endParaRPr lang="zh-CN" altLang="en-US" dirty="0"/>
                    </a:p>
                  </a:txBody>
                  <a:tcPr/>
                </a:tc>
                <a:tc>
                  <a:txBody>
                    <a:bodyPr/>
                    <a:lstStyle/>
                    <a:p>
                      <a:pPr algn="ctr"/>
                      <a:r>
                        <a:rPr lang="en-US" altLang="zh-CN" dirty="0"/>
                        <a:t>18</a:t>
                      </a:r>
                      <a:endParaRPr lang="zh-CN" altLang="en-US" dirty="0"/>
                    </a:p>
                  </a:txBody>
                  <a:tcPr/>
                </a:tc>
                <a:extLst>
                  <a:ext uri="{0D108BD9-81ED-4DB2-BD59-A6C34878D82A}">
                    <a16:rowId xmlns:a16="http://schemas.microsoft.com/office/drawing/2014/main" val="1494832232"/>
                  </a:ext>
                </a:extLst>
              </a:tr>
            </a:tbl>
          </a:graphicData>
        </a:graphic>
      </p:graphicFrame>
      <p:graphicFrame>
        <p:nvGraphicFramePr>
          <p:cNvPr id="12" name="表格 11">
            <a:extLst>
              <a:ext uri="{FF2B5EF4-FFF2-40B4-BE49-F238E27FC236}">
                <a16:creationId xmlns:a16="http://schemas.microsoft.com/office/drawing/2014/main" id="{E0B953B9-0128-2741-94A8-506935401F97}"/>
              </a:ext>
            </a:extLst>
          </p:cNvPr>
          <p:cNvGraphicFramePr>
            <a:graphicFrameLocks noGrp="1"/>
          </p:cNvGraphicFramePr>
          <p:nvPr>
            <p:extLst>
              <p:ext uri="{D42A27DB-BD31-4B8C-83A1-F6EECF244321}">
                <p14:modId xmlns:p14="http://schemas.microsoft.com/office/powerpoint/2010/main" val="1616216825"/>
              </p:ext>
            </p:extLst>
          </p:nvPr>
        </p:nvGraphicFramePr>
        <p:xfrm>
          <a:off x="5291880" y="4624222"/>
          <a:ext cx="3510390" cy="2225040"/>
        </p:xfrm>
        <a:graphic>
          <a:graphicData uri="http://schemas.openxmlformats.org/drawingml/2006/table">
            <a:tbl>
              <a:tblPr firstRow="1" bandRow="1">
                <a:tableStyleId>{21E4AEA4-8DFA-4A89-87EB-49C32662AFE0}</a:tableStyleId>
              </a:tblPr>
              <a:tblGrid>
                <a:gridCol w="945488">
                  <a:extLst>
                    <a:ext uri="{9D8B030D-6E8A-4147-A177-3AD203B41FA5}">
                      <a16:colId xmlns:a16="http://schemas.microsoft.com/office/drawing/2014/main" val="3707756684"/>
                    </a:ext>
                  </a:extLst>
                </a:gridCol>
                <a:gridCol w="1008112">
                  <a:extLst>
                    <a:ext uri="{9D8B030D-6E8A-4147-A177-3AD203B41FA5}">
                      <a16:colId xmlns:a16="http://schemas.microsoft.com/office/drawing/2014/main" val="3868060640"/>
                    </a:ext>
                  </a:extLst>
                </a:gridCol>
                <a:gridCol w="1556790">
                  <a:extLst>
                    <a:ext uri="{9D8B030D-6E8A-4147-A177-3AD203B41FA5}">
                      <a16:colId xmlns:a16="http://schemas.microsoft.com/office/drawing/2014/main" val="3506994849"/>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a:t>PNO</a:t>
                      </a:r>
                      <a:endParaRPr lang="zh-CN"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a:t>PNO</a:t>
                      </a:r>
                      <a:endParaRPr lang="zh-CN"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a:t>QUANTITY</a:t>
                      </a:r>
                      <a:endParaRPr lang="zh-CN" altLang="en-US" dirty="0"/>
                    </a:p>
                  </a:txBody>
                  <a:tcPr/>
                </a:tc>
                <a:extLst>
                  <a:ext uri="{0D108BD9-81ED-4DB2-BD59-A6C34878D82A}">
                    <a16:rowId xmlns:a16="http://schemas.microsoft.com/office/drawing/2014/main" val="1761369256"/>
                  </a:ext>
                </a:extLst>
              </a:tr>
              <a:tr h="370840">
                <a:tc>
                  <a:txBody>
                    <a:bodyPr/>
                    <a:lstStyle/>
                    <a:p>
                      <a:pPr algn="ctr"/>
                      <a:r>
                        <a:rPr lang="en-US" altLang="zh-CN" dirty="0"/>
                        <a:t>P1</a:t>
                      </a:r>
                    </a:p>
                  </a:txBody>
                  <a:tcPr/>
                </a:tc>
                <a:tc>
                  <a:txBody>
                    <a:bodyPr/>
                    <a:lstStyle/>
                    <a:p>
                      <a:pPr algn="ctr"/>
                      <a:r>
                        <a:rPr lang="en-US" altLang="zh-CN" dirty="0"/>
                        <a:t>S1</a:t>
                      </a:r>
                    </a:p>
                  </a:txBody>
                  <a:tcPr/>
                </a:tc>
                <a:tc>
                  <a:txBody>
                    <a:bodyPr/>
                    <a:lstStyle/>
                    <a:p>
                      <a:pPr algn="ctr"/>
                      <a:r>
                        <a:rPr lang="en-US" altLang="zh-CN" dirty="0"/>
                        <a:t>100</a:t>
                      </a:r>
                      <a:endParaRPr lang="zh-CN" altLang="en-US" dirty="0"/>
                    </a:p>
                  </a:txBody>
                  <a:tcPr/>
                </a:tc>
                <a:extLst>
                  <a:ext uri="{0D108BD9-81ED-4DB2-BD59-A6C34878D82A}">
                    <a16:rowId xmlns:a16="http://schemas.microsoft.com/office/drawing/2014/main" val="1736686774"/>
                  </a:ext>
                </a:extLst>
              </a:tr>
              <a:tr h="370840">
                <a:tc>
                  <a:txBody>
                    <a:bodyPr/>
                    <a:lstStyle/>
                    <a:p>
                      <a:pPr algn="ctr"/>
                      <a:r>
                        <a:rPr lang="en-US" altLang="zh-CN" dirty="0"/>
                        <a:t>P2</a:t>
                      </a:r>
                      <a:endParaRPr lang="zh-CN" altLang="en-US" dirty="0"/>
                    </a:p>
                  </a:txBody>
                  <a:tcPr/>
                </a:tc>
                <a:tc>
                  <a:txBody>
                    <a:bodyPr/>
                    <a:lstStyle/>
                    <a:p>
                      <a:pPr algn="ctr"/>
                      <a:r>
                        <a:rPr lang="en-US" altLang="zh-CN" dirty="0"/>
                        <a:t>S2</a:t>
                      </a:r>
                      <a:endParaRPr lang="zh-CN" altLang="en-US" dirty="0"/>
                    </a:p>
                  </a:txBody>
                  <a:tcPr/>
                </a:tc>
                <a:tc>
                  <a:txBody>
                    <a:bodyPr/>
                    <a:lstStyle/>
                    <a:p>
                      <a:pPr algn="ctr"/>
                      <a:r>
                        <a:rPr lang="en-US" altLang="zh-CN" dirty="0"/>
                        <a:t>200</a:t>
                      </a:r>
                      <a:endParaRPr lang="zh-CN" altLang="en-US" dirty="0"/>
                    </a:p>
                  </a:txBody>
                  <a:tcPr/>
                </a:tc>
                <a:extLst>
                  <a:ext uri="{0D108BD9-81ED-4DB2-BD59-A6C34878D82A}">
                    <a16:rowId xmlns:a16="http://schemas.microsoft.com/office/drawing/2014/main" val="2039044385"/>
                  </a:ext>
                </a:extLst>
              </a:tr>
              <a:tr h="370840">
                <a:tc>
                  <a:txBody>
                    <a:bodyPr/>
                    <a:lstStyle/>
                    <a:p>
                      <a:pPr algn="ctr"/>
                      <a:r>
                        <a:rPr lang="en-US" altLang="zh-CN" dirty="0"/>
                        <a:t>P2</a:t>
                      </a:r>
                    </a:p>
                  </a:txBody>
                  <a:tcPr/>
                </a:tc>
                <a:tc>
                  <a:txBody>
                    <a:bodyPr/>
                    <a:lstStyle/>
                    <a:p>
                      <a:pPr algn="ctr"/>
                      <a:r>
                        <a:rPr lang="en-US" altLang="zh-CN" dirty="0"/>
                        <a:t>S1</a:t>
                      </a:r>
                    </a:p>
                  </a:txBody>
                  <a:tcPr/>
                </a:tc>
                <a:tc>
                  <a:txBody>
                    <a:bodyPr/>
                    <a:lstStyle/>
                    <a:p>
                      <a:pPr algn="ctr"/>
                      <a:r>
                        <a:rPr lang="en-US" altLang="zh-CN" dirty="0"/>
                        <a:t>150</a:t>
                      </a:r>
                      <a:endParaRPr lang="zh-CN" altLang="en-US" dirty="0"/>
                    </a:p>
                  </a:txBody>
                  <a:tcPr/>
                </a:tc>
                <a:extLst>
                  <a:ext uri="{0D108BD9-81ED-4DB2-BD59-A6C34878D82A}">
                    <a16:rowId xmlns:a16="http://schemas.microsoft.com/office/drawing/2014/main" val="1824864312"/>
                  </a:ext>
                </a:extLst>
              </a:tr>
              <a:tr h="370840">
                <a:tc>
                  <a:txBody>
                    <a:bodyPr/>
                    <a:lstStyle/>
                    <a:p>
                      <a:pPr algn="ctr"/>
                      <a:r>
                        <a:rPr lang="en-US" altLang="zh-CN" dirty="0"/>
                        <a:t>P3</a:t>
                      </a:r>
                      <a:endParaRPr lang="zh-CN" altLang="en-US" dirty="0"/>
                    </a:p>
                  </a:txBody>
                  <a:tcPr/>
                </a:tc>
                <a:tc>
                  <a:txBody>
                    <a:bodyPr/>
                    <a:lstStyle/>
                    <a:p>
                      <a:pPr algn="ctr"/>
                      <a:r>
                        <a:rPr lang="en-US" altLang="zh-CN" dirty="0"/>
                        <a:t>S2</a:t>
                      </a:r>
                      <a:endParaRPr lang="zh-CN" altLang="en-US" dirty="0"/>
                    </a:p>
                  </a:txBody>
                  <a:tcPr/>
                </a:tc>
                <a:tc>
                  <a:txBody>
                    <a:bodyPr/>
                    <a:lstStyle/>
                    <a:p>
                      <a:pPr algn="ctr"/>
                      <a:r>
                        <a:rPr lang="en-US" altLang="zh-CN" dirty="0"/>
                        <a:t>300</a:t>
                      </a:r>
                      <a:endParaRPr lang="zh-CN" altLang="en-US" dirty="0"/>
                    </a:p>
                  </a:txBody>
                  <a:tcPr/>
                </a:tc>
                <a:extLst>
                  <a:ext uri="{0D108BD9-81ED-4DB2-BD59-A6C34878D82A}">
                    <a16:rowId xmlns:a16="http://schemas.microsoft.com/office/drawing/2014/main" val="340282281"/>
                  </a:ext>
                </a:extLst>
              </a:tr>
              <a:tr h="370840">
                <a:tc>
                  <a:txBody>
                    <a:bodyPr/>
                    <a:lstStyle/>
                    <a:p>
                      <a:pPr algn="ctr"/>
                      <a:r>
                        <a:rPr lang="en-US" altLang="zh-CN" dirty="0"/>
                        <a:t>P4</a:t>
                      </a:r>
                      <a:endParaRPr lang="zh-CN" altLang="en-US" dirty="0"/>
                    </a:p>
                  </a:txBody>
                  <a:tcPr/>
                </a:tc>
                <a:tc>
                  <a:txBody>
                    <a:bodyPr/>
                    <a:lstStyle/>
                    <a:p>
                      <a:pPr algn="ctr"/>
                      <a:r>
                        <a:rPr lang="en-US" altLang="zh-CN" dirty="0"/>
                        <a:t>S2</a:t>
                      </a:r>
                    </a:p>
                  </a:txBody>
                  <a:tcPr/>
                </a:tc>
                <a:tc>
                  <a:txBody>
                    <a:bodyPr/>
                    <a:lstStyle/>
                    <a:p>
                      <a:pPr algn="ctr"/>
                      <a:r>
                        <a:rPr lang="en-US" altLang="zh-CN" dirty="0"/>
                        <a:t>100</a:t>
                      </a:r>
                      <a:endParaRPr lang="zh-CN" altLang="en-US" dirty="0"/>
                    </a:p>
                  </a:txBody>
                  <a:tcPr/>
                </a:tc>
                <a:extLst>
                  <a:ext uri="{0D108BD9-81ED-4DB2-BD59-A6C34878D82A}">
                    <a16:rowId xmlns:a16="http://schemas.microsoft.com/office/drawing/2014/main" val="1494832232"/>
                  </a:ext>
                </a:extLst>
              </a:tr>
            </a:tbl>
          </a:graphicData>
        </a:graphic>
      </p:graphicFrame>
      <p:pic>
        <p:nvPicPr>
          <p:cNvPr id="13" name="图片 12">
            <a:extLst>
              <a:ext uri="{FF2B5EF4-FFF2-40B4-BE49-F238E27FC236}">
                <a16:creationId xmlns:a16="http://schemas.microsoft.com/office/drawing/2014/main" id="{323ABCC3-3143-C347-BD6A-3188985CA04A}"/>
              </a:ext>
            </a:extLst>
          </p:cNvPr>
          <p:cNvPicPr>
            <a:picLocks noChangeAspect="1"/>
          </p:cNvPicPr>
          <p:nvPr/>
        </p:nvPicPr>
        <p:blipFill rotWithShape="1">
          <a:blip r:embed="rId2"/>
          <a:srcRect l="21377" t="9709" r="20826" b="8302"/>
          <a:stretch/>
        </p:blipFill>
        <p:spPr>
          <a:xfrm>
            <a:off x="5761596" y="203516"/>
            <a:ext cx="812132" cy="1535138"/>
          </a:xfrm>
          <a:prstGeom prst="rect">
            <a:avLst/>
          </a:prstGeom>
        </p:spPr>
      </p:pic>
      <p:sp>
        <p:nvSpPr>
          <p:cNvPr id="14" name="矩形标注 13">
            <a:extLst>
              <a:ext uri="{FF2B5EF4-FFF2-40B4-BE49-F238E27FC236}">
                <a16:creationId xmlns:a16="http://schemas.microsoft.com/office/drawing/2014/main" id="{CB6893C6-08F2-B745-8870-89230FF0D8C3}"/>
              </a:ext>
            </a:extLst>
          </p:cNvPr>
          <p:cNvSpPr/>
          <p:nvPr/>
        </p:nvSpPr>
        <p:spPr bwMode="auto">
          <a:xfrm>
            <a:off x="6791724" y="504797"/>
            <a:ext cx="2125611" cy="1105111"/>
          </a:xfrm>
          <a:prstGeom prst="wedgeRectCallout">
            <a:avLst>
              <a:gd name="adj1" fmla="val -63277"/>
              <a:gd name="adj2" fmla="val 1822"/>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pPr marR="0" indent="11113" algn="just" defTabSz="914400" rtl="0" eaLnBrk="0" fontAlgn="base" latinLnBrk="0" hangingPunct="0">
              <a:lnSpc>
                <a:spcPct val="180000"/>
              </a:lnSpc>
              <a:spcBef>
                <a:spcPct val="0"/>
              </a:spcBef>
              <a:spcAft>
                <a:spcPct val="0"/>
              </a:spcAft>
              <a:buClrTx/>
              <a:buSzTx/>
              <a:buFontTx/>
              <a:buNone/>
            </a:pPr>
            <a:r>
              <a:rPr kumimoji="1" lang="zh-CN" altLang="en-US" sz="2000" b="0" i="0" u="none" strike="noStrike" cap="none" normalizeH="0" baseline="0" dirty="0">
                <a:ln>
                  <a:noFill/>
                </a:ln>
                <a:solidFill>
                  <a:schemeClr val="bg2"/>
                </a:solidFill>
                <a:effectLst/>
                <a:latin typeface="宋体" pitchFamily="2" charset="-122"/>
                <a:ea typeface="宋体" pitchFamily="2" charset="-122"/>
              </a:rPr>
              <a:t>哪些项目使用了</a:t>
            </a:r>
            <a:r>
              <a:rPr lang="zh-CN" altLang="en-US" sz="2000" dirty="0">
                <a:solidFill>
                  <a:schemeClr val="bg2"/>
                </a:solidFill>
                <a:latin typeface="宋体" pitchFamily="2" charset="-122"/>
                <a:ea typeface="宋体" pitchFamily="2" charset="-122"/>
              </a:rPr>
              <a:t>零件</a:t>
            </a:r>
            <a:r>
              <a:rPr kumimoji="1" lang="en-US" altLang="zh-CN" sz="2000" b="0" i="0" u="none" strike="noStrike" cap="none" normalizeH="0" baseline="0" dirty="0">
                <a:ln>
                  <a:noFill/>
                </a:ln>
                <a:solidFill>
                  <a:schemeClr val="bg2"/>
                </a:solidFill>
                <a:effectLst/>
                <a:latin typeface="宋体" pitchFamily="2" charset="-122"/>
                <a:ea typeface="宋体" pitchFamily="2" charset="-122"/>
              </a:rPr>
              <a:t>(NUT,RED)</a:t>
            </a:r>
            <a:r>
              <a:rPr kumimoji="1" lang="zh-CN" altLang="en-US" sz="2000" b="0" i="0" u="none" strike="noStrike" cap="none" normalizeH="0" baseline="0" dirty="0">
                <a:ln>
                  <a:noFill/>
                </a:ln>
                <a:solidFill>
                  <a:schemeClr val="bg2"/>
                </a:solidFill>
                <a:effectLst/>
                <a:latin typeface="宋体" pitchFamily="2" charset="-122"/>
                <a:ea typeface="宋体" pitchFamily="2" charset="-122"/>
              </a:rPr>
              <a:t>？</a:t>
            </a:r>
          </a:p>
        </p:txBody>
      </p:sp>
      <p:sp>
        <p:nvSpPr>
          <p:cNvPr id="15" name="矩形 14">
            <a:extLst>
              <a:ext uri="{FF2B5EF4-FFF2-40B4-BE49-F238E27FC236}">
                <a16:creationId xmlns:a16="http://schemas.microsoft.com/office/drawing/2014/main" id="{067522E7-33A4-A14C-BC8F-7B2CEBC20D40}"/>
              </a:ext>
            </a:extLst>
          </p:cNvPr>
          <p:cNvSpPr/>
          <p:nvPr/>
        </p:nvSpPr>
        <p:spPr bwMode="auto">
          <a:xfrm>
            <a:off x="323528" y="3142764"/>
            <a:ext cx="4698722" cy="502260"/>
          </a:xfrm>
          <a:prstGeom prst="rect">
            <a:avLst/>
          </a:prstGeom>
          <a:noFill/>
          <a:ln>
            <a:solidFill>
              <a:srgbClr val="FF0066"/>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a:ln>
                <a:noFill/>
              </a:ln>
              <a:solidFill>
                <a:schemeClr val="tx1"/>
              </a:solidFill>
              <a:effectLst/>
              <a:latin typeface="宋体" pitchFamily="2" charset="-122"/>
              <a:ea typeface="宋体" pitchFamily="2" charset="-122"/>
            </a:endParaRPr>
          </a:p>
        </p:txBody>
      </p:sp>
      <p:sp>
        <p:nvSpPr>
          <p:cNvPr id="16" name="矩形 15">
            <a:extLst>
              <a:ext uri="{FF2B5EF4-FFF2-40B4-BE49-F238E27FC236}">
                <a16:creationId xmlns:a16="http://schemas.microsoft.com/office/drawing/2014/main" id="{61388A21-2F7B-AD4B-BED1-41E744962AE6}"/>
              </a:ext>
            </a:extLst>
          </p:cNvPr>
          <p:cNvSpPr/>
          <p:nvPr/>
        </p:nvSpPr>
        <p:spPr bwMode="auto">
          <a:xfrm>
            <a:off x="5291880" y="2926740"/>
            <a:ext cx="3528592" cy="413447"/>
          </a:xfrm>
          <a:prstGeom prst="rect">
            <a:avLst/>
          </a:prstGeom>
          <a:noFill/>
          <a:ln>
            <a:solidFill>
              <a:srgbClr val="FF0066"/>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1400" b="0" i="0" u="none" strike="noStrike" cap="none" normalizeH="0" baseline="0">
              <a:ln>
                <a:noFill/>
              </a:ln>
              <a:solidFill>
                <a:schemeClr val="tx1"/>
              </a:solidFill>
              <a:effectLst/>
              <a:latin typeface="宋体" pitchFamily="2" charset="-122"/>
              <a:ea typeface="宋体" pitchFamily="2" charset="-122"/>
            </a:endParaRPr>
          </a:p>
        </p:txBody>
      </p:sp>
      <p:sp>
        <p:nvSpPr>
          <p:cNvPr id="17" name="矩形 16">
            <a:extLst>
              <a:ext uri="{FF2B5EF4-FFF2-40B4-BE49-F238E27FC236}">
                <a16:creationId xmlns:a16="http://schemas.microsoft.com/office/drawing/2014/main" id="{933A300E-2257-1644-B589-53ADD5425F0E}"/>
              </a:ext>
            </a:extLst>
          </p:cNvPr>
          <p:cNvSpPr/>
          <p:nvPr/>
        </p:nvSpPr>
        <p:spPr bwMode="auto">
          <a:xfrm>
            <a:off x="5282779" y="3678286"/>
            <a:ext cx="3528592" cy="413447"/>
          </a:xfrm>
          <a:prstGeom prst="rect">
            <a:avLst/>
          </a:prstGeom>
          <a:noFill/>
          <a:ln>
            <a:solidFill>
              <a:srgbClr val="FF0066"/>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1400" b="0" i="0" u="none" strike="noStrike" cap="none" normalizeH="0" baseline="0">
              <a:ln>
                <a:noFill/>
              </a:ln>
              <a:solidFill>
                <a:schemeClr val="tx1"/>
              </a:solidFill>
              <a:effectLst/>
              <a:latin typeface="宋体" pitchFamily="2" charset="-122"/>
              <a:ea typeface="宋体" pitchFamily="2" charset="-122"/>
            </a:endParaRPr>
          </a:p>
        </p:txBody>
      </p:sp>
      <p:sp>
        <p:nvSpPr>
          <p:cNvPr id="18" name="矩形 17">
            <a:extLst>
              <a:ext uri="{FF2B5EF4-FFF2-40B4-BE49-F238E27FC236}">
                <a16:creationId xmlns:a16="http://schemas.microsoft.com/office/drawing/2014/main" id="{5B54E8F7-79DE-874B-AC14-18D2CEC9D79D}"/>
              </a:ext>
            </a:extLst>
          </p:cNvPr>
          <p:cNvSpPr/>
          <p:nvPr/>
        </p:nvSpPr>
        <p:spPr bwMode="auto">
          <a:xfrm>
            <a:off x="5282304" y="4119016"/>
            <a:ext cx="3528592" cy="413447"/>
          </a:xfrm>
          <a:prstGeom prst="rect">
            <a:avLst/>
          </a:prstGeom>
          <a:noFill/>
          <a:ln>
            <a:solidFill>
              <a:srgbClr val="FF0066"/>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1400" b="0" i="0" u="none" strike="noStrike" cap="none" normalizeH="0" baseline="0">
              <a:ln>
                <a:noFill/>
              </a:ln>
              <a:solidFill>
                <a:schemeClr val="tx1"/>
              </a:solidFill>
              <a:effectLst/>
              <a:latin typeface="宋体" pitchFamily="2" charset="-122"/>
              <a:ea typeface="宋体" pitchFamily="2" charset="-122"/>
            </a:endParaRPr>
          </a:p>
        </p:txBody>
      </p:sp>
      <p:sp>
        <p:nvSpPr>
          <p:cNvPr id="20" name="矩形 19">
            <a:extLst>
              <a:ext uri="{FF2B5EF4-FFF2-40B4-BE49-F238E27FC236}">
                <a16:creationId xmlns:a16="http://schemas.microsoft.com/office/drawing/2014/main" id="{716198C1-9B92-D048-A098-17BE4F2EFFCD}"/>
              </a:ext>
            </a:extLst>
          </p:cNvPr>
          <p:cNvSpPr/>
          <p:nvPr/>
        </p:nvSpPr>
        <p:spPr bwMode="auto">
          <a:xfrm>
            <a:off x="341730" y="4440704"/>
            <a:ext cx="2358062" cy="1101648"/>
          </a:xfrm>
          <a:prstGeom prst="rect">
            <a:avLst/>
          </a:prstGeom>
          <a:noFill/>
          <a:ln>
            <a:solidFill>
              <a:srgbClr val="FF0066"/>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4400" b="0" i="0" u="none" strike="noStrike" cap="none" normalizeH="0" baseline="0">
              <a:ln>
                <a:noFill/>
              </a:ln>
              <a:solidFill>
                <a:schemeClr val="tx1"/>
              </a:solidFill>
              <a:effectLst/>
              <a:latin typeface="宋体" pitchFamily="2" charset="-122"/>
              <a:ea typeface="宋体" pitchFamily="2" charset="-122"/>
            </a:endParaRPr>
          </a:p>
        </p:txBody>
      </p:sp>
    </p:spTree>
    <p:extLst>
      <p:ext uri="{BB962C8B-B14F-4D97-AF65-F5344CB8AC3E}">
        <p14:creationId xmlns:p14="http://schemas.microsoft.com/office/powerpoint/2010/main" val="2458408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2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754" name="Rectangle 2"/>
          <p:cNvSpPr>
            <a:spLocks noChangeArrowheads="1"/>
          </p:cNvSpPr>
          <p:nvPr/>
        </p:nvSpPr>
        <p:spPr bwMode="auto">
          <a:xfrm>
            <a:off x="250825" y="-100013"/>
            <a:ext cx="6842125" cy="14636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lnSpc>
                <a:spcPct val="150000"/>
              </a:lnSpc>
            </a:pPr>
            <a:r>
              <a:rPr lang="zh-CN" altLang="en-US" sz="2000" b="1">
                <a:solidFill>
                  <a:srgbClr val="660033"/>
                </a:solidFill>
              </a:rPr>
              <a:t>学生关系模式</a:t>
            </a:r>
            <a:r>
              <a:rPr lang="zh-CN" altLang="en-US" sz="2000" b="1">
                <a:solidFill>
                  <a:schemeClr val="bg2"/>
                </a:solidFill>
              </a:rPr>
              <a:t>  </a:t>
            </a:r>
            <a:r>
              <a:rPr lang="en-US" altLang="zh-CN" sz="2000" b="1">
                <a:solidFill>
                  <a:srgbClr val="000099"/>
                </a:solidFill>
              </a:rPr>
              <a:t>S</a:t>
            </a:r>
            <a:r>
              <a:rPr lang="zh-CN" altLang="en-US" sz="2000" b="1">
                <a:solidFill>
                  <a:srgbClr val="000099"/>
                </a:solidFill>
              </a:rPr>
              <a:t>（</a:t>
            </a:r>
            <a:r>
              <a:rPr lang="en-US" altLang="zh-CN" sz="2000" b="1" u="sng">
                <a:solidFill>
                  <a:srgbClr val="000099"/>
                </a:solidFill>
              </a:rPr>
              <a:t>SNO</a:t>
            </a:r>
            <a:r>
              <a:rPr lang="zh-CN" altLang="en-US" sz="2000" b="1">
                <a:solidFill>
                  <a:srgbClr val="000099"/>
                </a:solidFill>
              </a:rPr>
              <a:t>，</a:t>
            </a:r>
            <a:r>
              <a:rPr lang="en-US" altLang="zh-CN" sz="2000" b="1">
                <a:solidFill>
                  <a:srgbClr val="000099"/>
                </a:solidFill>
              </a:rPr>
              <a:t>SNAME</a:t>
            </a:r>
            <a:r>
              <a:rPr lang="zh-CN" altLang="en-US" sz="2000" b="1">
                <a:solidFill>
                  <a:srgbClr val="000099"/>
                </a:solidFill>
              </a:rPr>
              <a:t>，</a:t>
            </a:r>
            <a:r>
              <a:rPr lang="en-US" altLang="zh-CN" sz="2000" b="1">
                <a:solidFill>
                  <a:srgbClr val="000099"/>
                </a:solidFill>
              </a:rPr>
              <a:t>AGE</a:t>
            </a:r>
            <a:r>
              <a:rPr lang="zh-CN" altLang="en-US" sz="2000" b="1">
                <a:solidFill>
                  <a:srgbClr val="000099"/>
                </a:solidFill>
              </a:rPr>
              <a:t>，</a:t>
            </a:r>
            <a:r>
              <a:rPr lang="en-US" altLang="zh-CN" sz="2000" b="1">
                <a:solidFill>
                  <a:srgbClr val="000099"/>
                </a:solidFill>
              </a:rPr>
              <a:t>SEX</a:t>
            </a:r>
            <a:r>
              <a:rPr lang="zh-CN" altLang="en-US" sz="2000" b="1">
                <a:solidFill>
                  <a:srgbClr val="000099"/>
                </a:solidFill>
              </a:rPr>
              <a:t>，</a:t>
            </a:r>
            <a:r>
              <a:rPr lang="en-US" altLang="zh-CN" sz="2000" b="1">
                <a:solidFill>
                  <a:srgbClr val="000099"/>
                </a:solidFill>
              </a:rPr>
              <a:t>SDEPT</a:t>
            </a:r>
            <a:r>
              <a:rPr lang="zh-CN" altLang="en-US" sz="2000" b="1">
                <a:solidFill>
                  <a:srgbClr val="000099"/>
                </a:solidFill>
              </a:rPr>
              <a:t>）</a:t>
            </a:r>
          </a:p>
          <a:p>
            <a:pPr>
              <a:lnSpc>
                <a:spcPct val="150000"/>
              </a:lnSpc>
            </a:pPr>
            <a:r>
              <a:rPr lang="zh-CN" altLang="en-US" sz="2000" b="1">
                <a:solidFill>
                  <a:srgbClr val="660033"/>
                </a:solidFill>
              </a:rPr>
              <a:t>课程关系模式</a:t>
            </a:r>
            <a:r>
              <a:rPr lang="zh-CN" altLang="en-US" sz="2000" b="1">
                <a:solidFill>
                  <a:schemeClr val="bg2"/>
                </a:solidFill>
              </a:rPr>
              <a:t>  </a:t>
            </a:r>
            <a:r>
              <a:rPr lang="en-US" altLang="zh-CN" sz="2000" b="1">
                <a:solidFill>
                  <a:srgbClr val="000099"/>
                </a:solidFill>
              </a:rPr>
              <a:t>C</a:t>
            </a:r>
            <a:r>
              <a:rPr lang="zh-CN" altLang="en-US" sz="2000" b="1">
                <a:solidFill>
                  <a:srgbClr val="000099"/>
                </a:solidFill>
              </a:rPr>
              <a:t>（</a:t>
            </a:r>
            <a:r>
              <a:rPr lang="en-US" altLang="zh-CN" sz="2000" b="1" u="sng">
                <a:solidFill>
                  <a:srgbClr val="000099"/>
                </a:solidFill>
              </a:rPr>
              <a:t>CNO</a:t>
            </a:r>
            <a:r>
              <a:rPr lang="zh-CN" altLang="en-US" sz="2000" b="1">
                <a:solidFill>
                  <a:srgbClr val="000099"/>
                </a:solidFill>
              </a:rPr>
              <a:t>，</a:t>
            </a:r>
            <a:r>
              <a:rPr lang="en-US" altLang="zh-CN" sz="2000" b="1">
                <a:solidFill>
                  <a:srgbClr val="000099"/>
                </a:solidFill>
              </a:rPr>
              <a:t>CNAME</a:t>
            </a:r>
            <a:r>
              <a:rPr lang="zh-CN" altLang="en-US" sz="2000" b="1">
                <a:solidFill>
                  <a:srgbClr val="000099"/>
                </a:solidFill>
              </a:rPr>
              <a:t>，</a:t>
            </a:r>
            <a:r>
              <a:rPr lang="en-US" altLang="zh-CN" sz="2000" b="1">
                <a:solidFill>
                  <a:srgbClr val="000099"/>
                </a:solidFill>
              </a:rPr>
              <a:t>CDEPT</a:t>
            </a:r>
            <a:r>
              <a:rPr lang="zh-CN" altLang="en-US" sz="2000" b="1">
                <a:solidFill>
                  <a:srgbClr val="000099"/>
                </a:solidFill>
              </a:rPr>
              <a:t>，</a:t>
            </a:r>
            <a:r>
              <a:rPr lang="en-US" altLang="zh-CN" sz="2000" b="1">
                <a:solidFill>
                  <a:srgbClr val="000099"/>
                </a:solidFill>
              </a:rPr>
              <a:t>TNAME</a:t>
            </a:r>
            <a:r>
              <a:rPr lang="zh-CN" altLang="en-US" sz="2000" b="1">
                <a:solidFill>
                  <a:srgbClr val="000099"/>
                </a:solidFill>
              </a:rPr>
              <a:t>）</a:t>
            </a:r>
          </a:p>
          <a:p>
            <a:pPr>
              <a:lnSpc>
                <a:spcPct val="150000"/>
              </a:lnSpc>
            </a:pPr>
            <a:r>
              <a:rPr lang="zh-CN" altLang="en-US" sz="2000" b="1">
                <a:solidFill>
                  <a:srgbClr val="660033"/>
                </a:solidFill>
              </a:rPr>
              <a:t>学习关系模式</a:t>
            </a:r>
            <a:r>
              <a:rPr lang="zh-CN" altLang="en-US" sz="2000" b="1">
                <a:solidFill>
                  <a:schemeClr val="bg2"/>
                </a:solidFill>
              </a:rPr>
              <a:t>  </a:t>
            </a:r>
            <a:r>
              <a:rPr lang="en-US" altLang="zh-CN" sz="2000" b="1">
                <a:solidFill>
                  <a:srgbClr val="000099"/>
                </a:solidFill>
              </a:rPr>
              <a:t>SC</a:t>
            </a:r>
            <a:r>
              <a:rPr lang="zh-CN" altLang="en-US" sz="2000" b="1">
                <a:solidFill>
                  <a:srgbClr val="000099"/>
                </a:solidFill>
              </a:rPr>
              <a:t>（</a:t>
            </a:r>
            <a:r>
              <a:rPr lang="en-US" altLang="zh-CN" sz="2000" b="1" u="sng">
                <a:solidFill>
                  <a:srgbClr val="000099"/>
                </a:solidFill>
              </a:rPr>
              <a:t>SNO</a:t>
            </a:r>
            <a:r>
              <a:rPr lang="zh-CN" altLang="en-US" sz="2000" b="1" u="sng">
                <a:solidFill>
                  <a:srgbClr val="000099"/>
                </a:solidFill>
              </a:rPr>
              <a:t>，</a:t>
            </a:r>
            <a:r>
              <a:rPr lang="en-US" altLang="zh-CN" sz="2000" b="1" u="sng">
                <a:solidFill>
                  <a:srgbClr val="000099"/>
                </a:solidFill>
              </a:rPr>
              <a:t>CNO</a:t>
            </a:r>
            <a:r>
              <a:rPr lang="zh-CN" altLang="en-US" sz="2000" b="1">
                <a:solidFill>
                  <a:srgbClr val="000099"/>
                </a:solidFill>
              </a:rPr>
              <a:t>，</a:t>
            </a:r>
            <a:r>
              <a:rPr lang="en-US" altLang="zh-CN" sz="2000" b="1">
                <a:solidFill>
                  <a:srgbClr val="000099"/>
                </a:solidFill>
              </a:rPr>
              <a:t>GRADE</a:t>
            </a:r>
            <a:r>
              <a:rPr lang="zh-CN" altLang="en-US" sz="2000" b="1">
                <a:solidFill>
                  <a:srgbClr val="000099"/>
                </a:solidFill>
              </a:rPr>
              <a:t>）</a:t>
            </a:r>
            <a:endParaRPr lang="zh-CN" altLang="en-US" sz="2000" b="1">
              <a:solidFill>
                <a:srgbClr val="000099"/>
              </a:solidFill>
              <a:latin typeface="Times New Roman" pitchFamily="18" charset="0"/>
            </a:endParaRPr>
          </a:p>
        </p:txBody>
      </p:sp>
      <p:grpSp>
        <p:nvGrpSpPr>
          <p:cNvPr id="586755" name="Group 3"/>
          <p:cNvGrpSpPr>
            <a:grpSpLocks/>
          </p:cNvGrpSpPr>
          <p:nvPr/>
        </p:nvGrpSpPr>
        <p:grpSpPr bwMode="auto">
          <a:xfrm>
            <a:off x="228600" y="1447800"/>
            <a:ext cx="5943600" cy="2819400"/>
            <a:chOff x="-3" y="-3"/>
            <a:chExt cx="2117" cy="2310"/>
          </a:xfrm>
        </p:grpSpPr>
        <p:grpSp>
          <p:nvGrpSpPr>
            <p:cNvPr id="586756" name="Group 4"/>
            <p:cNvGrpSpPr>
              <a:grpSpLocks/>
            </p:cNvGrpSpPr>
            <p:nvPr/>
          </p:nvGrpSpPr>
          <p:grpSpPr bwMode="auto">
            <a:xfrm>
              <a:off x="0" y="0"/>
              <a:ext cx="2111" cy="2304"/>
              <a:chOff x="0" y="0"/>
              <a:chExt cx="2111" cy="2304"/>
            </a:xfrm>
          </p:grpSpPr>
          <p:grpSp>
            <p:nvGrpSpPr>
              <p:cNvPr id="586757" name="Group 5"/>
              <p:cNvGrpSpPr>
                <a:grpSpLocks/>
              </p:cNvGrpSpPr>
              <p:nvPr/>
            </p:nvGrpSpPr>
            <p:grpSpPr bwMode="auto">
              <a:xfrm>
                <a:off x="0" y="0"/>
                <a:ext cx="381" cy="384"/>
                <a:chOff x="0" y="0"/>
                <a:chExt cx="381" cy="384"/>
              </a:xfrm>
            </p:grpSpPr>
            <p:sp>
              <p:nvSpPr>
                <p:cNvPr id="586758" name="Rectangle 6"/>
                <p:cNvSpPr>
                  <a:spLocks noChangeArrowheads="1"/>
                </p:cNvSpPr>
                <p:nvPr/>
              </p:nvSpPr>
              <p:spPr bwMode="auto">
                <a:xfrm>
                  <a:off x="43" y="0"/>
                  <a:ext cx="295"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u="sng">
                      <a:solidFill>
                        <a:schemeClr val="bg1"/>
                      </a:solidFill>
                    </a:rPr>
                    <a:t>SNO</a:t>
                  </a:r>
                </a:p>
                <a:p>
                  <a:pPr algn="ctr">
                    <a:lnSpc>
                      <a:spcPct val="100000"/>
                    </a:lnSpc>
                  </a:pPr>
                  <a:endParaRPr lang="en-US" altLang="zh-CN" sz="2000" b="1">
                    <a:solidFill>
                      <a:schemeClr val="bg1"/>
                    </a:solidFill>
                    <a:latin typeface="Times New Roman" pitchFamily="18" charset="0"/>
                  </a:endParaRPr>
                </a:p>
              </p:txBody>
            </p:sp>
            <p:sp>
              <p:nvSpPr>
                <p:cNvPr id="586759" name="Rectangle 7"/>
                <p:cNvSpPr>
                  <a:spLocks noChangeArrowheads="1"/>
                </p:cNvSpPr>
                <p:nvPr/>
              </p:nvSpPr>
              <p:spPr bwMode="auto">
                <a:xfrm>
                  <a:off x="0" y="0"/>
                  <a:ext cx="38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760" name="Group 8"/>
              <p:cNvGrpSpPr>
                <a:grpSpLocks/>
              </p:cNvGrpSpPr>
              <p:nvPr/>
            </p:nvGrpSpPr>
            <p:grpSpPr bwMode="auto">
              <a:xfrm>
                <a:off x="381" y="0"/>
                <a:ext cx="464" cy="384"/>
                <a:chOff x="381" y="0"/>
                <a:chExt cx="464" cy="384"/>
              </a:xfrm>
            </p:grpSpPr>
            <p:sp>
              <p:nvSpPr>
                <p:cNvPr id="586761" name="Rectangle 9"/>
                <p:cNvSpPr>
                  <a:spLocks noChangeArrowheads="1"/>
                </p:cNvSpPr>
                <p:nvPr/>
              </p:nvSpPr>
              <p:spPr bwMode="auto">
                <a:xfrm>
                  <a:off x="424" y="0"/>
                  <a:ext cx="37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1"/>
                      </a:solidFill>
                    </a:rPr>
                    <a:t>SNAME</a:t>
                  </a:r>
                </a:p>
                <a:p>
                  <a:pPr algn="ctr">
                    <a:lnSpc>
                      <a:spcPct val="100000"/>
                    </a:lnSpc>
                  </a:pPr>
                  <a:endParaRPr lang="en-US" altLang="zh-CN" sz="2000" b="1">
                    <a:solidFill>
                      <a:schemeClr val="bg1"/>
                    </a:solidFill>
                    <a:latin typeface="Times New Roman" pitchFamily="18" charset="0"/>
                  </a:endParaRPr>
                </a:p>
              </p:txBody>
            </p:sp>
            <p:sp>
              <p:nvSpPr>
                <p:cNvPr id="586762" name="Rectangle 10"/>
                <p:cNvSpPr>
                  <a:spLocks noChangeArrowheads="1"/>
                </p:cNvSpPr>
                <p:nvPr/>
              </p:nvSpPr>
              <p:spPr bwMode="auto">
                <a:xfrm>
                  <a:off x="381" y="0"/>
                  <a:ext cx="46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763" name="Group 11"/>
              <p:cNvGrpSpPr>
                <a:grpSpLocks/>
              </p:cNvGrpSpPr>
              <p:nvPr/>
            </p:nvGrpSpPr>
            <p:grpSpPr bwMode="auto">
              <a:xfrm>
                <a:off x="845" y="0"/>
                <a:ext cx="338" cy="384"/>
                <a:chOff x="845" y="0"/>
                <a:chExt cx="338" cy="384"/>
              </a:xfrm>
            </p:grpSpPr>
            <p:sp>
              <p:nvSpPr>
                <p:cNvPr id="586764" name="Rectangle 12"/>
                <p:cNvSpPr>
                  <a:spLocks noChangeArrowheads="1"/>
                </p:cNvSpPr>
                <p:nvPr/>
              </p:nvSpPr>
              <p:spPr bwMode="auto">
                <a:xfrm>
                  <a:off x="888" y="0"/>
                  <a:ext cx="25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1"/>
                      </a:solidFill>
                    </a:rPr>
                    <a:t>AGE</a:t>
                  </a:r>
                </a:p>
                <a:p>
                  <a:pPr algn="ctr">
                    <a:lnSpc>
                      <a:spcPct val="100000"/>
                    </a:lnSpc>
                  </a:pPr>
                  <a:endParaRPr lang="en-US" altLang="zh-CN" sz="2000" b="1">
                    <a:solidFill>
                      <a:schemeClr val="bg1"/>
                    </a:solidFill>
                    <a:latin typeface="Times New Roman" pitchFamily="18" charset="0"/>
                  </a:endParaRPr>
                </a:p>
              </p:txBody>
            </p:sp>
            <p:sp>
              <p:nvSpPr>
                <p:cNvPr id="586765" name="Rectangle 13"/>
                <p:cNvSpPr>
                  <a:spLocks noChangeArrowheads="1"/>
                </p:cNvSpPr>
                <p:nvPr/>
              </p:nvSpPr>
              <p:spPr bwMode="auto">
                <a:xfrm>
                  <a:off x="845" y="0"/>
                  <a:ext cx="3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766" name="Group 14"/>
              <p:cNvGrpSpPr>
                <a:grpSpLocks/>
              </p:cNvGrpSpPr>
              <p:nvPr/>
            </p:nvGrpSpPr>
            <p:grpSpPr bwMode="auto">
              <a:xfrm>
                <a:off x="1183" y="0"/>
                <a:ext cx="380" cy="384"/>
                <a:chOff x="1183" y="0"/>
                <a:chExt cx="380" cy="384"/>
              </a:xfrm>
            </p:grpSpPr>
            <p:sp>
              <p:nvSpPr>
                <p:cNvPr id="586767" name="Rectangle 15"/>
                <p:cNvSpPr>
                  <a:spLocks noChangeArrowheads="1"/>
                </p:cNvSpPr>
                <p:nvPr/>
              </p:nvSpPr>
              <p:spPr bwMode="auto">
                <a:xfrm>
                  <a:off x="1226" y="0"/>
                  <a:ext cx="29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1"/>
                      </a:solidFill>
                    </a:rPr>
                    <a:t>SEX</a:t>
                  </a:r>
                </a:p>
                <a:p>
                  <a:pPr algn="ctr">
                    <a:lnSpc>
                      <a:spcPct val="100000"/>
                    </a:lnSpc>
                  </a:pPr>
                  <a:endParaRPr lang="en-US" altLang="zh-CN" sz="2000" b="1">
                    <a:solidFill>
                      <a:schemeClr val="bg1"/>
                    </a:solidFill>
                    <a:latin typeface="Times New Roman" pitchFamily="18" charset="0"/>
                  </a:endParaRPr>
                </a:p>
              </p:txBody>
            </p:sp>
            <p:sp>
              <p:nvSpPr>
                <p:cNvPr id="586768" name="Rectangle 16"/>
                <p:cNvSpPr>
                  <a:spLocks noChangeArrowheads="1"/>
                </p:cNvSpPr>
                <p:nvPr/>
              </p:nvSpPr>
              <p:spPr bwMode="auto">
                <a:xfrm>
                  <a:off x="1183" y="0"/>
                  <a:ext cx="380"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769" name="Group 17"/>
              <p:cNvGrpSpPr>
                <a:grpSpLocks/>
              </p:cNvGrpSpPr>
              <p:nvPr/>
            </p:nvGrpSpPr>
            <p:grpSpPr bwMode="auto">
              <a:xfrm>
                <a:off x="1563" y="0"/>
                <a:ext cx="548" cy="384"/>
                <a:chOff x="1563" y="0"/>
                <a:chExt cx="548" cy="384"/>
              </a:xfrm>
            </p:grpSpPr>
            <p:sp>
              <p:nvSpPr>
                <p:cNvPr id="586770" name="Rectangle 18"/>
                <p:cNvSpPr>
                  <a:spLocks noChangeArrowheads="1"/>
                </p:cNvSpPr>
                <p:nvPr/>
              </p:nvSpPr>
              <p:spPr bwMode="auto">
                <a:xfrm>
                  <a:off x="1606" y="0"/>
                  <a:ext cx="46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1"/>
                      </a:solidFill>
                    </a:rPr>
                    <a:t>SDEPT</a:t>
                  </a:r>
                </a:p>
                <a:p>
                  <a:pPr algn="ctr">
                    <a:lnSpc>
                      <a:spcPct val="100000"/>
                    </a:lnSpc>
                  </a:pPr>
                  <a:endParaRPr lang="en-US" altLang="zh-CN" sz="2000" b="1">
                    <a:solidFill>
                      <a:schemeClr val="bg1"/>
                    </a:solidFill>
                    <a:latin typeface="Times New Roman" pitchFamily="18" charset="0"/>
                  </a:endParaRPr>
                </a:p>
              </p:txBody>
            </p:sp>
            <p:sp>
              <p:nvSpPr>
                <p:cNvPr id="586771" name="Rectangle 19"/>
                <p:cNvSpPr>
                  <a:spLocks noChangeArrowheads="1"/>
                </p:cNvSpPr>
                <p:nvPr/>
              </p:nvSpPr>
              <p:spPr bwMode="auto">
                <a:xfrm>
                  <a:off x="1563" y="0"/>
                  <a:ext cx="54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772" name="Group 20"/>
              <p:cNvGrpSpPr>
                <a:grpSpLocks/>
              </p:cNvGrpSpPr>
              <p:nvPr/>
            </p:nvGrpSpPr>
            <p:grpSpPr bwMode="auto">
              <a:xfrm>
                <a:off x="0" y="384"/>
                <a:ext cx="381" cy="384"/>
                <a:chOff x="0" y="384"/>
                <a:chExt cx="381" cy="384"/>
              </a:xfrm>
            </p:grpSpPr>
            <p:sp>
              <p:nvSpPr>
                <p:cNvPr id="586773" name="Rectangle 21"/>
                <p:cNvSpPr>
                  <a:spLocks noChangeArrowheads="1"/>
                </p:cNvSpPr>
                <p:nvPr/>
              </p:nvSpPr>
              <p:spPr bwMode="auto">
                <a:xfrm>
                  <a:off x="43" y="384"/>
                  <a:ext cx="295"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S1</a:t>
                  </a:r>
                </a:p>
                <a:p>
                  <a:pPr algn="ctr">
                    <a:lnSpc>
                      <a:spcPct val="100000"/>
                    </a:lnSpc>
                  </a:pPr>
                  <a:endParaRPr lang="en-US" altLang="zh-CN" sz="2000" b="1">
                    <a:solidFill>
                      <a:schemeClr val="bg2"/>
                    </a:solidFill>
                    <a:latin typeface="Times New Roman" pitchFamily="18" charset="0"/>
                  </a:endParaRPr>
                </a:p>
              </p:txBody>
            </p:sp>
            <p:sp>
              <p:nvSpPr>
                <p:cNvPr id="586774" name="Rectangle 22"/>
                <p:cNvSpPr>
                  <a:spLocks noChangeArrowheads="1"/>
                </p:cNvSpPr>
                <p:nvPr/>
              </p:nvSpPr>
              <p:spPr bwMode="auto">
                <a:xfrm>
                  <a:off x="0" y="384"/>
                  <a:ext cx="38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775" name="Group 23"/>
              <p:cNvGrpSpPr>
                <a:grpSpLocks/>
              </p:cNvGrpSpPr>
              <p:nvPr/>
            </p:nvGrpSpPr>
            <p:grpSpPr bwMode="auto">
              <a:xfrm>
                <a:off x="381" y="384"/>
                <a:ext cx="464" cy="384"/>
                <a:chOff x="381" y="384"/>
                <a:chExt cx="464" cy="384"/>
              </a:xfrm>
            </p:grpSpPr>
            <p:sp>
              <p:nvSpPr>
                <p:cNvPr id="586776" name="Rectangle 24"/>
                <p:cNvSpPr>
                  <a:spLocks noChangeArrowheads="1"/>
                </p:cNvSpPr>
                <p:nvPr/>
              </p:nvSpPr>
              <p:spPr bwMode="auto">
                <a:xfrm>
                  <a:off x="424" y="384"/>
                  <a:ext cx="37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zh-CN" altLang="en-US" sz="2000" b="1">
                      <a:solidFill>
                        <a:schemeClr val="bg2"/>
                      </a:solidFill>
                    </a:rPr>
                    <a:t>程宏</a:t>
                  </a:r>
                </a:p>
                <a:p>
                  <a:pPr algn="ctr">
                    <a:lnSpc>
                      <a:spcPct val="100000"/>
                    </a:lnSpc>
                  </a:pPr>
                  <a:endParaRPr lang="en-US" altLang="zh-CN" sz="2000" b="1">
                    <a:solidFill>
                      <a:schemeClr val="bg2"/>
                    </a:solidFill>
                    <a:latin typeface="Times New Roman" pitchFamily="18" charset="0"/>
                  </a:endParaRPr>
                </a:p>
              </p:txBody>
            </p:sp>
            <p:sp>
              <p:nvSpPr>
                <p:cNvPr id="586777" name="Rectangle 25"/>
                <p:cNvSpPr>
                  <a:spLocks noChangeArrowheads="1"/>
                </p:cNvSpPr>
                <p:nvPr/>
              </p:nvSpPr>
              <p:spPr bwMode="auto">
                <a:xfrm>
                  <a:off x="381" y="384"/>
                  <a:ext cx="46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778" name="Group 26"/>
              <p:cNvGrpSpPr>
                <a:grpSpLocks/>
              </p:cNvGrpSpPr>
              <p:nvPr/>
            </p:nvGrpSpPr>
            <p:grpSpPr bwMode="auto">
              <a:xfrm>
                <a:off x="845" y="384"/>
                <a:ext cx="338" cy="384"/>
                <a:chOff x="845" y="384"/>
                <a:chExt cx="338" cy="384"/>
              </a:xfrm>
            </p:grpSpPr>
            <p:sp>
              <p:nvSpPr>
                <p:cNvPr id="586779" name="Rectangle 27"/>
                <p:cNvSpPr>
                  <a:spLocks noChangeArrowheads="1"/>
                </p:cNvSpPr>
                <p:nvPr/>
              </p:nvSpPr>
              <p:spPr bwMode="auto">
                <a:xfrm>
                  <a:off x="888" y="384"/>
                  <a:ext cx="25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19</a:t>
                  </a:r>
                </a:p>
                <a:p>
                  <a:pPr algn="ctr">
                    <a:lnSpc>
                      <a:spcPct val="100000"/>
                    </a:lnSpc>
                  </a:pPr>
                  <a:endParaRPr lang="en-US" altLang="zh-CN" sz="2000" b="1">
                    <a:solidFill>
                      <a:schemeClr val="bg2"/>
                    </a:solidFill>
                    <a:latin typeface="Times New Roman" pitchFamily="18" charset="0"/>
                  </a:endParaRPr>
                </a:p>
              </p:txBody>
            </p:sp>
            <p:sp>
              <p:nvSpPr>
                <p:cNvPr id="586780" name="Rectangle 28"/>
                <p:cNvSpPr>
                  <a:spLocks noChangeArrowheads="1"/>
                </p:cNvSpPr>
                <p:nvPr/>
              </p:nvSpPr>
              <p:spPr bwMode="auto">
                <a:xfrm>
                  <a:off x="845" y="384"/>
                  <a:ext cx="3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781" name="Group 29"/>
              <p:cNvGrpSpPr>
                <a:grpSpLocks/>
              </p:cNvGrpSpPr>
              <p:nvPr/>
            </p:nvGrpSpPr>
            <p:grpSpPr bwMode="auto">
              <a:xfrm>
                <a:off x="1183" y="384"/>
                <a:ext cx="380" cy="384"/>
                <a:chOff x="1183" y="384"/>
                <a:chExt cx="380" cy="384"/>
              </a:xfrm>
            </p:grpSpPr>
            <p:sp>
              <p:nvSpPr>
                <p:cNvPr id="586782" name="Rectangle 30"/>
                <p:cNvSpPr>
                  <a:spLocks noChangeArrowheads="1"/>
                </p:cNvSpPr>
                <p:nvPr/>
              </p:nvSpPr>
              <p:spPr bwMode="auto">
                <a:xfrm>
                  <a:off x="1226" y="384"/>
                  <a:ext cx="29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zh-CN" altLang="en-US" sz="2000" b="1">
                      <a:solidFill>
                        <a:schemeClr val="bg2"/>
                      </a:solidFill>
                    </a:rPr>
                    <a:t>男</a:t>
                  </a:r>
                </a:p>
                <a:p>
                  <a:pPr algn="ctr">
                    <a:lnSpc>
                      <a:spcPct val="100000"/>
                    </a:lnSpc>
                  </a:pPr>
                  <a:endParaRPr lang="en-US" altLang="zh-CN" sz="2000" b="1">
                    <a:solidFill>
                      <a:schemeClr val="bg2"/>
                    </a:solidFill>
                    <a:latin typeface="Times New Roman" pitchFamily="18" charset="0"/>
                  </a:endParaRPr>
                </a:p>
              </p:txBody>
            </p:sp>
            <p:sp>
              <p:nvSpPr>
                <p:cNvPr id="586783" name="Rectangle 31"/>
                <p:cNvSpPr>
                  <a:spLocks noChangeArrowheads="1"/>
                </p:cNvSpPr>
                <p:nvPr/>
              </p:nvSpPr>
              <p:spPr bwMode="auto">
                <a:xfrm>
                  <a:off x="1183" y="384"/>
                  <a:ext cx="380"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784" name="Group 32"/>
              <p:cNvGrpSpPr>
                <a:grpSpLocks/>
              </p:cNvGrpSpPr>
              <p:nvPr/>
            </p:nvGrpSpPr>
            <p:grpSpPr bwMode="auto">
              <a:xfrm>
                <a:off x="1563" y="384"/>
                <a:ext cx="548" cy="384"/>
                <a:chOff x="1563" y="384"/>
                <a:chExt cx="548" cy="384"/>
              </a:xfrm>
            </p:grpSpPr>
            <p:sp>
              <p:nvSpPr>
                <p:cNvPr id="586785" name="Rectangle 33"/>
                <p:cNvSpPr>
                  <a:spLocks noChangeArrowheads="1"/>
                </p:cNvSpPr>
                <p:nvPr/>
              </p:nvSpPr>
              <p:spPr bwMode="auto">
                <a:xfrm>
                  <a:off x="1606" y="384"/>
                  <a:ext cx="46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zh-CN" altLang="en-US" sz="2000" b="1">
                      <a:solidFill>
                        <a:schemeClr val="bg2"/>
                      </a:solidFill>
                    </a:rPr>
                    <a:t>计算机</a:t>
                  </a:r>
                </a:p>
                <a:p>
                  <a:pPr algn="ctr">
                    <a:lnSpc>
                      <a:spcPct val="100000"/>
                    </a:lnSpc>
                  </a:pPr>
                  <a:endParaRPr lang="en-US" altLang="zh-CN" sz="2000" b="1">
                    <a:solidFill>
                      <a:schemeClr val="bg2"/>
                    </a:solidFill>
                    <a:latin typeface="Times New Roman" pitchFamily="18" charset="0"/>
                  </a:endParaRPr>
                </a:p>
              </p:txBody>
            </p:sp>
            <p:sp>
              <p:nvSpPr>
                <p:cNvPr id="586786" name="Rectangle 34"/>
                <p:cNvSpPr>
                  <a:spLocks noChangeArrowheads="1"/>
                </p:cNvSpPr>
                <p:nvPr/>
              </p:nvSpPr>
              <p:spPr bwMode="auto">
                <a:xfrm>
                  <a:off x="1563" y="384"/>
                  <a:ext cx="54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787" name="Group 35"/>
              <p:cNvGrpSpPr>
                <a:grpSpLocks/>
              </p:cNvGrpSpPr>
              <p:nvPr/>
            </p:nvGrpSpPr>
            <p:grpSpPr bwMode="auto">
              <a:xfrm>
                <a:off x="0" y="768"/>
                <a:ext cx="381" cy="384"/>
                <a:chOff x="0" y="768"/>
                <a:chExt cx="381" cy="384"/>
              </a:xfrm>
            </p:grpSpPr>
            <p:sp>
              <p:nvSpPr>
                <p:cNvPr id="586788" name="Rectangle 36"/>
                <p:cNvSpPr>
                  <a:spLocks noChangeArrowheads="1"/>
                </p:cNvSpPr>
                <p:nvPr/>
              </p:nvSpPr>
              <p:spPr bwMode="auto">
                <a:xfrm>
                  <a:off x="43" y="768"/>
                  <a:ext cx="295"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S3</a:t>
                  </a:r>
                </a:p>
                <a:p>
                  <a:pPr algn="ctr">
                    <a:lnSpc>
                      <a:spcPct val="100000"/>
                    </a:lnSpc>
                  </a:pPr>
                  <a:endParaRPr lang="en-US" altLang="zh-CN" sz="2000" b="1">
                    <a:solidFill>
                      <a:schemeClr val="bg2"/>
                    </a:solidFill>
                    <a:latin typeface="Times New Roman" pitchFamily="18" charset="0"/>
                  </a:endParaRPr>
                </a:p>
              </p:txBody>
            </p:sp>
            <p:sp>
              <p:nvSpPr>
                <p:cNvPr id="586789" name="Rectangle 37"/>
                <p:cNvSpPr>
                  <a:spLocks noChangeArrowheads="1"/>
                </p:cNvSpPr>
                <p:nvPr/>
              </p:nvSpPr>
              <p:spPr bwMode="auto">
                <a:xfrm>
                  <a:off x="0" y="768"/>
                  <a:ext cx="38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790" name="Group 38"/>
              <p:cNvGrpSpPr>
                <a:grpSpLocks/>
              </p:cNvGrpSpPr>
              <p:nvPr/>
            </p:nvGrpSpPr>
            <p:grpSpPr bwMode="auto">
              <a:xfrm>
                <a:off x="381" y="768"/>
                <a:ext cx="464" cy="384"/>
                <a:chOff x="381" y="768"/>
                <a:chExt cx="464" cy="384"/>
              </a:xfrm>
            </p:grpSpPr>
            <p:sp>
              <p:nvSpPr>
                <p:cNvPr id="586791" name="Rectangle 39"/>
                <p:cNvSpPr>
                  <a:spLocks noChangeArrowheads="1"/>
                </p:cNvSpPr>
                <p:nvPr/>
              </p:nvSpPr>
              <p:spPr bwMode="auto">
                <a:xfrm>
                  <a:off x="424" y="768"/>
                  <a:ext cx="37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zh-CN" altLang="en-US" sz="2000" b="1">
                      <a:solidFill>
                        <a:schemeClr val="bg2"/>
                      </a:solidFill>
                    </a:rPr>
                    <a:t>刘莎莎</a:t>
                  </a:r>
                </a:p>
                <a:p>
                  <a:pPr algn="ctr">
                    <a:lnSpc>
                      <a:spcPct val="100000"/>
                    </a:lnSpc>
                  </a:pPr>
                  <a:endParaRPr lang="en-US" altLang="zh-CN" sz="2000" b="1">
                    <a:solidFill>
                      <a:schemeClr val="bg2"/>
                    </a:solidFill>
                    <a:latin typeface="Times New Roman" pitchFamily="18" charset="0"/>
                  </a:endParaRPr>
                </a:p>
              </p:txBody>
            </p:sp>
            <p:sp>
              <p:nvSpPr>
                <p:cNvPr id="586792" name="Rectangle 40"/>
                <p:cNvSpPr>
                  <a:spLocks noChangeArrowheads="1"/>
                </p:cNvSpPr>
                <p:nvPr/>
              </p:nvSpPr>
              <p:spPr bwMode="auto">
                <a:xfrm>
                  <a:off x="381" y="768"/>
                  <a:ext cx="46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793" name="Group 41"/>
              <p:cNvGrpSpPr>
                <a:grpSpLocks/>
              </p:cNvGrpSpPr>
              <p:nvPr/>
            </p:nvGrpSpPr>
            <p:grpSpPr bwMode="auto">
              <a:xfrm>
                <a:off x="845" y="768"/>
                <a:ext cx="338" cy="384"/>
                <a:chOff x="845" y="768"/>
                <a:chExt cx="338" cy="384"/>
              </a:xfrm>
            </p:grpSpPr>
            <p:sp>
              <p:nvSpPr>
                <p:cNvPr id="586794" name="Rectangle 42"/>
                <p:cNvSpPr>
                  <a:spLocks noChangeArrowheads="1"/>
                </p:cNvSpPr>
                <p:nvPr/>
              </p:nvSpPr>
              <p:spPr bwMode="auto">
                <a:xfrm>
                  <a:off x="888" y="768"/>
                  <a:ext cx="25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18</a:t>
                  </a:r>
                </a:p>
                <a:p>
                  <a:pPr algn="ctr">
                    <a:lnSpc>
                      <a:spcPct val="100000"/>
                    </a:lnSpc>
                  </a:pPr>
                  <a:endParaRPr lang="en-US" altLang="zh-CN" sz="2000" b="1">
                    <a:solidFill>
                      <a:schemeClr val="bg2"/>
                    </a:solidFill>
                    <a:latin typeface="Times New Roman" pitchFamily="18" charset="0"/>
                  </a:endParaRPr>
                </a:p>
              </p:txBody>
            </p:sp>
            <p:sp>
              <p:nvSpPr>
                <p:cNvPr id="586795" name="Rectangle 43"/>
                <p:cNvSpPr>
                  <a:spLocks noChangeArrowheads="1"/>
                </p:cNvSpPr>
                <p:nvPr/>
              </p:nvSpPr>
              <p:spPr bwMode="auto">
                <a:xfrm>
                  <a:off x="845" y="768"/>
                  <a:ext cx="3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796" name="Group 44"/>
              <p:cNvGrpSpPr>
                <a:grpSpLocks/>
              </p:cNvGrpSpPr>
              <p:nvPr/>
            </p:nvGrpSpPr>
            <p:grpSpPr bwMode="auto">
              <a:xfrm>
                <a:off x="1183" y="768"/>
                <a:ext cx="380" cy="384"/>
                <a:chOff x="1183" y="768"/>
                <a:chExt cx="380" cy="384"/>
              </a:xfrm>
            </p:grpSpPr>
            <p:sp>
              <p:nvSpPr>
                <p:cNvPr id="586797" name="Rectangle 45"/>
                <p:cNvSpPr>
                  <a:spLocks noChangeArrowheads="1"/>
                </p:cNvSpPr>
                <p:nvPr/>
              </p:nvSpPr>
              <p:spPr bwMode="auto">
                <a:xfrm>
                  <a:off x="1226" y="768"/>
                  <a:ext cx="29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zh-CN" altLang="en-US" sz="2000" b="1">
                      <a:solidFill>
                        <a:schemeClr val="bg2"/>
                      </a:solidFill>
                    </a:rPr>
                    <a:t>女</a:t>
                  </a:r>
                </a:p>
                <a:p>
                  <a:pPr algn="ctr">
                    <a:lnSpc>
                      <a:spcPct val="100000"/>
                    </a:lnSpc>
                  </a:pPr>
                  <a:endParaRPr lang="en-US" altLang="zh-CN" sz="2000" b="1">
                    <a:solidFill>
                      <a:schemeClr val="bg2"/>
                    </a:solidFill>
                    <a:latin typeface="Times New Roman" pitchFamily="18" charset="0"/>
                  </a:endParaRPr>
                </a:p>
              </p:txBody>
            </p:sp>
            <p:sp>
              <p:nvSpPr>
                <p:cNvPr id="586798" name="Rectangle 46"/>
                <p:cNvSpPr>
                  <a:spLocks noChangeArrowheads="1"/>
                </p:cNvSpPr>
                <p:nvPr/>
              </p:nvSpPr>
              <p:spPr bwMode="auto">
                <a:xfrm>
                  <a:off x="1183" y="768"/>
                  <a:ext cx="380"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799" name="Group 47"/>
              <p:cNvGrpSpPr>
                <a:grpSpLocks/>
              </p:cNvGrpSpPr>
              <p:nvPr/>
            </p:nvGrpSpPr>
            <p:grpSpPr bwMode="auto">
              <a:xfrm>
                <a:off x="1563" y="768"/>
                <a:ext cx="548" cy="384"/>
                <a:chOff x="1563" y="768"/>
                <a:chExt cx="548" cy="384"/>
              </a:xfrm>
            </p:grpSpPr>
            <p:sp>
              <p:nvSpPr>
                <p:cNvPr id="586800" name="Rectangle 48"/>
                <p:cNvSpPr>
                  <a:spLocks noChangeArrowheads="1"/>
                </p:cNvSpPr>
                <p:nvPr/>
              </p:nvSpPr>
              <p:spPr bwMode="auto">
                <a:xfrm>
                  <a:off x="1606" y="768"/>
                  <a:ext cx="46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zh-CN" altLang="en-US" sz="2000" b="1">
                      <a:solidFill>
                        <a:schemeClr val="bg2"/>
                      </a:solidFill>
                    </a:rPr>
                    <a:t>通讯</a:t>
                  </a:r>
                </a:p>
                <a:p>
                  <a:pPr algn="ctr">
                    <a:lnSpc>
                      <a:spcPct val="100000"/>
                    </a:lnSpc>
                  </a:pPr>
                  <a:endParaRPr lang="en-US" altLang="zh-CN" sz="2000" b="1">
                    <a:solidFill>
                      <a:schemeClr val="bg2"/>
                    </a:solidFill>
                    <a:latin typeface="Times New Roman" pitchFamily="18" charset="0"/>
                  </a:endParaRPr>
                </a:p>
              </p:txBody>
            </p:sp>
            <p:sp>
              <p:nvSpPr>
                <p:cNvPr id="586801" name="Rectangle 49"/>
                <p:cNvSpPr>
                  <a:spLocks noChangeArrowheads="1"/>
                </p:cNvSpPr>
                <p:nvPr/>
              </p:nvSpPr>
              <p:spPr bwMode="auto">
                <a:xfrm>
                  <a:off x="1563" y="768"/>
                  <a:ext cx="54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802" name="Group 50"/>
              <p:cNvGrpSpPr>
                <a:grpSpLocks/>
              </p:cNvGrpSpPr>
              <p:nvPr/>
            </p:nvGrpSpPr>
            <p:grpSpPr bwMode="auto">
              <a:xfrm>
                <a:off x="0" y="1152"/>
                <a:ext cx="381" cy="384"/>
                <a:chOff x="0" y="1152"/>
                <a:chExt cx="381" cy="384"/>
              </a:xfrm>
            </p:grpSpPr>
            <p:sp>
              <p:nvSpPr>
                <p:cNvPr id="586803" name="Rectangle 51"/>
                <p:cNvSpPr>
                  <a:spLocks noChangeArrowheads="1"/>
                </p:cNvSpPr>
                <p:nvPr/>
              </p:nvSpPr>
              <p:spPr bwMode="auto">
                <a:xfrm>
                  <a:off x="43" y="1152"/>
                  <a:ext cx="295"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S4</a:t>
                  </a:r>
                </a:p>
                <a:p>
                  <a:pPr algn="ctr">
                    <a:lnSpc>
                      <a:spcPct val="100000"/>
                    </a:lnSpc>
                  </a:pPr>
                  <a:endParaRPr lang="en-US" altLang="zh-CN" sz="2000" b="1">
                    <a:solidFill>
                      <a:schemeClr val="bg2"/>
                    </a:solidFill>
                    <a:latin typeface="Times New Roman" pitchFamily="18" charset="0"/>
                  </a:endParaRPr>
                </a:p>
              </p:txBody>
            </p:sp>
            <p:sp>
              <p:nvSpPr>
                <p:cNvPr id="586804" name="Rectangle 52"/>
                <p:cNvSpPr>
                  <a:spLocks noChangeArrowheads="1"/>
                </p:cNvSpPr>
                <p:nvPr/>
              </p:nvSpPr>
              <p:spPr bwMode="auto">
                <a:xfrm>
                  <a:off x="0" y="1152"/>
                  <a:ext cx="38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805" name="Group 53"/>
              <p:cNvGrpSpPr>
                <a:grpSpLocks/>
              </p:cNvGrpSpPr>
              <p:nvPr/>
            </p:nvGrpSpPr>
            <p:grpSpPr bwMode="auto">
              <a:xfrm>
                <a:off x="381" y="1152"/>
                <a:ext cx="464" cy="384"/>
                <a:chOff x="381" y="1152"/>
                <a:chExt cx="464" cy="384"/>
              </a:xfrm>
            </p:grpSpPr>
            <p:sp>
              <p:nvSpPr>
                <p:cNvPr id="586806" name="Rectangle 54"/>
                <p:cNvSpPr>
                  <a:spLocks noChangeArrowheads="1"/>
                </p:cNvSpPr>
                <p:nvPr/>
              </p:nvSpPr>
              <p:spPr bwMode="auto">
                <a:xfrm>
                  <a:off x="424" y="1152"/>
                  <a:ext cx="37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zh-CN" altLang="en-US" sz="2000" b="1">
                      <a:solidFill>
                        <a:schemeClr val="bg2"/>
                      </a:solidFill>
                    </a:rPr>
                    <a:t>李刚畸</a:t>
                  </a:r>
                </a:p>
                <a:p>
                  <a:pPr algn="ctr">
                    <a:lnSpc>
                      <a:spcPct val="100000"/>
                    </a:lnSpc>
                  </a:pPr>
                  <a:endParaRPr lang="en-US" altLang="zh-CN" sz="2000" b="1">
                    <a:solidFill>
                      <a:schemeClr val="bg2"/>
                    </a:solidFill>
                    <a:latin typeface="Times New Roman" pitchFamily="18" charset="0"/>
                  </a:endParaRPr>
                </a:p>
              </p:txBody>
            </p:sp>
            <p:sp>
              <p:nvSpPr>
                <p:cNvPr id="586807" name="Rectangle 55"/>
                <p:cNvSpPr>
                  <a:spLocks noChangeArrowheads="1"/>
                </p:cNvSpPr>
                <p:nvPr/>
              </p:nvSpPr>
              <p:spPr bwMode="auto">
                <a:xfrm>
                  <a:off x="381" y="1152"/>
                  <a:ext cx="46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808" name="Group 56"/>
              <p:cNvGrpSpPr>
                <a:grpSpLocks/>
              </p:cNvGrpSpPr>
              <p:nvPr/>
            </p:nvGrpSpPr>
            <p:grpSpPr bwMode="auto">
              <a:xfrm>
                <a:off x="845" y="1152"/>
                <a:ext cx="338" cy="384"/>
                <a:chOff x="845" y="1152"/>
                <a:chExt cx="338" cy="384"/>
              </a:xfrm>
            </p:grpSpPr>
            <p:sp>
              <p:nvSpPr>
                <p:cNvPr id="586809" name="Rectangle 57"/>
                <p:cNvSpPr>
                  <a:spLocks noChangeArrowheads="1"/>
                </p:cNvSpPr>
                <p:nvPr/>
              </p:nvSpPr>
              <p:spPr bwMode="auto">
                <a:xfrm>
                  <a:off x="888" y="1152"/>
                  <a:ext cx="25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20</a:t>
                  </a:r>
                </a:p>
                <a:p>
                  <a:pPr algn="ctr">
                    <a:lnSpc>
                      <a:spcPct val="100000"/>
                    </a:lnSpc>
                  </a:pPr>
                  <a:endParaRPr lang="en-US" altLang="zh-CN" sz="2000" b="1">
                    <a:solidFill>
                      <a:schemeClr val="bg2"/>
                    </a:solidFill>
                    <a:latin typeface="Times New Roman" pitchFamily="18" charset="0"/>
                  </a:endParaRPr>
                </a:p>
              </p:txBody>
            </p:sp>
            <p:sp>
              <p:nvSpPr>
                <p:cNvPr id="586810" name="Rectangle 58"/>
                <p:cNvSpPr>
                  <a:spLocks noChangeArrowheads="1"/>
                </p:cNvSpPr>
                <p:nvPr/>
              </p:nvSpPr>
              <p:spPr bwMode="auto">
                <a:xfrm>
                  <a:off x="845" y="1152"/>
                  <a:ext cx="3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811" name="Group 59"/>
              <p:cNvGrpSpPr>
                <a:grpSpLocks/>
              </p:cNvGrpSpPr>
              <p:nvPr/>
            </p:nvGrpSpPr>
            <p:grpSpPr bwMode="auto">
              <a:xfrm>
                <a:off x="1183" y="1152"/>
                <a:ext cx="380" cy="384"/>
                <a:chOff x="1183" y="1152"/>
                <a:chExt cx="380" cy="384"/>
              </a:xfrm>
            </p:grpSpPr>
            <p:sp>
              <p:nvSpPr>
                <p:cNvPr id="586812" name="Rectangle 60"/>
                <p:cNvSpPr>
                  <a:spLocks noChangeArrowheads="1"/>
                </p:cNvSpPr>
                <p:nvPr/>
              </p:nvSpPr>
              <p:spPr bwMode="auto">
                <a:xfrm>
                  <a:off x="1226" y="1152"/>
                  <a:ext cx="29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zh-CN" altLang="en-US" sz="2000" b="1">
                      <a:solidFill>
                        <a:schemeClr val="bg2"/>
                      </a:solidFill>
                    </a:rPr>
                    <a:t>男</a:t>
                  </a:r>
                </a:p>
                <a:p>
                  <a:pPr algn="ctr">
                    <a:lnSpc>
                      <a:spcPct val="100000"/>
                    </a:lnSpc>
                  </a:pPr>
                  <a:endParaRPr lang="en-US" altLang="zh-CN" sz="2000" b="1">
                    <a:solidFill>
                      <a:schemeClr val="bg2"/>
                    </a:solidFill>
                    <a:latin typeface="Times New Roman" pitchFamily="18" charset="0"/>
                  </a:endParaRPr>
                </a:p>
              </p:txBody>
            </p:sp>
            <p:sp>
              <p:nvSpPr>
                <p:cNvPr id="586813" name="Rectangle 61"/>
                <p:cNvSpPr>
                  <a:spLocks noChangeArrowheads="1"/>
                </p:cNvSpPr>
                <p:nvPr/>
              </p:nvSpPr>
              <p:spPr bwMode="auto">
                <a:xfrm>
                  <a:off x="1183" y="1152"/>
                  <a:ext cx="380"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814" name="Group 62"/>
              <p:cNvGrpSpPr>
                <a:grpSpLocks/>
              </p:cNvGrpSpPr>
              <p:nvPr/>
            </p:nvGrpSpPr>
            <p:grpSpPr bwMode="auto">
              <a:xfrm>
                <a:off x="1563" y="1152"/>
                <a:ext cx="548" cy="384"/>
                <a:chOff x="1563" y="1152"/>
                <a:chExt cx="548" cy="384"/>
              </a:xfrm>
            </p:grpSpPr>
            <p:sp>
              <p:nvSpPr>
                <p:cNvPr id="586815" name="Rectangle 63"/>
                <p:cNvSpPr>
                  <a:spLocks noChangeArrowheads="1"/>
                </p:cNvSpPr>
                <p:nvPr/>
              </p:nvSpPr>
              <p:spPr bwMode="auto">
                <a:xfrm>
                  <a:off x="1606" y="1152"/>
                  <a:ext cx="46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zh-CN" altLang="en-US" sz="2000" b="1">
                      <a:solidFill>
                        <a:schemeClr val="bg2"/>
                      </a:solidFill>
                    </a:rPr>
                    <a:t>法学</a:t>
                  </a:r>
                </a:p>
                <a:p>
                  <a:pPr algn="ctr">
                    <a:lnSpc>
                      <a:spcPct val="100000"/>
                    </a:lnSpc>
                  </a:pPr>
                  <a:endParaRPr lang="en-US" altLang="zh-CN" sz="2000" b="1">
                    <a:solidFill>
                      <a:schemeClr val="bg2"/>
                    </a:solidFill>
                    <a:latin typeface="Times New Roman" pitchFamily="18" charset="0"/>
                  </a:endParaRPr>
                </a:p>
              </p:txBody>
            </p:sp>
            <p:sp>
              <p:nvSpPr>
                <p:cNvPr id="586816" name="Rectangle 64"/>
                <p:cNvSpPr>
                  <a:spLocks noChangeArrowheads="1"/>
                </p:cNvSpPr>
                <p:nvPr/>
              </p:nvSpPr>
              <p:spPr bwMode="auto">
                <a:xfrm>
                  <a:off x="1563" y="1152"/>
                  <a:ext cx="54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817" name="Group 65"/>
              <p:cNvGrpSpPr>
                <a:grpSpLocks/>
              </p:cNvGrpSpPr>
              <p:nvPr/>
            </p:nvGrpSpPr>
            <p:grpSpPr bwMode="auto">
              <a:xfrm>
                <a:off x="0" y="1536"/>
                <a:ext cx="381" cy="384"/>
                <a:chOff x="0" y="1536"/>
                <a:chExt cx="381" cy="384"/>
              </a:xfrm>
            </p:grpSpPr>
            <p:sp>
              <p:nvSpPr>
                <p:cNvPr id="586818" name="Rectangle 66"/>
                <p:cNvSpPr>
                  <a:spLocks noChangeArrowheads="1"/>
                </p:cNvSpPr>
                <p:nvPr/>
              </p:nvSpPr>
              <p:spPr bwMode="auto">
                <a:xfrm>
                  <a:off x="43" y="1536"/>
                  <a:ext cx="295"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S6</a:t>
                  </a:r>
                </a:p>
                <a:p>
                  <a:pPr algn="ctr">
                    <a:lnSpc>
                      <a:spcPct val="100000"/>
                    </a:lnSpc>
                  </a:pPr>
                  <a:endParaRPr lang="en-US" altLang="zh-CN" sz="2000" b="1">
                    <a:solidFill>
                      <a:schemeClr val="bg2"/>
                    </a:solidFill>
                    <a:latin typeface="Times New Roman" pitchFamily="18" charset="0"/>
                  </a:endParaRPr>
                </a:p>
              </p:txBody>
            </p:sp>
            <p:sp>
              <p:nvSpPr>
                <p:cNvPr id="586819" name="Rectangle 67"/>
                <p:cNvSpPr>
                  <a:spLocks noChangeArrowheads="1"/>
                </p:cNvSpPr>
                <p:nvPr/>
              </p:nvSpPr>
              <p:spPr bwMode="auto">
                <a:xfrm>
                  <a:off x="0" y="1536"/>
                  <a:ext cx="38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820" name="Group 68"/>
              <p:cNvGrpSpPr>
                <a:grpSpLocks/>
              </p:cNvGrpSpPr>
              <p:nvPr/>
            </p:nvGrpSpPr>
            <p:grpSpPr bwMode="auto">
              <a:xfrm>
                <a:off x="381" y="1536"/>
                <a:ext cx="464" cy="384"/>
                <a:chOff x="381" y="1536"/>
                <a:chExt cx="464" cy="384"/>
              </a:xfrm>
            </p:grpSpPr>
            <p:sp>
              <p:nvSpPr>
                <p:cNvPr id="586821" name="Rectangle 69"/>
                <p:cNvSpPr>
                  <a:spLocks noChangeArrowheads="1"/>
                </p:cNvSpPr>
                <p:nvPr/>
              </p:nvSpPr>
              <p:spPr bwMode="auto">
                <a:xfrm>
                  <a:off x="424" y="1536"/>
                  <a:ext cx="37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zh-CN" altLang="en-US" sz="2000" b="1">
                      <a:solidFill>
                        <a:schemeClr val="bg2"/>
                      </a:solidFill>
                    </a:rPr>
                    <a:t>蒋天云</a:t>
                  </a:r>
                </a:p>
                <a:p>
                  <a:pPr algn="ctr">
                    <a:lnSpc>
                      <a:spcPct val="100000"/>
                    </a:lnSpc>
                  </a:pPr>
                  <a:endParaRPr lang="en-US" altLang="zh-CN" sz="2000" b="1">
                    <a:solidFill>
                      <a:schemeClr val="bg2"/>
                    </a:solidFill>
                    <a:latin typeface="Times New Roman" pitchFamily="18" charset="0"/>
                  </a:endParaRPr>
                </a:p>
              </p:txBody>
            </p:sp>
            <p:sp>
              <p:nvSpPr>
                <p:cNvPr id="586822" name="Rectangle 70"/>
                <p:cNvSpPr>
                  <a:spLocks noChangeArrowheads="1"/>
                </p:cNvSpPr>
                <p:nvPr/>
              </p:nvSpPr>
              <p:spPr bwMode="auto">
                <a:xfrm>
                  <a:off x="381" y="1536"/>
                  <a:ext cx="46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823" name="Group 71"/>
              <p:cNvGrpSpPr>
                <a:grpSpLocks/>
              </p:cNvGrpSpPr>
              <p:nvPr/>
            </p:nvGrpSpPr>
            <p:grpSpPr bwMode="auto">
              <a:xfrm>
                <a:off x="845" y="1536"/>
                <a:ext cx="338" cy="384"/>
                <a:chOff x="845" y="1536"/>
                <a:chExt cx="338" cy="384"/>
              </a:xfrm>
            </p:grpSpPr>
            <p:sp>
              <p:nvSpPr>
                <p:cNvPr id="586824" name="Rectangle 72"/>
                <p:cNvSpPr>
                  <a:spLocks noChangeArrowheads="1"/>
                </p:cNvSpPr>
                <p:nvPr/>
              </p:nvSpPr>
              <p:spPr bwMode="auto">
                <a:xfrm>
                  <a:off x="888" y="1536"/>
                  <a:ext cx="25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19</a:t>
                  </a:r>
                </a:p>
                <a:p>
                  <a:pPr algn="ctr">
                    <a:lnSpc>
                      <a:spcPct val="100000"/>
                    </a:lnSpc>
                  </a:pPr>
                  <a:endParaRPr lang="en-US" altLang="zh-CN" sz="2000" b="1">
                    <a:solidFill>
                      <a:schemeClr val="bg2"/>
                    </a:solidFill>
                    <a:latin typeface="Times New Roman" pitchFamily="18" charset="0"/>
                  </a:endParaRPr>
                </a:p>
              </p:txBody>
            </p:sp>
            <p:sp>
              <p:nvSpPr>
                <p:cNvPr id="586825" name="Rectangle 73"/>
                <p:cNvSpPr>
                  <a:spLocks noChangeArrowheads="1"/>
                </p:cNvSpPr>
                <p:nvPr/>
              </p:nvSpPr>
              <p:spPr bwMode="auto">
                <a:xfrm>
                  <a:off x="845" y="1536"/>
                  <a:ext cx="3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826" name="Group 74"/>
              <p:cNvGrpSpPr>
                <a:grpSpLocks/>
              </p:cNvGrpSpPr>
              <p:nvPr/>
            </p:nvGrpSpPr>
            <p:grpSpPr bwMode="auto">
              <a:xfrm>
                <a:off x="1183" y="1536"/>
                <a:ext cx="380" cy="384"/>
                <a:chOff x="1183" y="1536"/>
                <a:chExt cx="380" cy="384"/>
              </a:xfrm>
            </p:grpSpPr>
            <p:sp>
              <p:nvSpPr>
                <p:cNvPr id="586827" name="Rectangle 75"/>
                <p:cNvSpPr>
                  <a:spLocks noChangeArrowheads="1"/>
                </p:cNvSpPr>
                <p:nvPr/>
              </p:nvSpPr>
              <p:spPr bwMode="auto">
                <a:xfrm>
                  <a:off x="1226" y="1536"/>
                  <a:ext cx="29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zh-CN" altLang="en-US" sz="2000" b="1">
                      <a:solidFill>
                        <a:schemeClr val="bg2"/>
                      </a:solidFill>
                    </a:rPr>
                    <a:t>男</a:t>
                  </a:r>
                </a:p>
                <a:p>
                  <a:pPr algn="ctr">
                    <a:lnSpc>
                      <a:spcPct val="100000"/>
                    </a:lnSpc>
                  </a:pPr>
                  <a:endParaRPr lang="en-US" altLang="zh-CN" sz="2000" b="1">
                    <a:solidFill>
                      <a:schemeClr val="bg2"/>
                    </a:solidFill>
                    <a:latin typeface="Times New Roman" pitchFamily="18" charset="0"/>
                  </a:endParaRPr>
                </a:p>
              </p:txBody>
            </p:sp>
            <p:sp>
              <p:nvSpPr>
                <p:cNvPr id="586828" name="Rectangle 76"/>
                <p:cNvSpPr>
                  <a:spLocks noChangeArrowheads="1"/>
                </p:cNvSpPr>
                <p:nvPr/>
              </p:nvSpPr>
              <p:spPr bwMode="auto">
                <a:xfrm>
                  <a:off x="1183" y="1536"/>
                  <a:ext cx="380"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829" name="Group 77"/>
              <p:cNvGrpSpPr>
                <a:grpSpLocks/>
              </p:cNvGrpSpPr>
              <p:nvPr/>
            </p:nvGrpSpPr>
            <p:grpSpPr bwMode="auto">
              <a:xfrm>
                <a:off x="1563" y="1536"/>
                <a:ext cx="548" cy="384"/>
                <a:chOff x="1563" y="1536"/>
                <a:chExt cx="548" cy="384"/>
              </a:xfrm>
            </p:grpSpPr>
            <p:sp>
              <p:nvSpPr>
                <p:cNvPr id="586830" name="Rectangle 78"/>
                <p:cNvSpPr>
                  <a:spLocks noChangeArrowheads="1"/>
                </p:cNvSpPr>
                <p:nvPr/>
              </p:nvSpPr>
              <p:spPr bwMode="auto">
                <a:xfrm>
                  <a:off x="1606" y="1536"/>
                  <a:ext cx="46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zh-CN" altLang="en-US" sz="2000" b="1">
                      <a:solidFill>
                        <a:schemeClr val="bg2"/>
                      </a:solidFill>
                    </a:rPr>
                    <a:t>国际贸易</a:t>
                  </a:r>
                </a:p>
                <a:p>
                  <a:pPr algn="ctr">
                    <a:lnSpc>
                      <a:spcPct val="100000"/>
                    </a:lnSpc>
                  </a:pPr>
                  <a:endParaRPr lang="en-US" altLang="zh-CN" sz="2000" b="1">
                    <a:solidFill>
                      <a:schemeClr val="bg2"/>
                    </a:solidFill>
                    <a:latin typeface="Times New Roman" pitchFamily="18" charset="0"/>
                  </a:endParaRPr>
                </a:p>
              </p:txBody>
            </p:sp>
            <p:sp>
              <p:nvSpPr>
                <p:cNvPr id="586831" name="Rectangle 79"/>
                <p:cNvSpPr>
                  <a:spLocks noChangeArrowheads="1"/>
                </p:cNvSpPr>
                <p:nvPr/>
              </p:nvSpPr>
              <p:spPr bwMode="auto">
                <a:xfrm>
                  <a:off x="1563" y="1536"/>
                  <a:ext cx="54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832" name="Group 80"/>
              <p:cNvGrpSpPr>
                <a:grpSpLocks/>
              </p:cNvGrpSpPr>
              <p:nvPr/>
            </p:nvGrpSpPr>
            <p:grpSpPr bwMode="auto">
              <a:xfrm>
                <a:off x="0" y="1920"/>
                <a:ext cx="381" cy="384"/>
                <a:chOff x="0" y="1920"/>
                <a:chExt cx="381" cy="384"/>
              </a:xfrm>
            </p:grpSpPr>
            <p:sp>
              <p:nvSpPr>
                <p:cNvPr id="586833" name="Rectangle 81"/>
                <p:cNvSpPr>
                  <a:spLocks noChangeArrowheads="1"/>
                </p:cNvSpPr>
                <p:nvPr/>
              </p:nvSpPr>
              <p:spPr bwMode="auto">
                <a:xfrm>
                  <a:off x="43" y="1920"/>
                  <a:ext cx="295"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S9</a:t>
                  </a:r>
                </a:p>
                <a:p>
                  <a:pPr algn="ctr">
                    <a:lnSpc>
                      <a:spcPct val="100000"/>
                    </a:lnSpc>
                  </a:pPr>
                  <a:endParaRPr lang="en-US" altLang="zh-CN" sz="2000" b="1">
                    <a:solidFill>
                      <a:schemeClr val="bg2"/>
                    </a:solidFill>
                    <a:latin typeface="Times New Roman" pitchFamily="18" charset="0"/>
                  </a:endParaRPr>
                </a:p>
              </p:txBody>
            </p:sp>
            <p:sp>
              <p:nvSpPr>
                <p:cNvPr id="586834" name="Rectangle 82"/>
                <p:cNvSpPr>
                  <a:spLocks noChangeArrowheads="1"/>
                </p:cNvSpPr>
                <p:nvPr/>
              </p:nvSpPr>
              <p:spPr bwMode="auto">
                <a:xfrm>
                  <a:off x="0" y="1920"/>
                  <a:ext cx="38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835" name="Group 83"/>
              <p:cNvGrpSpPr>
                <a:grpSpLocks/>
              </p:cNvGrpSpPr>
              <p:nvPr/>
            </p:nvGrpSpPr>
            <p:grpSpPr bwMode="auto">
              <a:xfrm>
                <a:off x="381" y="1920"/>
                <a:ext cx="464" cy="384"/>
                <a:chOff x="381" y="1920"/>
                <a:chExt cx="464" cy="384"/>
              </a:xfrm>
            </p:grpSpPr>
            <p:sp>
              <p:nvSpPr>
                <p:cNvPr id="586836" name="Rectangle 84"/>
                <p:cNvSpPr>
                  <a:spLocks noChangeArrowheads="1"/>
                </p:cNvSpPr>
                <p:nvPr/>
              </p:nvSpPr>
              <p:spPr bwMode="auto">
                <a:xfrm>
                  <a:off x="424" y="1920"/>
                  <a:ext cx="37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zh-CN" altLang="en-US" sz="2000" b="1">
                      <a:solidFill>
                        <a:schemeClr val="bg2"/>
                      </a:solidFill>
                    </a:rPr>
                    <a:t>王莉</a:t>
                  </a:r>
                </a:p>
                <a:p>
                  <a:pPr algn="ctr">
                    <a:lnSpc>
                      <a:spcPct val="100000"/>
                    </a:lnSpc>
                  </a:pPr>
                  <a:endParaRPr lang="en-US" altLang="zh-CN" sz="2000" b="1">
                    <a:solidFill>
                      <a:schemeClr val="bg2"/>
                    </a:solidFill>
                    <a:latin typeface="Times New Roman" pitchFamily="18" charset="0"/>
                  </a:endParaRPr>
                </a:p>
              </p:txBody>
            </p:sp>
            <p:sp>
              <p:nvSpPr>
                <p:cNvPr id="586837" name="Rectangle 85"/>
                <p:cNvSpPr>
                  <a:spLocks noChangeArrowheads="1"/>
                </p:cNvSpPr>
                <p:nvPr/>
              </p:nvSpPr>
              <p:spPr bwMode="auto">
                <a:xfrm>
                  <a:off x="381" y="1920"/>
                  <a:ext cx="46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838" name="Group 86"/>
              <p:cNvGrpSpPr>
                <a:grpSpLocks/>
              </p:cNvGrpSpPr>
              <p:nvPr/>
            </p:nvGrpSpPr>
            <p:grpSpPr bwMode="auto">
              <a:xfrm>
                <a:off x="845" y="1920"/>
                <a:ext cx="338" cy="384"/>
                <a:chOff x="845" y="1920"/>
                <a:chExt cx="338" cy="384"/>
              </a:xfrm>
            </p:grpSpPr>
            <p:sp>
              <p:nvSpPr>
                <p:cNvPr id="586839" name="Rectangle 87"/>
                <p:cNvSpPr>
                  <a:spLocks noChangeArrowheads="1"/>
                </p:cNvSpPr>
                <p:nvPr/>
              </p:nvSpPr>
              <p:spPr bwMode="auto">
                <a:xfrm>
                  <a:off x="888" y="1920"/>
                  <a:ext cx="25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21</a:t>
                  </a:r>
                </a:p>
                <a:p>
                  <a:pPr algn="ctr">
                    <a:lnSpc>
                      <a:spcPct val="100000"/>
                    </a:lnSpc>
                  </a:pPr>
                  <a:endParaRPr lang="en-US" altLang="zh-CN" sz="2000" b="1">
                    <a:solidFill>
                      <a:schemeClr val="bg2"/>
                    </a:solidFill>
                    <a:latin typeface="Times New Roman" pitchFamily="18" charset="0"/>
                  </a:endParaRPr>
                </a:p>
              </p:txBody>
            </p:sp>
            <p:sp>
              <p:nvSpPr>
                <p:cNvPr id="586840" name="Rectangle 88"/>
                <p:cNvSpPr>
                  <a:spLocks noChangeArrowheads="1"/>
                </p:cNvSpPr>
                <p:nvPr/>
              </p:nvSpPr>
              <p:spPr bwMode="auto">
                <a:xfrm>
                  <a:off x="845" y="1920"/>
                  <a:ext cx="3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841" name="Group 89"/>
              <p:cNvGrpSpPr>
                <a:grpSpLocks/>
              </p:cNvGrpSpPr>
              <p:nvPr/>
            </p:nvGrpSpPr>
            <p:grpSpPr bwMode="auto">
              <a:xfrm>
                <a:off x="1183" y="1920"/>
                <a:ext cx="380" cy="384"/>
                <a:chOff x="1183" y="1920"/>
                <a:chExt cx="380" cy="384"/>
              </a:xfrm>
            </p:grpSpPr>
            <p:sp>
              <p:nvSpPr>
                <p:cNvPr id="586842" name="Rectangle 90"/>
                <p:cNvSpPr>
                  <a:spLocks noChangeArrowheads="1"/>
                </p:cNvSpPr>
                <p:nvPr/>
              </p:nvSpPr>
              <p:spPr bwMode="auto">
                <a:xfrm>
                  <a:off x="1226" y="1920"/>
                  <a:ext cx="29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zh-CN" altLang="en-US" sz="2000" b="1">
                      <a:solidFill>
                        <a:schemeClr val="bg2"/>
                      </a:solidFill>
                    </a:rPr>
                    <a:t>女</a:t>
                  </a:r>
                </a:p>
                <a:p>
                  <a:pPr algn="ctr">
                    <a:lnSpc>
                      <a:spcPct val="100000"/>
                    </a:lnSpc>
                  </a:pPr>
                  <a:endParaRPr lang="en-US" altLang="zh-CN" sz="2000" b="1">
                    <a:solidFill>
                      <a:schemeClr val="bg2"/>
                    </a:solidFill>
                    <a:latin typeface="Times New Roman" pitchFamily="18" charset="0"/>
                  </a:endParaRPr>
                </a:p>
              </p:txBody>
            </p:sp>
            <p:sp>
              <p:nvSpPr>
                <p:cNvPr id="586843" name="Rectangle 91"/>
                <p:cNvSpPr>
                  <a:spLocks noChangeArrowheads="1"/>
                </p:cNvSpPr>
                <p:nvPr/>
              </p:nvSpPr>
              <p:spPr bwMode="auto">
                <a:xfrm>
                  <a:off x="1183" y="1920"/>
                  <a:ext cx="380"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844" name="Group 92"/>
              <p:cNvGrpSpPr>
                <a:grpSpLocks/>
              </p:cNvGrpSpPr>
              <p:nvPr/>
            </p:nvGrpSpPr>
            <p:grpSpPr bwMode="auto">
              <a:xfrm>
                <a:off x="1563" y="1920"/>
                <a:ext cx="548" cy="384"/>
                <a:chOff x="1563" y="1920"/>
                <a:chExt cx="548" cy="384"/>
              </a:xfrm>
            </p:grpSpPr>
            <p:sp>
              <p:nvSpPr>
                <p:cNvPr id="586845" name="Rectangle 93"/>
                <p:cNvSpPr>
                  <a:spLocks noChangeArrowheads="1"/>
                </p:cNvSpPr>
                <p:nvPr/>
              </p:nvSpPr>
              <p:spPr bwMode="auto">
                <a:xfrm>
                  <a:off x="1606" y="1920"/>
                  <a:ext cx="46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zh-CN" altLang="en-US" sz="2000" b="1">
                      <a:solidFill>
                        <a:schemeClr val="bg2"/>
                      </a:solidFill>
                    </a:rPr>
                    <a:t>计算机</a:t>
                  </a:r>
                </a:p>
                <a:p>
                  <a:pPr algn="ctr">
                    <a:lnSpc>
                      <a:spcPct val="100000"/>
                    </a:lnSpc>
                  </a:pPr>
                  <a:endParaRPr lang="en-US" altLang="zh-CN" sz="2000" b="1">
                    <a:solidFill>
                      <a:schemeClr val="bg2"/>
                    </a:solidFill>
                    <a:latin typeface="Times New Roman" pitchFamily="18" charset="0"/>
                  </a:endParaRPr>
                </a:p>
              </p:txBody>
            </p:sp>
            <p:sp>
              <p:nvSpPr>
                <p:cNvPr id="586846" name="Rectangle 94"/>
                <p:cNvSpPr>
                  <a:spLocks noChangeArrowheads="1"/>
                </p:cNvSpPr>
                <p:nvPr/>
              </p:nvSpPr>
              <p:spPr bwMode="auto">
                <a:xfrm>
                  <a:off x="1563" y="1920"/>
                  <a:ext cx="54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sp>
          <p:nvSpPr>
            <p:cNvPr id="586847" name="Rectangle 95"/>
            <p:cNvSpPr>
              <a:spLocks noChangeArrowheads="1"/>
            </p:cNvSpPr>
            <p:nvPr/>
          </p:nvSpPr>
          <p:spPr bwMode="auto">
            <a:xfrm>
              <a:off x="-3" y="-3"/>
              <a:ext cx="2117" cy="2310"/>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sp>
        <p:nvSpPr>
          <p:cNvPr id="586959" name="Rectangle 207"/>
          <p:cNvSpPr>
            <a:spLocks noChangeArrowheads="1"/>
          </p:cNvSpPr>
          <p:nvPr/>
        </p:nvSpPr>
        <p:spPr bwMode="auto">
          <a:xfrm>
            <a:off x="3175" y="5567363"/>
            <a:ext cx="9144000" cy="152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indent="406400" eaLnBrk="1" hangingPunct="1">
              <a:lnSpc>
                <a:spcPct val="100000"/>
              </a:lnSpc>
            </a:pPr>
            <a:r>
              <a:rPr lang="en-US" altLang="zh-CN" sz="1000" b="1">
                <a:latin typeface="Times New Roman"/>
              </a:rPr>
              <a:t> </a:t>
            </a:r>
            <a:endParaRPr lang="en-US" altLang="zh-CN" sz="1000"/>
          </a:p>
          <a:p>
            <a:pPr indent="406400">
              <a:lnSpc>
                <a:spcPct val="100000"/>
              </a:lnSpc>
            </a:pPr>
            <a:r>
              <a:rPr lang="en-US" altLang="zh-CN" sz="1000" b="1">
                <a:latin typeface="Times New Roman"/>
              </a:rPr>
              <a:t> </a:t>
            </a:r>
            <a:endParaRPr lang="en-US" altLang="zh-CN" sz="1000"/>
          </a:p>
          <a:p>
            <a:pPr indent="406400">
              <a:lnSpc>
                <a:spcPct val="100000"/>
              </a:lnSpc>
            </a:pPr>
            <a:r>
              <a:rPr lang="en-US" altLang="zh-CN" sz="1000" b="1">
                <a:latin typeface="Times New Roman"/>
              </a:rPr>
              <a:t> </a:t>
            </a:r>
            <a:endParaRPr lang="en-US" altLang="zh-CN" sz="1000"/>
          </a:p>
          <a:p>
            <a:pPr indent="406400">
              <a:lnSpc>
                <a:spcPct val="100000"/>
              </a:lnSpc>
            </a:pPr>
            <a:r>
              <a:rPr lang="en-US" altLang="zh-CN" sz="1000"/>
              <a:t>                      </a:t>
            </a:r>
          </a:p>
          <a:p>
            <a:pPr indent="406400">
              <a:lnSpc>
                <a:spcPct val="100000"/>
              </a:lnSpc>
            </a:pPr>
            <a:r>
              <a:rPr lang="en-US" altLang="zh-CN" sz="1000" b="1">
                <a:latin typeface="Times New Roman"/>
              </a:rPr>
              <a:t> </a:t>
            </a:r>
            <a:endParaRPr lang="en-US" altLang="zh-CN" sz="1000"/>
          </a:p>
          <a:p>
            <a:pPr indent="406400">
              <a:lnSpc>
                <a:spcPct val="100000"/>
              </a:lnSpc>
            </a:pPr>
            <a:r>
              <a:rPr lang="en-US" altLang="zh-CN" sz="1000" b="1">
                <a:latin typeface="Times New Roman"/>
              </a:rPr>
              <a:t> </a:t>
            </a:r>
            <a:endParaRPr lang="en-US" altLang="zh-CN" sz="1000"/>
          </a:p>
          <a:p>
            <a:pPr indent="406400">
              <a:lnSpc>
                <a:spcPct val="100000"/>
              </a:lnSpc>
            </a:pPr>
            <a:r>
              <a:rPr lang="en-US" altLang="zh-CN" sz="1000" b="1">
                <a:latin typeface="Times New Roman"/>
              </a:rPr>
              <a:t> </a:t>
            </a:r>
            <a:endParaRPr lang="en-US" altLang="zh-CN" sz="1000"/>
          </a:p>
          <a:p>
            <a:pPr indent="406400" algn="l">
              <a:lnSpc>
                <a:spcPct val="100000"/>
              </a:lnSpc>
            </a:pPr>
            <a:endParaRPr lang="en-US" altLang="zh-CN" sz="2400">
              <a:latin typeface="Times New Roman" pitchFamily="18" charset="0"/>
            </a:endParaRPr>
          </a:p>
        </p:txBody>
      </p:sp>
      <p:grpSp>
        <p:nvGrpSpPr>
          <p:cNvPr id="586960" name="Group 208"/>
          <p:cNvGrpSpPr>
            <a:grpSpLocks/>
          </p:cNvGrpSpPr>
          <p:nvPr/>
        </p:nvGrpSpPr>
        <p:grpSpPr bwMode="auto">
          <a:xfrm>
            <a:off x="228600" y="4414838"/>
            <a:ext cx="6013450" cy="2443162"/>
            <a:chOff x="-3" y="7875"/>
            <a:chExt cx="1820" cy="2214"/>
          </a:xfrm>
        </p:grpSpPr>
        <p:grpSp>
          <p:nvGrpSpPr>
            <p:cNvPr id="586961" name="Group 209"/>
            <p:cNvGrpSpPr>
              <a:grpSpLocks/>
            </p:cNvGrpSpPr>
            <p:nvPr/>
          </p:nvGrpSpPr>
          <p:grpSpPr bwMode="auto">
            <a:xfrm>
              <a:off x="0" y="7878"/>
              <a:ext cx="1814" cy="2208"/>
              <a:chOff x="0" y="7878"/>
              <a:chExt cx="1814" cy="2208"/>
            </a:xfrm>
          </p:grpSpPr>
          <p:grpSp>
            <p:nvGrpSpPr>
              <p:cNvPr id="586962" name="Group 210"/>
              <p:cNvGrpSpPr>
                <a:grpSpLocks/>
              </p:cNvGrpSpPr>
              <p:nvPr/>
            </p:nvGrpSpPr>
            <p:grpSpPr bwMode="auto">
              <a:xfrm>
                <a:off x="0" y="7878"/>
                <a:ext cx="339" cy="384"/>
                <a:chOff x="0" y="7878"/>
                <a:chExt cx="339" cy="384"/>
              </a:xfrm>
            </p:grpSpPr>
            <p:sp>
              <p:nvSpPr>
                <p:cNvPr id="586963" name="Rectangle 211"/>
                <p:cNvSpPr>
                  <a:spLocks noChangeArrowheads="1"/>
                </p:cNvSpPr>
                <p:nvPr/>
              </p:nvSpPr>
              <p:spPr bwMode="auto">
                <a:xfrm>
                  <a:off x="43" y="7878"/>
                  <a:ext cx="25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1800" b="1" u="sng">
                      <a:solidFill>
                        <a:schemeClr val="bg1"/>
                      </a:solidFill>
                    </a:rPr>
                    <a:t>CNO</a:t>
                  </a:r>
                </a:p>
                <a:p>
                  <a:pPr algn="ctr">
                    <a:lnSpc>
                      <a:spcPct val="100000"/>
                    </a:lnSpc>
                  </a:pPr>
                  <a:endParaRPr lang="en-US" altLang="zh-CN" sz="1800" b="1">
                    <a:solidFill>
                      <a:schemeClr val="bg1"/>
                    </a:solidFill>
                    <a:latin typeface="Times New Roman" pitchFamily="18" charset="0"/>
                  </a:endParaRPr>
                </a:p>
              </p:txBody>
            </p:sp>
            <p:sp>
              <p:nvSpPr>
                <p:cNvPr id="586964" name="Rectangle 212"/>
                <p:cNvSpPr>
                  <a:spLocks noChangeArrowheads="1"/>
                </p:cNvSpPr>
                <p:nvPr/>
              </p:nvSpPr>
              <p:spPr bwMode="auto">
                <a:xfrm>
                  <a:off x="0" y="7878"/>
                  <a:ext cx="33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965" name="Group 213"/>
              <p:cNvGrpSpPr>
                <a:grpSpLocks/>
              </p:cNvGrpSpPr>
              <p:nvPr/>
            </p:nvGrpSpPr>
            <p:grpSpPr bwMode="auto">
              <a:xfrm>
                <a:off x="339" y="7878"/>
                <a:ext cx="589" cy="384"/>
                <a:chOff x="339" y="7878"/>
                <a:chExt cx="589" cy="384"/>
              </a:xfrm>
            </p:grpSpPr>
            <p:sp>
              <p:nvSpPr>
                <p:cNvPr id="586966" name="Rectangle 214"/>
                <p:cNvSpPr>
                  <a:spLocks noChangeArrowheads="1"/>
                </p:cNvSpPr>
                <p:nvPr/>
              </p:nvSpPr>
              <p:spPr bwMode="auto">
                <a:xfrm>
                  <a:off x="382" y="7878"/>
                  <a:ext cx="50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1800" b="1">
                      <a:solidFill>
                        <a:schemeClr val="bg1"/>
                      </a:solidFill>
                    </a:rPr>
                    <a:t>CNAME</a:t>
                  </a:r>
                </a:p>
                <a:p>
                  <a:pPr algn="ctr">
                    <a:lnSpc>
                      <a:spcPct val="100000"/>
                    </a:lnSpc>
                  </a:pPr>
                  <a:endParaRPr lang="en-US" altLang="zh-CN" sz="1800" b="1">
                    <a:solidFill>
                      <a:schemeClr val="bg1"/>
                    </a:solidFill>
                    <a:latin typeface="Times New Roman" pitchFamily="18" charset="0"/>
                  </a:endParaRPr>
                </a:p>
              </p:txBody>
            </p:sp>
            <p:sp>
              <p:nvSpPr>
                <p:cNvPr id="586967" name="Rectangle 215"/>
                <p:cNvSpPr>
                  <a:spLocks noChangeArrowheads="1"/>
                </p:cNvSpPr>
                <p:nvPr/>
              </p:nvSpPr>
              <p:spPr bwMode="auto">
                <a:xfrm>
                  <a:off x="339" y="7878"/>
                  <a:ext cx="58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968" name="Group 216"/>
              <p:cNvGrpSpPr>
                <a:grpSpLocks/>
              </p:cNvGrpSpPr>
              <p:nvPr/>
            </p:nvGrpSpPr>
            <p:grpSpPr bwMode="auto">
              <a:xfrm>
                <a:off x="928" y="7878"/>
                <a:ext cx="422" cy="384"/>
                <a:chOff x="928" y="7878"/>
                <a:chExt cx="422" cy="384"/>
              </a:xfrm>
            </p:grpSpPr>
            <p:sp>
              <p:nvSpPr>
                <p:cNvPr id="586969" name="Rectangle 217"/>
                <p:cNvSpPr>
                  <a:spLocks noChangeArrowheads="1"/>
                </p:cNvSpPr>
                <p:nvPr/>
              </p:nvSpPr>
              <p:spPr bwMode="auto">
                <a:xfrm>
                  <a:off x="971" y="7878"/>
                  <a:ext cx="336"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1800" b="1">
                      <a:solidFill>
                        <a:schemeClr val="bg1"/>
                      </a:solidFill>
                    </a:rPr>
                    <a:t>CDEPT</a:t>
                  </a:r>
                </a:p>
                <a:p>
                  <a:pPr algn="ctr">
                    <a:lnSpc>
                      <a:spcPct val="100000"/>
                    </a:lnSpc>
                  </a:pPr>
                  <a:endParaRPr lang="en-US" altLang="zh-CN" sz="1800" b="1">
                    <a:solidFill>
                      <a:schemeClr val="bg1"/>
                    </a:solidFill>
                    <a:latin typeface="Times New Roman" pitchFamily="18" charset="0"/>
                  </a:endParaRPr>
                </a:p>
              </p:txBody>
            </p:sp>
            <p:sp>
              <p:nvSpPr>
                <p:cNvPr id="586970" name="Rectangle 218"/>
                <p:cNvSpPr>
                  <a:spLocks noChangeArrowheads="1"/>
                </p:cNvSpPr>
                <p:nvPr/>
              </p:nvSpPr>
              <p:spPr bwMode="auto">
                <a:xfrm>
                  <a:off x="928" y="7878"/>
                  <a:ext cx="42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971" name="Group 219"/>
              <p:cNvGrpSpPr>
                <a:grpSpLocks/>
              </p:cNvGrpSpPr>
              <p:nvPr/>
            </p:nvGrpSpPr>
            <p:grpSpPr bwMode="auto">
              <a:xfrm>
                <a:off x="1350" y="7878"/>
                <a:ext cx="464" cy="384"/>
                <a:chOff x="1350" y="7878"/>
                <a:chExt cx="464" cy="384"/>
              </a:xfrm>
            </p:grpSpPr>
            <p:sp>
              <p:nvSpPr>
                <p:cNvPr id="586972" name="Rectangle 220"/>
                <p:cNvSpPr>
                  <a:spLocks noChangeArrowheads="1"/>
                </p:cNvSpPr>
                <p:nvPr/>
              </p:nvSpPr>
              <p:spPr bwMode="auto">
                <a:xfrm>
                  <a:off x="1393" y="7878"/>
                  <a:ext cx="37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1800" b="1">
                      <a:solidFill>
                        <a:schemeClr val="bg1"/>
                      </a:solidFill>
                    </a:rPr>
                    <a:t>TNAME</a:t>
                  </a:r>
                </a:p>
                <a:p>
                  <a:pPr algn="ctr">
                    <a:lnSpc>
                      <a:spcPct val="100000"/>
                    </a:lnSpc>
                  </a:pPr>
                  <a:endParaRPr lang="en-US" altLang="zh-CN" sz="1800" b="1">
                    <a:solidFill>
                      <a:schemeClr val="bg1"/>
                    </a:solidFill>
                    <a:latin typeface="Times New Roman" pitchFamily="18" charset="0"/>
                  </a:endParaRPr>
                </a:p>
              </p:txBody>
            </p:sp>
            <p:sp>
              <p:nvSpPr>
                <p:cNvPr id="586973" name="Rectangle 221"/>
                <p:cNvSpPr>
                  <a:spLocks noChangeArrowheads="1"/>
                </p:cNvSpPr>
                <p:nvPr/>
              </p:nvSpPr>
              <p:spPr bwMode="auto">
                <a:xfrm>
                  <a:off x="1350" y="7878"/>
                  <a:ext cx="46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974" name="Group 222"/>
              <p:cNvGrpSpPr>
                <a:grpSpLocks/>
              </p:cNvGrpSpPr>
              <p:nvPr/>
            </p:nvGrpSpPr>
            <p:grpSpPr bwMode="auto">
              <a:xfrm>
                <a:off x="0" y="8262"/>
                <a:ext cx="339" cy="480"/>
                <a:chOff x="0" y="8262"/>
                <a:chExt cx="339" cy="480"/>
              </a:xfrm>
            </p:grpSpPr>
            <p:sp>
              <p:nvSpPr>
                <p:cNvPr id="586975" name="Rectangle 223"/>
                <p:cNvSpPr>
                  <a:spLocks noChangeArrowheads="1"/>
                </p:cNvSpPr>
                <p:nvPr/>
              </p:nvSpPr>
              <p:spPr bwMode="auto">
                <a:xfrm>
                  <a:off x="43" y="8262"/>
                  <a:ext cx="253"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1800" b="1">
                      <a:solidFill>
                        <a:schemeClr val="bg2"/>
                      </a:solidFill>
                    </a:rPr>
                    <a:t>C2</a:t>
                  </a:r>
                </a:p>
                <a:p>
                  <a:pPr algn="ctr">
                    <a:lnSpc>
                      <a:spcPct val="100000"/>
                    </a:lnSpc>
                  </a:pPr>
                  <a:endParaRPr lang="en-US" altLang="zh-CN" sz="1800" b="1">
                    <a:solidFill>
                      <a:schemeClr val="bg2"/>
                    </a:solidFill>
                    <a:latin typeface="Times New Roman" pitchFamily="18" charset="0"/>
                  </a:endParaRPr>
                </a:p>
              </p:txBody>
            </p:sp>
            <p:sp>
              <p:nvSpPr>
                <p:cNvPr id="586976" name="Rectangle 224"/>
                <p:cNvSpPr>
                  <a:spLocks noChangeArrowheads="1"/>
                </p:cNvSpPr>
                <p:nvPr/>
              </p:nvSpPr>
              <p:spPr bwMode="auto">
                <a:xfrm>
                  <a:off x="0" y="8262"/>
                  <a:ext cx="339"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977" name="Group 225"/>
              <p:cNvGrpSpPr>
                <a:grpSpLocks/>
              </p:cNvGrpSpPr>
              <p:nvPr/>
            </p:nvGrpSpPr>
            <p:grpSpPr bwMode="auto">
              <a:xfrm>
                <a:off x="339" y="8262"/>
                <a:ext cx="589" cy="480"/>
                <a:chOff x="339" y="8262"/>
                <a:chExt cx="589" cy="480"/>
              </a:xfrm>
            </p:grpSpPr>
            <p:sp>
              <p:nvSpPr>
                <p:cNvPr id="586978" name="Rectangle 226"/>
                <p:cNvSpPr>
                  <a:spLocks noChangeArrowheads="1"/>
                </p:cNvSpPr>
                <p:nvPr/>
              </p:nvSpPr>
              <p:spPr bwMode="auto">
                <a:xfrm>
                  <a:off x="382" y="8262"/>
                  <a:ext cx="503"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zh-CN" altLang="en-US" sz="1800" b="1">
                      <a:solidFill>
                        <a:schemeClr val="bg2"/>
                      </a:solidFill>
                    </a:rPr>
                    <a:t>离散数学 </a:t>
                  </a:r>
                </a:p>
                <a:p>
                  <a:pPr algn="ctr">
                    <a:lnSpc>
                      <a:spcPct val="100000"/>
                    </a:lnSpc>
                  </a:pPr>
                  <a:endParaRPr lang="en-US" altLang="zh-CN" sz="1800" b="1">
                    <a:solidFill>
                      <a:schemeClr val="bg2"/>
                    </a:solidFill>
                    <a:latin typeface="Times New Roman" pitchFamily="18" charset="0"/>
                  </a:endParaRPr>
                </a:p>
              </p:txBody>
            </p:sp>
            <p:sp>
              <p:nvSpPr>
                <p:cNvPr id="586979" name="Rectangle 227"/>
                <p:cNvSpPr>
                  <a:spLocks noChangeArrowheads="1"/>
                </p:cNvSpPr>
                <p:nvPr/>
              </p:nvSpPr>
              <p:spPr bwMode="auto">
                <a:xfrm>
                  <a:off x="339" y="8262"/>
                  <a:ext cx="589"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980" name="Group 228"/>
              <p:cNvGrpSpPr>
                <a:grpSpLocks/>
              </p:cNvGrpSpPr>
              <p:nvPr/>
            </p:nvGrpSpPr>
            <p:grpSpPr bwMode="auto">
              <a:xfrm>
                <a:off x="928" y="8262"/>
                <a:ext cx="422" cy="480"/>
                <a:chOff x="928" y="8262"/>
                <a:chExt cx="422" cy="480"/>
              </a:xfrm>
            </p:grpSpPr>
            <p:sp>
              <p:nvSpPr>
                <p:cNvPr id="586981" name="Rectangle 229"/>
                <p:cNvSpPr>
                  <a:spLocks noChangeArrowheads="1"/>
                </p:cNvSpPr>
                <p:nvPr/>
              </p:nvSpPr>
              <p:spPr bwMode="auto">
                <a:xfrm>
                  <a:off x="971" y="8262"/>
                  <a:ext cx="336"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zh-CN" altLang="en-US" sz="1800" b="1">
                      <a:solidFill>
                        <a:schemeClr val="bg2"/>
                      </a:solidFill>
                    </a:rPr>
                    <a:t>计算机</a:t>
                  </a:r>
                </a:p>
                <a:p>
                  <a:pPr algn="ctr">
                    <a:lnSpc>
                      <a:spcPct val="100000"/>
                    </a:lnSpc>
                  </a:pPr>
                  <a:endParaRPr lang="en-US" altLang="zh-CN" sz="1800" b="1">
                    <a:solidFill>
                      <a:schemeClr val="bg2"/>
                    </a:solidFill>
                    <a:latin typeface="Times New Roman" pitchFamily="18" charset="0"/>
                  </a:endParaRPr>
                </a:p>
              </p:txBody>
            </p:sp>
            <p:sp>
              <p:nvSpPr>
                <p:cNvPr id="586982" name="Rectangle 230"/>
                <p:cNvSpPr>
                  <a:spLocks noChangeArrowheads="1"/>
                </p:cNvSpPr>
                <p:nvPr/>
              </p:nvSpPr>
              <p:spPr bwMode="auto">
                <a:xfrm>
                  <a:off x="928" y="8262"/>
                  <a:ext cx="42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983" name="Group 231"/>
              <p:cNvGrpSpPr>
                <a:grpSpLocks/>
              </p:cNvGrpSpPr>
              <p:nvPr/>
            </p:nvGrpSpPr>
            <p:grpSpPr bwMode="auto">
              <a:xfrm>
                <a:off x="1350" y="8262"/>
                <a:ext cx="464" cy="480"/>
                <a:chOff x="1350" y="8262"/>
                <a:chExt cx="464" cy="480"/>
              </a:xfrm>
            </p:grpSpPr>
            <p:sp>
              <p:nvSpPr>
                <p:cNvPr id="586984" name="Rectangle 232"/>
                <p:cNvSpPr>
                  <a:spLocks noChangeArrowheads="1"/>
                </p:cNvSpPr>
                <p:nvPr/>
              </p:nvSpPr>
              <p:spPr bwMode="auto">
                <a:xfrm>
                  <a:off x="1393" y="8262"/>
                  <a:ext cx="378"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zh-CN" altLang="en-US" sz="1800" b="1">
                      <a:solidFill>
                        <a:schemeClr val="bg2"/>
                      </a:solidFill>
                    </a:rPr>
                    <a:t>汪宏伟 </a:t>
                  </a:r>
                </a:p>
                <a:p>
                  <a:pPr algn="ctr">
                    <a:lnSpc>
                      <a:spcPct val="100000"/>
                    </a:lnSpc>
                  </a:pPr>
                  <a:endParaRPr lang="en-US" altLang="zh-CN" sz="1800" b="1">
                    <a:solidFill>
                      <a:schemeClr val="bg2"/>
                    </a:solidFill>
                    <a:latin typeface="Times New Roman" pitchFamily="18" charset="0"/>
                  </a:endParaRPr>
                </a:p>
              </p:txBody>
            </p:sp>
            <p:sp>
              <p:nvSpPr>
                <p:cNvPr id="586985" name="Rectangle 233"/>
                <p:cNvSpPr>
                  <a:spLocks noChangeArrowheads="1"/>
                </p:cNvSpPr>
                <p:nvPr/>
              </p:nvSpPr>
              <p:spPr bwMode="auto">
                <a:xfrm>
                  <a:off x="1350" y="8262"/>
                  <a:ext cx="46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986" name="Group 234"/>
              <p:cNvGrpSpPr>
                <a:grpSpLocks/>
              </p:cNvGrpSpPr>
              <p:nvPr/>
            </p:nvGrpSpPr>
            <p:grpSpPr bwMode="auto">
              <a:xfrm>
                <a:off x="0" y="8742"/>
                <a:ext cx="339" cy="384"/>
                <a:chOff x="0" y="8742"/>
                <a:chExt cx="339" cy="384"/>
              </a:xfrm>
            </p:grpSpPr>
            <p:sp>
              <p:nvSpPr>
                <p:cNvPr id="586987" name="Rectangle 235"/>
                <p:cNvSpPr>
                  <a:spLocks noChangeArrowheads="1"/>
                </p:cNvSpPr>
                <p:nvPr/>
              </p:nvSpPr>
              <p:spPr bwMode="auto">
                <a:xfrm>
                  <a:off x="43" y="8742"/>
                  <a:ext cx="25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1800" b="1">
                      <a:solidFill>
                        <a:schemeClr val="bg2"/>
                      </a:solidFill>
                    </a:rPr>
                    <a:t>C3</a:t>
                  </a:r>
                </a:p>
                <a:p>
                  <a:pPr algn="ctr">
                    <a:lnSpc>
                      <a:spcPct val="100000"/>
                    </a:lnSpc>
                  </a:pPr>
                  <a:endParaRPr lang="en-US" altLang="zh-CN" sz="1800" b="1">
                    <a:solidFill>
                      <a:schemeClr val="bg2"/>
                    </a:solidFill>
                    <a:latin typeface="Times New Roman" pitchFamily="18" charset="0"/>
                  </a:endParaRPr>
                </a:p>
              </p:txBody>
            </p:sp>
            <p:sp>
              <p:nvSpPr>
                <p:cNvPr id="586988" name="Rectangle 236"/>
                <p:cNvSpPr>
                  <a:spLocks noChangeArrowheads="1"/>
                </p:cNvSpPr>
                <p:nvPr/>
              </p:nvSpPr>
              <p:spPr bwMode="auto">
                <a:xfrm>
                  <a:off x="0" y="8742"/>
                  <a:ext cx="33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989" name="Group 237"/>
              <p:cNvGrpSpPr>
                <a:grpSpLocks/>
              </p:cNvGrpSpPr>
              <p:nvPr/>
            </p:nvGrpSpPr>
            <p:grpSpPr bwMode="auto">
              <a:xfrm>
                <a:off x="339" y="8742"/>
                <a:ext cx="589" cy="384"/>
                <a:chOff x="339" y="8742"/>
                <a:chExt cx="589" cy="384"/>
              </a:xfrm>
            </p:grpSpPr>
            <p:sp>
              <p:nvSpPr>
                <p:cNvPr id="586990" name="Rectangle 238"/>
                <p:cNvSpPr>
                  <a:spLocks noChangeArrowheads="1"/>
                </p:cNvSpPr>
                <p:nvPr/>
              </p:nvSpPr>
              <p:spPr bwMode="auto">
                <a:xfrm>
                  <a:off x="382" y="8742"/>
                  <a:ext cx="50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zh-CN" altLang="en-US" sz="1800" b="1">
                      <a:solidFill>
                        <a:schemeClr val="bg2"/>
                      </a:solidFill>
                    </a:rPr>
                    <a:t>高等数学</a:t>
                  </a:r>
                </a:p>
                <a:p>
                  <a:pPr algn="ctr">
                    <a:lnSpc>
                      <a:spcPct val="100000"/>
                    </a:lnSpc>
                  </a:pPr>
                  <a:endParaRPr lang="en-US" altLang="zh-CN" sz="1800" b="1">
                    <a:solidFill>
                      <a:schemeClr val="bg2"/>
                    </a:solidFill>
                    <a:latin typeface="Times New Roman" pitchFamily="18" charset="0"/>
                  </a:endParaRPr>
                </a:p>
              </p:txBody>
            </p:sp>
            <p:sp>
              <p:nvSpPr>
                <p:cNvPr id="586991" name="Rectangle 239"/>
                <p:cNvSpPr>
                  <a:spLocks noChangeArrowheads="1"/>
                </p:cNvSpPr>
                <p:nvPr/>
              </p:nvSpPr>
              <p:spPr bwMode="auto">
                <a:xfrm>
                  <a:off x="339" y="8742"/>
                  <a:ext cx="58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992" name="Group 240"/>
              <p:cNvGrpSpPr>
                <a:grpSpLocks/>
              </p:cNvGrpSpPr>
              <p:nvPr/>
            </p:nvGrpSpPr>
            <p:grpSpPr bwMode="auto">
              <a:xfrm>
                <a:off x="928" y="8742"/>
                <a:ext cx="422" cy="384"/>
                <a:chOff x="928" y="8742"/>
                <a:chExt cx="422" cy="384"/>
              </a:xfrm>
            </p:grpSpPr>
            <p:sp>
              <p:nvSpPr>
                <p:cNvPr id="586993" name="Rectangle 241"/>
                <p:cNvSpPr>
                  <a:spLocks noChangeArrowheads="1"/>
                </p:cNvSpPr>
                <p:nvPr/>
              </p:nvSpPr>
              <p:spPr bwMode="auto">
                <a:xfrm>
                  <a:off x="971" y="8742"/>
                  <a:ext cx="336"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zh-CN" altLang="en-US" sz="1800" b="1">
                      <a:solidFill>
                        <a:schemeClr val="bg2"/>
                      </a:solidFill>
                    </a:rPr>
                    <a:t>通讯</a:t>
                  </a:r>
                </a:p>
                <a:p>
                  <a:pPr algn="ctr">
                    <a:lnSpc>
                      <a:spcPct val="100000"/>
                    </a:lnSpc>
                  </a:pPr>
                  <a:endParaRPr lang="en-US" altLang="zh-CN" sz="1800" b="1">
                    <a:solidFill>
                      <a:schemeClr val="bg2"/>
                    </a:solidFill>
                    <a:latin typeface="Times New Roman" pitchFamily="18" charset="0"/>
                  </a:endParaRPr>
                </a:p>
              </p:txBody>
            </p:sp>
            <p:sp>
              <p:nvSpPr>
                <p:cNvPr id="586994" name="Rectangle 242"/>
                <p:cNvSpPr>
                  <a:spLocks noChangeArrowheads="1"/>
                </p:cNvSpPr>
                <p:nvPr/>
              </p:nvSpPr>
              <p:spPr bwMode="auto">
                <a:xfrm>
                  <a:off x="928" y="8742"/>
                  <a:ext cx="42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995" name="Group 243"/>
              <p:cNvGrpSpPr>
                <a:grpSpLocks/>
              </p:cNvGrpSpPr>
              <p:nvPr/>
            </p:nvGrpSpPr>
            <p:grpSpPr bwMode="auto">
              <a:xfrm>
                <a:off x="1350" y="8742"/>
                <a:ext cx="464" cy="384"/>
                <a:chOff x="1350" y="8742"/>
                <a:chExt cx="464" cy="384"/>
              </a:xfrm>
            </p:grpSpPr>
            <p:sp>
              <p:nvSpPr>
                <p:cNvPr id="586996" name="Rectangle 244"/>
                <p:cNvSpPr>
                  <a:spLocks noChangeArrowheads="1"/>
                </p:cNvSpPr>
                <p:nvPr/>
              </p:nvSpPr>
              <p:spPr bwMode="auto">
                <a:xfrm>
                  <a:off x="1393" y="8742"/>
                  <a:ext cx="37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zh-CN" altLang="en-US" sz="1800" b="1">
                      <a:solidFill>
                        <a:schemeClr val="bg2"/>
                      </a:solidFill>
                    </a:rPr>
                    <a:t>钱红</a:t>
                  </a:r>
                </a:p>
                <a:p>
                  <a:pPr algn="ctr">
                    <a:lnSpc>
                      <a:spcPct val="100000"/>
                    </a:lnSpc>
                  </a:pPr>
                  <a:endParaRPr lang="en-US" altLang="zh-CN" sz="1800" b="1">
                    <a:solidFill>
                      <a:schemeClr val="bg2"/>
                    </a:solidFill>
                    <a:latin typeface="Times New Roman" pitchFamily="18" charset="0"/>
                  </a:endParaRPr>
                </a:p>
              </p:txBody>
            </p:sp>
            <p:sp>
              <p:nvSpPr>
                <p:cNvPr id="586997" name="Rectangle 245"/>
                <p:cNvSpPr>
                  <a:spLocks noChangeArrowheads="1"/>
                </p:cNvSpPr>
                <p:nvPr/>
              </p:nvSpPr>
              <p:spPr bwMode="auto">
                <a:xfrm>
                  <a:off x="1350" y="8742"/>
                  <a:ext cx="46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998" name="Group 246"/>
              <p:cNvGrpSpPr>
                <a:grpSpLocks/>
              </p:cNvGrpSpPr>
              <p:nvPr/>
            </p:nvGrpSpPr>
            <p:grpSpPr bwMode="auto">
              <a:xfrm>
                <a:off x="0" y="9126"/>
                <a:ext cx="339" cy="480"/>
                <a:chOff x="0" y="9126"/>
                <a:chExt cx="339" cy="480"/>
              </a:xfrm>
            </p:grpSpPr>
            <p:sp>
              <p:nvSpPr>
                <p:cNvPr id="586999" name="Rectangle 247"/>
                <p:cNvSpPr>
                  <a:spLocks noChangeArrowheads="1"/>
                </p:cNvSpPr>
                <p:nvPr/>
              </p:nvSpPr>
              <p:spPr bwMode="auto">
                <a:xfrm>
                  <a:off x="43" y="9126"/>
                  <a:ext cx="253"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1800" b="1">
                      <a:solidFill>
                        <a:schemeClr val="bg2"/>
                      </a:solidFill>
                    </a:rPr>
                    <a:t>C4</a:t>
                  </a:r>
                </a:p>
                <a:p>
                  <a:pPr algn="ctr">
                    <a:lnSpc>
                      <a:spcPct val="100000"/>
                    </a:lnSpc>
                  </a:pPr>
                  <a:endParaRPr lang="en-US" altLang="zh-CN" sz="1800" b="1">
                    <a:solidFill>
                      <a:schemeClr val="bg2"/>
                    </a:solidFill>
                    <a:latin typeface="Times New Roman" pitchFamily="18" charset="0"/>
                  </a:endParaRPr>
                </a:p>
              </p:txBody>
            </p:sp>
            <p:sp>
              <p:nvSpPr>
                <p:cNvPr id="587000" name="Rectangle 248"/>
                <p:cNvSpPr>
                  <a:spLocks noChangeArrowheads="1"/>
                </p:cNvSpPr>
                <p:nvPr/>
              </p:nvSpPr>
              <p:spPr bwMode="auto">
                <a:xfrm>
                  <a:off x="0" y="9126"/>
                  <a:ext cx="339"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7001" name="Group 249"/>
              <p:cNvGrpSpPr>
                <a:grpSpLocks/>
              </p:cNvGrpSpPr>
              <p:nvPr/>
            </p:nvGrpSpPr>
            <p:grpSpPr bwMode="auto">
              <a:xfrm>
                <a:off x="339" y="9126"/>
                <a:ext cx="589" cy="480"/>
                <a:chOff x="339" y="9126"/>
                <a:chExt cx="589" cy="480"/>
              </a:xfrm>
            </p:grpSpPr>
            <p:sp>
              <p:nvSpPr>
                <p:cNvPr id="587002" name="Rectangle 250"/>
                <p:cNvSpPr>
                  <a:spLocks noChangeArrowheads="1"/>
                </p:cNvSpPr>
                <p:nvPr/>
              </p:nvSpPr>
              <p:spPr bwMode="auto">
                <a:xfrm>
                  <a:off x="382" y="9126"/>
                  <a:ext cx="503"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zh-CN" altLang="en-US" sz="1800" b="1">
                      <a:solidFill>
                        <a:schemeClr val="bg2"/>
                      </a:solidFill>
                    </a:rPr>
                    <a:t>数据结构</a:t>
                  </a:r>
                </a:p>
                <a:p>
                  <a:pPr algn="ctr">
                    <a:lnSpc>
                      <a:spcPct val="100000"/>
                    </a:lnSpc>
                  </a:pPr>
                  <a:endParaRPr lang="en-US" altLang="zh-CN" sz="1800" b="1">
                    <a:solidFill>
                      <a:schemeClr val="bg2"/>
                    </a:solidFill>
                    <a:latin typeface="Times New Roman" pitchFamily="18" charset="0"/>
                  </a:endParaRPr>
                </a:p>
              </p:txBody>
            </p:sp>
            <p:sp>
              <p:nvSpPr>
                <p:cNvPr id="587003" name="Rectangle 251"/>
                <p:cNvSpPr>
                  <a:spLocks noChangeArrowheads="1"/>
                </p:cNvSpPr>
                <p:nvPr/>
              </p:nvSpPr>
              <p:spPr bwMode="auto">
                <a:xfrm>
                  <a:off x="339" y="9126"/>
                  <a:ext cx="589"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7004" name="Group 252"/>
              <p:cNvGrpSpPr>
                <a:grpSpLocks/>
              </p:cNvGrpSpPr>
              <p:nvPr/>
            </p:nvGrpSpPr>
            <p:grpSpPr bwMode="auto">
              <a:xfrm>
                <a:off x="928" y="9126"/>
                <a:ext cx="422" cy="480"/>
                <a:chOff x="928" y="9126"/>
                <a:chExt cx="422" cy="480"/>
              </a:xfrm>
            </p:grpSpPr>
            <p:sp>
              <p:nvSpPr>
                <p:cNvPr id="587005" name="Rectangle 253"/>
                <p:cNvSpPr>
                  <a:spLocks noChangeArrowheads="1"/>
                </p:cNvSpPr>
                <p:nvPr/>
              </p:nvSpPr>
              <p:spPr bwMode="auto">
                <a:xfrm>
                  <a:off x="971" y="9126"/>
                  <a:ext cx="336"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zh-CN" altLang="en-US" sz="1800" b="1">
                      <a:solidFill>
                        <a:schemeClr val="bg2"/>
                      </a:solidFill>
                    </a:rPr>
                    <a:t>计算机</a:t>
                  </a:r>
                </a:p>
                <a:p>
                  <a:pPr algn="ctr">
                    <a:lnSpc>
                      <a:spcPct val="100000"/>
                    </a:lnSpc>
                  </a:pPr>
                  <a:endParaRPr lang="en-US" altLang="zh-CN" sz="1800" b="1">
                    <a:solidFill>
                      <a:schemeClr val="bg2"/>
                    </a:solidFill>
                    <a:latin typeface="Times New Roman" pitchFamily="18" charset="0"/>
                  </a:endParaRPr>
                </a:p>
              </p:txBody>
            </p:sp>
            <p:sp>
              <p:nvSpPr>
                <p:cNvPr id="587006" name="Rectangle 254"/>
                <p:cNvSpPr>
                  <a:spLocks noChangeArrowheads="1"/>
                </p:cNvSpPr>
                <p:nvPr/>
              </p:nvSpPr>
              <p:spPr bwMode="auto">
                <a:xfrm>
                  <a:off x="928" y="9126"/>
                  <a:ext cx="42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7007" name="Group 255"/>
              <p:cNvGrpSpPr>
                <a:grpSpLocks/>
              </p:cNvGrpSpPr>
              <p:nvPr/>
            </p:nvGrpSpPr>
            <p:grpSpPr bwMode="auto">
              <a:xfrm>
                <a:off x="1350" y="9126"/>
                <a:ext cx="464" cy="480"/>
                <a:chOff x="1350" y="9126"/>
                <a:chExt cx="464" cy="480"/>
              </a:xfrm>
            </p:grpSpPr>
            <p:sp>
              <p:nvSpPr>
                <p:cNvPr id="587008" name="Rectangle 256"/>
                <p:cNvSpPr>
                  <a:spLocks noChangeArrowheads="1"/>
                </p:cNvSpPr>
                <p:nvPr/>
              </p:nvSpPr>
              <p:spPr bwMode="auto">
                <a:xfrm>
                  <a:off x="1393" y="9126"/>
                  <a:ext cx="378"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zh-CN" altLang="en-US" sz="1800" b="1">
                      <a:solidFill>
                        <a:schemeClr val="bg2"/>
                      </a:solidFill>
                    </a:rPr>
                    <a:t>马良</a:t>
                  </a:r>
                </a:p>
                <a:p>
                  <a:pPr algn="ctr">
                    <a:lnSpc>
                      <a:spcPct val="100000"/>
                    </a:lnSpc>
                  </a:pPr>
                  <a:endParaRPr lang="en-US" altLang="zh-CN" sz="1800" b="1">
                    <a:solidFill>
                      <a:schemeClr val="bg2"/>
                    </a:solidFill>
                    <a:latin typeface="Times New Roman" pitchFamily="18" charset="0"/>
                  </a:endParaRPr>
                </a:p>
              </p:txBody>
            </p:sp>
            <p:sp>
              <p:nvSpPr>
                <p:cNvPr id="587009" name="Rectangle 257"/>
                <p:cNvSpPr>
                  <a:spLocks noChangeArrowheads="1"/>
                </p:cNvSpPr>
                <p:nvPr/>
              </p:nvSpPr>
              <p:spPr bwMode="auto">
                <a:xfrm>
                  <a:off x="1350" y="9126"/>
                  <a:ext cx="46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7010" name="Group 258"/>
              <p:cNvGrpSpPr>
                <a:grpSpLocks/>
              </p:cNvGrpSpPr>
              <p:nvPr/>
            </p:nvGrpSpPr>
            <p:grpSpPr bwMode="auto">
              <a:xfrm>
                <a:off x="0" y="9606"/>
                <a:ext cx="339" cy="480"/>
                <a:chOff x="0" y="9606"/>
                <a:chExt cx="339" cy="480"/>
              </a:xfrm>
            </p:grpSpPr>
            <p:sp>
              <p:nvSpPr>
                <p:cNvPr id="587011" name="Rectangle 259"/>
                <p:cNvSpPr>
                  <a:spLocks noChangeArrowheads="1"/>
                </p:cNvSpPr>
                <p:nvPr/>
              </p:nvSpPr>
              <p:spPr bwMode="auto">
                <a:xfrm>
                  <a:off x="43" y="9606"/>
                  <a:ext cx="253"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1800" b="1">
                      <a:solidFill>
                        <a:schemeClr val="bg2"/>
                      </a:solidFill>
                    </a:rPr>
                    <a:t>C1</a:t>
                  </a:r>
                </a:p>
                <a:p>
                  <a:pPr algn="ctr">
                    <a:lnSpc>
                      <a:spcPct val="100000"/>
                    </a:lnSpc>
                  </a:pPr>
                  <a:endParaRPr lang="en-US" altLang="zh-CN" sz="1800" b="1">
                    <a:solidFill>
                      <a:schemeClr val="bg2"/>
                    </a:solidFill>
                    <a:latin typeface="Times New Roman" pitchFamily="18" charset="0"/>
                  </a:endParaRPr>
                </a:p>
              </p:txBody>
            </p:sp>
            <p:sp>
              <p:nvSpPr>
                <p:cNvPr id="587012" name="Rectangle 260"/>
                <p:cNvSpPr>
                  <a:spLocks noChangeArrowheads="1"/>
                </p:cNvSpPr>
                <p:nvPr/>
              </p:nvSpPr>
              <p:spPr bwMode="auto">
                <a:xfrm>
                  <a:off x="0" y="9606"/>
                  <a:ext cx="339"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7013" name="Group 261"/>
              <p:cNvGrpSpPr>
                <a:grpSpLocks/>
              </p:cNvGrpSpPr>
              <p:nvPr/>
            </p:nvGrpSpPr>
            <p:grpSpPr bwMode="auto">
              <a:xfrm>
                <a:off x="339" y="9606"/>
                <a:ext cx="589" cy="480"/>
                <a:chOff x="339" y="9606"/>
                <a:chExt cx="589" cy="480"/>
              </a:xfrm>
            </p:grpSpPr>
            <p:sp>
              <p:nvSpPr>
                <p:cNvPr id="587014" name="Rectangle 262"/>
                <p:cNvSpPr>
                  <a:spLocks noChangeArrowheads="1"/>
                </p:cNvSpPr>
                <p:nvPr/>
              </p:nvSpPr>
              <p:spPr bwMode="auto">
                <a:xfrm>
                  <a:off x="382" y="9606"/>
                  <a:ext cx="503"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zh-CN" altLang="en-US" sz="1800" b="1">
                      <a:solidFill>
                        <a:schemeClr val="bg2"/>
                      </a:solidFill>
                    </a:rPr>
                    <a:t>计算机原理</a:t>
                  </a:r>
                </a:p>
                <a:p>
                  <a:pPr algn="ctr">
                    <a:lnSpc>
                      <a:spcPct val="100000"/>
                    </a:lnSpc>
                  </a:pPr>
                  <a:endParaRPr lang="en-US" altLang="zh-CN" sz="1800" b="1">
                    <a:solidFill>
                      <a:schemeClr val="bg2"/>
                    </a:solidFill>
                    <a:latin typeface="Times New Roman" pitchFamily="18" charset="0"/>
                  </a:endParaRPr>
                </a:p>
              </p:txBody>
            </p:sp>
            <p:sp>
              <p:nvSpPr>
                <p:cNvPr id="587015" name="Rectangle 263"/>
                <p:cNvSpPr>
                  <a:spLocks noChangeArrowheads="1"/>
                </p:cNvSpPr>
                <p:nvPr/>
              </p:nvSpPr>
              <p:spPr bwMode="auto">
                <a:xfrm>
                  <a:off x="339" y="9606"/>
                  <a:ext cx="589"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7016" name="Group 264"/>
              <p:cNvGrpSpPr>
                <a:grpSpLocks/>
              </p:cNvGrpSpPr>
              <p:nvPr/>
            </p:nvGrpSpPr>
            <p:grpSpPr bwMode="auto">
              <a:xfrm>
                <a:off x="928" y="9606"/>
                <a:ext cx="422" cy="480"/>
                <a:chOff x="928" y="9606"/>
                <a:chExt cx="422" cy="480"/>
              </a:xfrm>
            </p:grpSpPr>
            <p:sp>
              <p:nvSpPr>
                <p:cNvPr id="587017" name="Rectangle 265"/>
                <p:cNvSpPr>
                  <a:spLocks noChangeArrowheads="1"/>
                </p:cNvSpPr>
                <p:nvPr/>
              </p:nvSpPr>
              <p:spPr bwMode="auto">
                <a:xfrm>
                  <a:off x="971" y="9606"/>
                  <a:ext cx="336"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zh-CN" altLang="en-US" sz="1800" b="1">
                      <a:solidFill>
                        <a:schemeClr val="bg2"/>
                      </a:solidFill>
                    </a:rPr>
                    <a:t>计算机</a:t>
                  </a:r>
                </a:p>
                <a:p>
                  <a:pPr algn="ctr">
                    <a:lnSpc>
                      <a:spcPct val="100000"/>
                    </a:lnSpc>
                  </a:pPr>
                  <a:endParaRPr lang="en-US" altLang="zh-CN" sz="1800" b="1">
                    <a:solidFill>
                      <a:schemeClr val="bg2"/>
                    </a:solidFill>
                    <a:latin typeface="Times New Roman" pitchFamily="18" charset="0"/>
                  </a:endParaRPr>
                </a:p>
              </p:txBody>
            </p:sp>
            <p:sp>
              <p:nvSpPr>
                <p:cNvPr id="587018" name="Rectangle 266"/>
                <p:cNvSpPr>
                  <a:spLocks noChangeArrowheads="1"/>
                </p:cNvSpPr>
                <p:nvPr/>
              </p:nvSpPr>
              <p:spPr bwMode="auto">
                <a:xfrm>
                  <a:off x="928" y="9606"/>
                  <a:ext cx="422"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7019" name="Group 267"/>
              <p:cNvGrpSpPr>
                <a:grpSpLocks/>
              </p:cNvGrpSpPr>
              <p:nvPr/>
            </p:nvGrpSpPr>
            <p:grpSpPr bwMode="auto">
              <a:xfrm>
                <a:off x="1350" y="9606"/>
                <a:ext cx="464" cy="480"/>
                <a:chOff x="1350" y="9606"/>
                <a:chExt cx="464" cy="480"/>
              </a:xfrm>
            </p:grpSpPr>
            <p:sp>
              <p:nvSpPr>
                <p:cNvPr id="587020" name="Rectangle 268"/>
                <p:cNvSpPr>
                  <a:spLocks noChangeArrowheads="1"/>
                </p:cNvSpPr>
                <p:nvPr/>
              </p:nvSpPr>
              <p:spPr bwMode="auto">
                <a:xfrm>
                  <a:off x="1393" y="9606"/>
                  <a:ext cx="378"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zh-CN" altLang="en-US" sz="1800" b="1">
                      <a:solidFill>
                        <a:schemeClr val="bg2"/>
                      </a:solidFill>
                    </a:rPr>
                    <a:t>李兵</a:t>
                  </a:r>
                </a:p>
                <a:p>
                  <a:pPr algn="ctr">
                    <a:lnSpc>
                      <a:spcPct val="100000"/>
                    </a:lnSpc>
                  </a:pPr>
                  <a:endParaRPr lang="en-US" altLang="zh-CN" sz="1800" b="1">
                    <a:solidFill>
                      <a:schemeClr val="bg2"/>
                    </a:solidFill>
                    <a:latin typeface="Times New Roman" pitchFamily="18" charset="0"/>
                  </a:endParaRPr>
                </a:p>
              </p:txBody>
            </p:sp>
            <p:sp>
              <p:nvSpPr>
                <p:cNvPr id="587021" name="Rectangle 269"/>
                <p:cNvSpPr>
                  <a:spLocks noChangeArrowheads="1"/>
                </p:cNvSpPr>
                <p:nvPr/>
              </p:nvSpPr>
              <p:spPr bwMode="auto">
                <a:xfrm>
                  <a:off x="1350" y="9606"/>
                  <a:ext cx="46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sp>
          <p:nvSpPr>
            <p:cNvPr id="587022" name="Rectangle 270"/>
            <p:cNvSpPr>
              <a:spLocks noChangeArrowheads="1"/>
            </p:cNvSpPr>
            <p:nvPr/>
          </p:nvSpPr>
          <p:spPr bwMode="auto">
            <a:xfrm>
              <a:off x="-3" y="7875"/>
              <a:ext cx="1820" cy="2214"/>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sp>
        <p:nvSpPr>
          <p:cNvPr id="587023" name="Rectangle 271"/>
          <p:cNvSpPr>
            <a:spLocks noChangeArrowheads="1"/>
          </p:cNvSpPr>
          <p:nvPr/>
        </p:nvSpPr>
        <p:spPr bwMode="auto">
          <a:xfrm>
            <a:off x="3175" y="10601325"/>
            <a:ext cx="9144000" cy="167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indent="269875" eaLnBrk="1" hangingPunct="1">
              <a:lnSpc>
                <a:spcPct val="100000"/>
              </a:lnSpc>
            </a:pPr>
            <a:r>
              <a:rPr lang="en-US" altLang="zh-CN" sz="1000" b="1">
                <a:latin typeface="Times New Roman"/>
              </a:rPr>
              <a:t> </a:t>
            </a:r>
            <a:endParaRPr lang="en-US" altLang="zh-CN" sz="1000"/>
          </a:p>
          <a:p>
            <a:pPr indent="269875">
              <a:lnSpc>
                <a:spcPct val="100000"/>
              </a:lnSpc>
            </a:pPr>
            <a:r>
              <a:rPr lang="en-US" altLang="zh-CN" sz="1000" b="1">
                <a:latin typeface="Times New Roman"/>
              </a:rPr>
              <a:t> </a:t>
            </a:r>
            <a:endParaRPr lang="en-US" altLang="zh-CN" sz="1000"/>
          </a:p>
          <a:p>
            <a:pPr indent="269875">
              <a:lnSpc>
                <a:spcPct val="100000"/>
              </a:lnSpc>
            </a:pPr>
            <a:r>
              <a:rPr lang="en-US" altLang="zh-CN" sz="1000" b="1">
                <a:latin typeface="Times New Roman"/>
              </a:rPr>
              <a:t> </a:t>
            </a:r>
            <a:endParaRPr lang="en-US" altLang="zh-CN" sz="1000"/>
          </a:p>
          <a:p>
            <a:pPr indent="269875">
              <a:lnSpc>
                <a:spcPct val="100000"/>
              </a:lnSpc>
            </a:pPr>
            <a:r>
              <a:rPr lang="en-US" altLang="zh-CN" sz="1000" b="1">
                <a:latin typeface="Times New Roman"/>
              </a:rPr>
              <a:t> </a:t>
            </a:r>
            <a:endParaRPr lang="en-US" altLang="zh-CN" sz="1000"/>
          </a:p>
          <a:p>
            <a:pPr indent="269875">
              <a:lnSpc>
                <a:spcPct val="100000"/>
              </a:lnSpc>
            </a:pPr>
            <a:r>
              <a:rPr lang="en-US" altLang="zh-CN" sz="1000" b="1">
                <a:latin typeface="Times New Roman"/>
              </a:rPr>
              <a:t> </a:t>
            </a:r>
            <a:endParaRPr lang="en-US" altLang="zh-CN" sz="1000"/>
          </a:p>
          <a:p>
            <a:pPr indent="269875">
              <a:lnSpc>
                <a:spcPct val="100000"/>
              </a:lnSpc>
            </a:pPr>
            <a:r>
              <a:rPr lang="en-US" altLang="zh-CN" sz="1000" b="1">
                <a:latin typeface="Times New Roman"/>
              </a:rPr>
              <a:t> </a:t>
            </a:r>
            <a:endParaRPr lang="en-US" altLang="zh-CN" sz="1000"/>
          </a:p>
          <a:p>
            <a:pPr indent="269875">
              <a:lnSpc>
                <a:spcPct val="100000"/>
              </a:lnSpc>
            </a:pPr>
            <a:r>
              <a:rPr lang="en-US" altLang="zh-CN" sz="1000" b="1">
                <a:latin typeface="Times New Roman"/>
              </a:rPr>
              <a:t> </a:t>
            </a:r>
            <a:endParaRPr lang="en-US" altLang="zh-CN" sz="1000"/>
          </a:p>
          <a:p>
            <a:pPr indent="269875">
              <a:lnSpc>
                <a:spcPct val="100000"/>
              </a:lnSpc>
            </a:pPr>
            <a:r>
              <a:rPr lang="en-US" altLang="zh-CN" sz="1000">
                <a:latin typeface="Times New Roman"/>
              </a:rPr>
              <a:t> </a:t>
            </a:r>
            <a:endParaRPr lang="en-US" altLang="zh-CN" sz="1000"/>
          </a:p>
          <a:p>
            <a:pPr indent="269875" algn="l">
              <a:lnSpc>
                <a:spcPct val="100000"/>
              </a:lnSpc>
            </a:pPr>
            <a:endParaRPr lang="en-US" altLang="zh-CN" sz="2400">
              <a:latin typeface="Times New Roman" pitchFamily="18" charset="0"/>
            </a:endParaRPr>
          </a:p>
        </p:txBody>
      </p:sp>
      <p:grpSp>
        <p:nvGrpSpPr>
          <p:cNvPr id="587026" name="Group 274"/>
          <p:cNvGrpSpPr>
            <a:grpSpLocks/>
          </p:cNvGrpSpPr>
          <p:nvPr/>
        </p:nvGrpSpPr>
        <p:grpSpPr bwMode="auto">
          <a:xfrm>
            <a:off x="6444208" y="1447800"/>
            <a:ext cx="2501900" cy="5410200"/>
            <a:chOff x="4180" y="300"/>
            <a:chExt cx="1576" cy="4020"/>
          </a:xfrm>
        </p:grpSpPr>
        <p:grpSp>
          <p:nvGrpSpPr>
            <p:cNvPr id="586849" name="Group 97"/>
            <p:cNvGrpSpPr>
              <a:grpSpLocks/>
            </p:cNvGrpSpPr>
            <p:nvPr/>
          </p:nvGrpSpPr>
          <p:grpSpPr bwMode="auto">
            <a:xfrm>
              <a:off x="4180" y="300"/>
              <a:ext cx="1576" cy="4020"/>
              <a:chOff x="0" y="2307"/>
              <a:chExt cx="1347" cy="4608"/>
            </a:xfrm>
          </p:grpSpPr>
          <p:grpSp>
            <p:nvGrpSpPr>
              <p:cNvPr id="586850" name="Group 98"/>
              <p:cNvGrpSpPr>
                <a:grpSpLocks/>
              </p:cNvGrpSpPr>
              <p:nvPr/>
            </p:nvGrpSpPr>
            <p:grpSpPr bwMode="auto">
              <a:xfrm>
                <a:off x="0" y="2307"/>
                <a:ext cx="449" cy="621"/>
                <a:chOff x="0" y="2307"/>
                <a:chExt cx="449" cy="621"/>
              </a:xfrm>
            </p:grpSpPr>
            <p:sp>
              <p:nvSpPr>
                <p:cNvPr id="586851" name="Rectangle 99"/>
                <p:cNvSpPr>
                  <a:spLocks noChangeArrowheads="1"/>
                </p:cNvSpPr>
                <p:nvPr/>
              </p:nvSpPr>
              <p:spPr bwMode="auto">
                <a:xfrm>
                  <a:off x="43" y="2307"/>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SNO</a:t>
                  </a:r>
                </a:p>
                <a:p>
                  <a:pPr algn="ctr">
                    <a:lnSpc>
                      <a:spcPct val="100000"/>
                    </a:lnSpc>
                  </a:pPr>
                  <a:endParaRPr lang="en-US" altLang="zh-CN" sz="2000" b="1">
                    <a:solidFill>
                      <a:schemeClr val="bg2"/>
                    </a:solidFill>
                    <a:latin typeface="Times New Roman" pitchFamily="18" charset="0"/>
                  </a:endParaRPr>
                </a:p>
              </p:txBody>
            </p:sp>
            <p:sp>
              <p:nvSpPr>
                <p:cNvPr id="586852" name="Rectangle 100"/>
                <p:cNvSpPr>
                  <a:spLocks noChangeArrowheads="1"/>
                </p:cNvSpPr>
                <p:nvPr/>
              </p:nvSpPr>
              <p:spPr bwMode="auto">
                <a:xfrm>
                  <a:off x="0" y="2307"/>
                  <a:ext cx="449" cy="6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indent="609600"/>
                  <a:endParaRPr lang="zh-CN" altLang="zh-CN">
                    <a:solidFill>
                      <a:srgbClr val="000099"/>
                    </a:solidFill>
                  </a:endParaRPr>
                </a:p>
              </p:txBody>
            </p:sp>
          </p:grpSp>
          <p:grpSp>
            <p:nvGrpSpPr>
              <p:cNvPr id="586853" name="Group 101"/>
              <p:cNvGrpSpPr>
                <a:grpSpLocks/>
              </p:cNvGrpSpPr>
              <p:nvPr/>
            </p:nvGrpSpPr>
            <p:grpSpPr bwMode="auto">
              <a:xfrm>
                <a:off x="449" y="2307"/>
                <a:ext cx="449" cy="621"/>
                <a:chOff x="449" y="2307"/>
                <a:chExt cx="449" cy="621"/>
              </a:xfrm>
            </p:grpSpPr>
            <p:sp>
              <p:nvSpPr>
                <p:cNvPr id="586854" name="Rectangle 102"/>
                <p:cNvSpPr>
                  <a:spLocks noChangeArrowheads="1"/>
                </p:cNvSpPr>
                <p:nvPr/>
              </p:nvSpPr>
              <p:spPr bwMode="auto">
                <a:xfrm>
                  <a:off x="492" y="2307"/>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CNO</a:t>
                  </a:r>
                </a:p>
                <a:p>
                  <a:pPr algn="ctr">
                    <a:lnSpc>
                      <a:spcPct val="100000"/>
                    </a:lnSpc>
                  </a:pPr>
                  <a:endParaRPr lang="en-US" altLang="zh-CN" sz="2000" b="1">
                    <a:solidFill>
                      <a:schemeClr val="bg2"/>
                    </a:solidFill>
                    <a:latin typeface="Times New Roman" pitchFamily="18" charset="0"/>
                  </a:endParaRPr>
                </a:p>
              </p:txBody>
            </p:sp>
            <p:sp>
              <p:nvSpPr>
                <p:cNvPr id="586855" name="Rectangle 103"/>
                <p:cNvSpPr>
                  <a:spLocks noChangeArrowheads="1"/>
                </p:cNvSpPr>
                <p:nvPr/>
              </p:nvSpPr>
              <p:spPr bwMode="auto">
                <a:xfrm>
                  <a:off x="449" y="2307"/>
                  <a:ext cx="449" cy="6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indent="609600"/>
                  <a:endParaRPr lang="zh-CN" altLang="zh-CN">
                    <a:solidFill>
                      <a:srgbClr val="000099"/>
                    </a:solidFill>
                  </a:endParaRPr>
                </a:p>
              </p:txBody>
            </p:sp>
          </p:grpSp>
          <p:grpSp>
            <p:nvGrpSpPr>
              <p:cNvPr id="586856" name="Group 104"/>
              <p:cNvGrpSpPr>
                <a:grpSpLocks/>
              </p:cNvGrpSpPr>
              <p:nvPr/>
            </p:nvGrpSpPr>
            <p:grpSpPr bwMode="auto">
              <a:xfrm>
                <a:off x="898" y="2307"/>
                <a:ext cx="449" cy="384"/>
                <a:chOff x="898" y="2307"/>
                <a:chExt cx="449" cy="384"/>
              </a:xfrm>
            </p:grpSpPr>
            <p:sp>
              <p:nvSpPr>
                <p:cNvPr id="586857" name="Rectangle 105"/>
                <p:cNvSpPr>
                  <a:spLocks noChangeArrowheads="1"/>
                </p:cNvSpPr>
                <p:nvPr/>
              </p:nvSpPr>
              <p:spPr bwMode="auto">
                <a:xfrm>
                  <a:off x="941" y="2307"/>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1400" b="1">
                      <a:solidFill>
                        <a:srgbClr val="000099"/>
                      </a:solidFill>
                    </a:rPr>
                    <a:t>GRADE</a:t>
                  </a:r>
                </a:p>
                <a:p>
                  <a:pPr algn="ctr">
                    <a:lnSpc>
                      <a:spcPct val="100000"/>
                    </a:lnSpc>
                  </a:pPr>
                  <a:endParaRPr lang="en-US" altLang="zh-CN" sz="1400" b="1">
                    <a:solidFill>
                      <a:srgbClr val="000099"/>
                    </a:solidFill>
                    <a:latin typeface="Times New Roman" pitchFamily="18" charset="0"/>
                  </a:endParaRPr>
                </a:p>
              </p:txBody>
            </p:sp>
            <p:sp>
              <p:nvSpPr>
                <p:cNvPr id="586858" name="Rectangle 106"/>
                <p:cNvSpPr>
                  <a:spLocks noChangeArrowheads="1"/>
                </p:cNvSpPr>
                <p:nvPr/>
              </p:nvSpPr>
              <p:spPr bwMode="auto">
                <a:xfrm>
                  <a:off x="898" y="2307"/>
                  <a:ext cx="44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859" name="Group 107"/>
              <p:cNvGrpSpPr>
                <a:grpSpLocks/>
              </p:cNvGrpSpPr>
              <p:nvPr/>
            </p:nvGrpSpPr>
            <p:grpSpPr bwMode="auto">
              <a:xfrm>
                <a:off x="0" y="2691"/>
                <a:ext cx="449" cy="384"/>
                <a:chOff x="0" y="2691"/>
                <a:chExt cx="449" cy="384"/>
              </a:xfrm>
            </p:grpSpPr>
            <p:sp>
              <p:nvSpPr>
                <p:cNvPr id="586860" name="Rectangle 108"/>
                <p:cNvSpPr>
                  <a:spLocks noChangeArrowheads="1"/>
                </p:cNvSpPr>
                <p:nvPr/>
              </p:nvSpPr>
              <p:spPr bwMode="auto">
                <a:xfrm>
                  <a:off x="43" y="2691"/>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S3</a:t>
                  </a:r>
                </a:p>
                <a:p>
                  <a:pPr algn="ctr">
                    <a:lnSpc>
                      <a:spcPct val="100000"/>
                    </a:lnSpc>
                  </a:pPr>
                  <a:endParaRPr lang="en-US" altLang="zh-CN" sz="2000" b="1">
                    <a:solidFill>
                      <a:schemeClr val="bg2"/>
                    </a:solidFill>
                    <a:latin typeface="Times New Roman" pitchFamily="18" charset="0"/>
                  </a:endParaRPr>
                </a:p>
              </p:txBody>
            </p:sp>
            <p:sp>
              <p:nvSpPr>
                <p:cNvPr id="586861" name="Rectangle 109"/>
                <p:cNvSpPr>
                  <a:spLocks noChangeArrowheads="1"/>
                </p:cNvSpPr>
                <p:nvPr/>
              </p:nvSpPr>
              <p:spPr bwMode="auto">
                <a:xfrm>
                  <a:off x="0" y="2691"/>
                  <a:ext cx="44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862" name="Group 110"/>
              <p:cNvGrpSpPr>
                <a:grpSpLocks/>
              </p:cNvGrpSpPr>
              <p:nvPr/>
            </p:nvGrpSpPr>
            <p:grpSpPr bwMode="auto">
              <a:xfrm>
                <a:off x="449" y="2691"/>
                <a:ext cx="449" cy="384"/>
                <a:chOff x="449" y="2691"/>
                <a:chExt cx="449" cy="384"/>
              </a:xfrm>
            </p:grpSpPr>
            <p:sp>
              <p:nvSpPr>
                <p:cNvPr id="586863" name="Rectangle 111"/>
                <p:cNvSpPr>
                  <a:spLocks noChangeArrowheads="1"/>
                </p:cNvSpPr>
                <p:nvPr/>
              </p:nvSpPr>
              <p:spPr bwMode="auto">
                <a:xfrm>
                  <a:off x="492" y="2691"/>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C3</a:t>
                  </a:r>
                </a:p>
                <a:p>
                  <a:pPr algn="ctr">
                    <a:lnSpc>
                      <a:spcPct val="100000"/>
                    </a:lnSpc>
                  </a:pPr>
                  <a:endParaRPr lang="en-US" altLang="zh-CN" sz="2000" b="1">
                    <a:solidFill>
                      <a:schemeClr val="bg2"/>
                    </a:solidFill>
                    <a:latin typeface="Times New Roman" pitchFamily="18" charset="0"/>
                  </a:endParaRPr>
                </a:p>
              </p:txBody>
            </p:sp>
            <p:sp>
              <p:nvSpPr>
                <p:cNvPr id="586864" name="Rectangle 112"/>
                <p:cNvSpPr>
                  <a:spLocks noChangeArrowheads="1"/>
                </p:cNvSpPr>
                <p:nvPr/>
              </p:nvSpPr>
              <p:spPr bwMode="auto">
                <a:xfrm>
                  <a:off x="449" y="2691"/>
                  <a:ext cx="44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865" name="Group 113"/>
              <p:cNvGrpSpPr>
                <a:grpSpLocks/>
              </p:cNvGrpSpPr>
              <p:nvPr/>
            </p:nvGrpSpPr>
            <p:grpSpPr bwMode="auto">
              <a:xfrm>
                <a:off x="898" y="2691"/>
                <a:ext cx="449" cy="384"/>
                <a:chOff x="898" y="2691"/>
                <a:chExt cx="449" cy="384"/>
              </a:xfrm>
            </p:grpSpPr>
            <p:sp>
              <p:nvSpPr>
                <p:cNvPr id="586866" name="Rectangle 114"/>
                <p:cNvSpPr>
                  <a:spLocks noChangeArrowheads="1"/>
                </p:cNvSpPr>
                <p:nvPr/>
              </p:nvSpPr>
              <p:spPr bwMode="auto">
                <a:xfrm>
                  <a:off x="941" y="2691"/>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87</a:t>
                  </a:r>
                </a:p>
                <a:p>
                  <a:pPr algn="ctr">
                    <a:lnSpc>
                      <a:spcPct val="100000"/>
                    </a:lnSpc>
                  </a:pPr>
                  <a:endParaRPr lang="en-US" altLang="zh-CN" sz="2000" b="1">
                    <a:solidFill>
                      <a:schemeClr val="bg2"/>
                    </a:solidFill>
                    <a:latin typeface="Times New Roman" pitchFamily="18" charset="0"/>
                  </a:endParaRPr>
                </a:p>
              </p:txBody>
            </p:sp>
            <p:sp>
              <p:nvSpPr>
                <p:cNvPr id="586867" name="Rectangle 115"/>
                <p:cNvSpPr>
                  <a:spLocks noChangeArrowheads="1"/>
                </p:cNvSpPr>
                <p:nvPr/>
              </p:nvSpPr>
              <p:spPr bwMode="auto">
                <a:xfrm>
                  <a:off x="898" y="2691"/>
                  <a:ext cx="44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868" name="Group 116"/>
              <p:cNvGrpSpPr>
                <a:grpSpLocks/>
              </p:cNvGrpSpPr>
              <p:nvPr/>
            </p:nvGrpSpPr>
            <p:grpSpPr bwMode="auto">
              <a:xfrm>
                <a:off x="0" y="3075"/>
                <a:ext cx="449" cy="384"/>
                <a:chOff x="0" y="3075"/>
                <a:chExt cx="449" cy="384"/>
              </a:xfrm>
            </p:grpSpPr>
            <p:sp>
              <p:nvSpPr>
                <p:cNvPr id="586869" name="Rectangle 117"/>
                <p:cNvSpPr>
                  <a:spLocks noChangeArrowheads="1"/>
                </p:cNvSpPr>
                <p:nvPr/>
              </p:nvSpPr>
              <p:spPr bwMode="auto">
                <a:xfrm>
                  <a:off x="43" y="3075"/>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S1</a:t>
                  </a:r>
                </a:p>
                <a:p>
                  <a:pPr algn="ctr">
                    <a:lnSpc>
                      <a:spcPct val="100000"/>
                    </a:lnSpc>
                  </a:pPr>
                  <a:endParaRPr lang="en-US" altLang="zh-CN" sz="2000" b="1">
                    <a:solidFill>
                      <a:schemeClr val="bg2"/>
                    </a:solidFill>
                    <a:latin typeface="Times New Roman" pitchFamily="18" charset="0"/>
                  </a:endParaRPr>
                </a:p>
              </p:txBody>
            </p:sp>
            <p:sp>
              <p:nvSpPr>
                <p:cNvPr id="586870" name="Rectangle 118"/>
                <p:cNvSpPr>
                  <a:spLocks noChangeArrowheads="1"/>
                </p:cNvSpPr>
                <p:nvPr/>
              </p:nvSpPr>
              <p:spPr bwMode="auto">
                <a:xfrm>
                  <a:off x="0" y="3075"/>
                  <a:ext cx="44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871" name="Group 119"/>
              <p:cNvGrpSpPr>
                <a:grpSpLocks/>
              </p:cNvGrpSpPr>
              <p:nvPr/>
            </p:nvGrpSpPr>
            <p:grpSpPr bwMode="auto">
              <a:xfrm>
                <a:off x="449" y="3075"/>
                <a:ext cx="449" cy="384"/>
                <a:chOff x="449" y="3075"/>
                <a:chExt cx="449" cy="384"/>
              </a:xfrm>
            </p:grpSpPr>
            <p:sp>
              <p:nvSpPr>
                <p:cNvPr id="586872" name="Rectangle 120"/>
                <p:cNvSpPr>
                  <a:spLocks noChangeArrowheads="1"/>
                </p:cNvSpPr>
                <p:nvPr/>
              </p:nvSpPr>
              <p:spPr bwMode="auto">
                <a:xfrm>
                  <a:off x="492" y="3075"/>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C2</a:t>
                  </a:r>
                </a:p>
                <a:p>
                  <a:pPr algn="ctr">
                    <a:lnSpc>
                      <a:spcPct val="100000"/>
                    </a:lnSpc>
                  </a:pPr>
                  <a:endParaRPr lang="en-US" altLang="zh-CN" sz="2000" b="1">
                    <a:solidFill>
                      <a:schemeClr val="bg2"/>
                    </a:solidFill>
                    <a:latin typeface="Times New Roman" pitchFamily="18" charset="0"/>
                  </a:endParaRPr>
                </a:p>
              </p:txBody>
            </p:sp>
            <p:sp>
              <p:nvSpPr>
                <p:cNvPr id="586873" name="Rectangle 121"/>
                <p:cNvSpPr>
                  <a:spLocks noChangeArrowheads="1"/>
                </p:cNvSpPr>
                <p:nvPr/>
              </p:nvSpPr>
              <p:spPr bwMode="auto">
                <a:xfrm>
                  <a:off x="449" y="3075"/>
                  <a:ext cx="44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874" name="Group 122"/>
              <p:cNvGrpSpPr>
                <a:grpSpLocks/>
              </p:cNvGrpSpPr>
              <p:nvPr/>
            </p:nvGrpSpPr>
            <p:grpSpPr bwMode="auto">
              <a:xfrm>
                <a:off x="898" y="3075"/>
                <a:ext cx="449" cy="384"/>
                <a:chOff x="898" y="3075"/>
                <a:chExt cx="449" cy="384"/>
              </a:xfrm>
            </p:grpSpPr>
            <p:sp>
              <p:nvSpPr>
                <p:cNvPr id="586875" name="Rectangle 123"/>
                <p:cNvSpPr>
                  <a:spLocks noChangeArrowheads="1"/>
                </p:cNvSpPr>
                <p:nvPr/>
              </p:nvSpPr>
              <p:spPr bwMode="auto">
                <a:xfrm>
                  <a:off x="941" y="3075"/>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88</a:t>
                  </a:r>
                </a:p>
                <a:p>
                  <a:pPr algn="ctr">
                    <a:lnSpc>
                      <a:spcPct val="100000"/>
                    </a:lnSpc>
                  </a:pPr>
                  <a:endParaRPr lang="en-US" altLang="zh-CN" sz="2000" b="1">
                    <a:solidFill>
                      <a:schemeClr val="bg2"/>
                    </a:solidFill>
                    <a:latin typeface="Times New Roman" pitchFamily="18" charset="0"/>
                  </a:endParaRPr>
                </a:p>
              </p:txBody>
            </p:sp>
            <p:sp>
              <p:nvSpPr>
                <p:cNvPr id="586876" name="Rectangle 124"/>
                <p:cNvSpPr>
                  <a:spLocks noChangeArrowheads="1"/>
                </p:cNvSpPr>
                <p:nvPr/>
              </p:nvSpPr>
              <p:spPr bwMode="auto">
                <a:xfrm>
                  <a:off x="898" y="3075"/>
                  <a:ext cx="44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877" name="Group 125"/>
              <p:cNvGrpSpPr>
                <a:grpSpLocks/>
              </p:cNvGrpSpPr>
              <p:nvPr/>
            </p:nvGrpSpPr>
            <p:grpSpPr bwMode="auto">
              <a:xfrm>
                <a:off x="0" y="3459"/>
                <a:ext cx="449" cy="384"/>
                <a:chOff x="0" y="3459"/>
                <a:chExt cx="449" cy="384"/>
              </a:xfrm>
            </p:grpSpPr>
            <p:sp>
              <p:nvSpPr>
                <p:cNvPr id="586878" name="Rectangle 126"/>
                <p:cNvSpPr>
                  <a:spLocks noChangeArrowheads="1"/>
                </p:cNvSpPr>
                <p:nvPr/>
              </p:nvSpPr>
              <p:spPr bwMode="auto">
                <a:xfrm>
                  <a:off x="43" y="3459"/>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S4</a:t>
                  </a:r>
                </a:p>
                <a:p>
                  <a:pPr algn="ctr">
                    <a:lnSpc>
                      <a:spcPct val="100000"/>
                    </a:lnSpc>
                  </a:pPr>
                  <a:endParaRPr lang="en-US" altLang="zh-CN" sz="2000" b="1">
                    <a:solidFill>
                      <a:schemeClr val="bg2"/>
                    </a:solidFill>
                    <a:latin typeface="Times New Roman" pitchFamily="18" charset="0"/>
                  </a:endParaRPr>
                </a:p>
              </p:txBody>
            </p:sp>
            <p:sp>
              <p:nvSpPr>
                <p:cNvPr id="586879" name="Rectangle 127"/>
                <p:cNvSpPr>
                  <a:spLocks noChangeArrowheads="1"/>
                </p:cNvSpPr>
                <p:nvPr/>
              </p:nvSpPr>
              <p:spPr bwMode="auto">
                <a:xfrm>
                  <a:off x="0" y="3459"/>
                  <a:ext cx="44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880" name="Group 128"/>
              <p:cNvGrpSpPr>
                <a:grpSpLocks/>
              </p:cNvGrpSpPr>
              <p:nvPr/>
            </p:nvGrpSpPr>
            <p:grpSpPr bwMode="auto">
              <a:xfrm>
                <a:off x="449" y="3459"/>
                <a:ext cx="449" cy="384"/>
                <a:chOff x="449" y="3459"/>
                <a:chExt cx="449" cy="384"/>
              </a:xfrm>
            </p:grpSpPr>
            <p:sp>
              <p:nvSpPr>
                <p:cNvPr id="586881" name="Rectangle 129"/>
                <p:cNvSpPr>
                  <a:spLocks noChangeArrowheads="1"/>
                </p:cNvSpPr>
                <p:nvPr/>
              </p:nvSpPr>
              <p:spPr bwMode="auto">
                <a:xfrm>
                  <a:off x="492" y="3459"/>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C3</a:t>
                  </a:r>
                </a:p>
                <a:p>
                  <a:pPr algn="ctr">
                    <a:lnSpc>
                      <a:spcPct val="100000"/>
                    </a:lnSpc>
                  </a:pPr>
                  <a:endParaRPr lang="en-US" altLang="zh-CN" sz="2000" b="1">
                    <a:solidFill>
                      <a:schemeClr val="bg2"/>
                    </a:solidFill>
                    <a:latin typeface="Times New Roman" pitchFamily="18" charset="0"/>
                  </a:endParaRPr>
                </a:p>
              </p:txBody>
            </p:sp>
            <p:sp>
              <p:nvSpPr>
                <p:cNvPr id="586882" name="Rectangle 130"/>
                <p:cNvSpPr>
                  <a:spLocks noChangeArrowheads="1"/>
                </p:cNvSpPr>
                <p:nvPr/>
              </p:nvSpPr>
              <p:spPr bwMode="auto">
                <a:xfrm>
                  <a:off x="449" y="3459"/>
                  <a:ext cx="44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883" name="Group 131"/>
              <p:cNvGrpSpPr>
                <a:grpSpLocks/>
              </p:cNvGrpSpPr>
              <p:nvPr/>
            </p:nvGrpSpPr>
            <p:grpSpPr bwMode="auto">
              <a:xfrm>
                <a:off x="898" y="3459"/>
                <a:ext cx="449" cy="384"/>
                <a:chOff x="898" y="3459"/>
                <a:chExt cx="449" cy="384"/>
              </a:xfrm>
            </p:grpSpPr>
            <p:sp>
              <p:nvSpPr>
                <p:cNvPr id="586884" name="Rectangle 132"/>
                <p:cNvSpPr>
                  <a:spLocks noChangeArrowheads="1"/>
                </p:cNvSpPr>
                <p:nvPr/>
              </p:nvSpPr>
              <p:spPr bwMode="auto">
                <a:xfrm>
                  <a:off x="941" y="3459"/>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79</a:t>
                  </a:r>
                </a:p>
                <a:p>
                  <a:pPr algn="ctr">
                    <a:lnSpc>
                      <a:spcPct val="100000"/>
                    </a:lnSpc>
                  </a:pPr>
                  <a:endParaRPr lang="en-US" altLang="zh-CN" sz="2000" b="1">
                    <a:solidFill>
                      <a:schemeClr val="bg2"/>
                    </a:solidFill>
                    <a:latin typeface="Times New Roman" pitchFamily="18" charset="0"/>
                  </a:endParaRPr>
                </a:p>
              </p:txBody>
            </p:sp>
            <p:sp>
              <p:nvSpPr>
                <p:cNvPr id="586885" name="Rectangle 133"/>
                <p:cNvSpPr>
                  <a:spLocks noChangeArrowheads="1"/>
                </p:cNvSpPr>
                <p:nvPr/>
              </p:nvSpPr>
              <p:spPr bwMode="auto">
                <a:xfrm>
                  <a:off x="898" y="3459"/>
                  <a:ext cx="44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886" name="Group 134"/>
              <p:cNvGrpSpPr>
                <a:grpSpLocks/>
              </p:cNvGrpSpPr>
              <p:nvPr/>
            </p:nvGrpSpPr>
            <p:grpSpPr bwMode="auto">
              <a:xfrm>
                <a:off x="0" y="3843"/>
                <a:ext cx="449" cy="621"/>
                <a:chOff x="0" y="3843"/>
                <a:chExt cx="449" cy="621"/>
              </a:xfrm>
            </p:grpSpPr>
            <p:sp>
              <p:nvSpPr>
                <p:cNvPr id="586887" name="Rectangle 135"/>
                <p:cNvSpPr>
                  <a:spLocks noChangeArrowheads="1"/>
                </p:cNvSpPr>
                <p:nvPr/>
              </p:nvSpPr>
              <p:spPr bwMode="auto">
                <a:xfrm>
                  <a:off x="43" y="3843"/>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S9</a:t>
                  </a:r>
                </a:p>
                <a:p>
                  <a:pPr algn="ctr">
                    <a:lnSpc>
                      <a:spcPct val="100000"/>
                    </a:lnSpc>
                  </a:pPr>
                  <a:endParaRPr lang="en-US" altLang="zh-CN" sz="2000" b="1">
                    <a:solidFill>
                      <a:schemeClr val="bg2"/>
                    </a:solidFill>
                    <a:latin typeface="Times New Roman" pitchFamily="18" charset="0"/>
                  </a:endParaRPr>
                </a:p>
              </p:txBody>
            </p:sp>
            <p:sp>
              <p:nvSpPr>
                <p:cNvPr id="586888" name="Rectangle 136"/>
                <p:cNvSpPr>
                  <a:spLocks noChangeArrowheads="1"/>
                </p:cNvSpPr>
                <p:nvPr/>
              </p:nvSpPr>
              <p:spPr bwMode="auto">
                <a:xfrm>
                  <a:off x="0" y="3843"/>
                  <a:ext cx="449" cy="6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indent="609600"/>
                  <a:endParaRPr lang="zh-CN" altLang="zh-CN">
                    <a:solidFill>
                      <a:schemeClr val="bg2"/>
                    </a:solidFill>
                  </a:endParaRPr>
                </a:p>
              </p:txBody>
            </p:sp>
          </p:grpSp>
          <p:grpSp>
            <p:nvGrpSpPr>
              <p:cNvPr id="586889" name="Group 137"/>
              <p:cNvGrpSpPr>
                <a:grpSpLocks/>
              </p:cNvGrpSpPr>
              <p:nvPr/>
            </p:nvGrpSpPr>
            <p:grpSpPr bwMode="auto">
              <a:xfrm>
                <a:off x="449" y="3843"/>
                <a:ext cx="449" cy="384"/>
                <a:chOff x="449" y="3843"/>
                <a:chExt cx="449" cy="384"/>
              </a:xfrm>
            </p:grpSpPr>
            <p:sp>
              <p:nvSpPr>
                <p:cNvPr id="586890" name="Rectangle 138"/>
                <p:cNvSpPr>
                  <a:spLocks noChangeArrowheads="1"/>
                </p:cNvSpPr>
                <p:nvPr/>
              </p:nvSpPr>
              <p:spPr bwMode="auto">
                <a:xfrm>
                  <a:off x="492" y="3843"/>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C4</a:t>
                  </a:r>
                </a:p>
                <a:p>
                  <a:pPr algn="ctr">
                    <a:lnSpc>
                      <a:spcPct val="100000"/>
                    </a:lnSpc>
                  </a:pPr>
                  <a:endParaRPr lang="en-US" altLang="zh-CN" sz="2000" b="1">
                    <a:solidFill>
                      <a:schemeClr val="bg2"/>
                    </a:solidFill>
                    <a:latin typeface="Times New Roman" pitchFamily="18" charset="0"/>
                  </a:endParaRPr>
                </a:p>
              </p:txBody>
            </p:sp>
            <p:sp>
              <p:nvSpPr>
                <p:cNvPr id="586891" name="Rectangle 139"/>
                <p:cNvSpPr>
                  <a:spLocks noChangeArrowheads="1"/>
                </p:cNvSpPr>
                <p:nvPr/>
              </p:nvSpPr>
              <p:spPr bwMode="auto">
                <a:xfrm>
                  <a:off x="449" y="3843"/>
                  <a:ext cx="44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892" name="Group 140"/>
              <p:cNvGrpSpPr>
                <a:grpSpLocks/>
              </p:cNvGrpSpPr>
              <p:nvPr/>
            </p:nvGrpSpPr>
            <p:grpSpPr bwMode="auto">
              <a:xfrm>
                <a:off x="898" y="3843"/>
                <a:ext cx="449" cy="384"/>
                <a:chOff x="898" y="3843"/>
                <a:chExt cx="449" cy="384"/>
              </a:xfrm>
            </p:grpSpPr>
            <p:sp>
              <p:nvSpPr>
                <p:cNvPr id="586893" name="Rectangle 141"/>
                <p:cNvSpPr>
                  <a:spLocks noChangeArrowheads="1"/>
                </p:cNvSpPr>
                <p:nvPr/>
              </p:nvSpPr>
              <p:spPr bwMode="auto">
                <a:xfrm>
                  <a:off x="941" y="3843"/>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83</a:t>
                  </a:r>
                </a:p>
                <a:p>
                  <a:pPr algn="ctr">
                    <a:lnSpc>
                      <a:spcPct val="100000"/>
                    </a:lnSpc>
                  </a:pPr>
                  <a:endParaRPr lang="en-US" altLang="zh-CN" sz="2000" b="1">
                    <a:solidFill>
                      <a:schemeClr val="bg2"/>
                    </a:solidFill>
                    <a:latin typeface="Times New Roman" pitchFamily="18" charset="0"/>
                  </a:endParaRPr>
                </a:p>
              </p:txBody>
            </p:sp>
            <p:sp>
              <p:nvSpPr>
                <p:cNvPr id="586894" name="Rectangle 142"/>
                <p:cNvSpPr>
                  <a:spLocks noChangeArrowheads="1"/>
                </p:cNvSpPr>
                <p:nvPr/>
              </p:nvSpPr>
              <p:spPr bwMode="auto">
                <a:xfrm>
                  <a:off x="898" y="3843"/>
                  <a:ext cx="44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895" name="Group 143"/>
              <p:cNvGrpSpPr>
                <a:grpSpLocks/>
              </p:cNvGrpSpPr>
              <p:nvPr/>
            </p:nvGrpSpPr>
            <p:grpSpPr bwMode="auto">
              <a:xfrm>
                <a:off x="0" y="4227"/>
                <a:ext cx="449" cy="384"/>
                <a:chOff x="0" y="4227"/>
                <a:chExt cx="449" cy="384"/>
              </a:xfrm>
            </p:grpSpPr>
            <p:sp>
              <p:nvSpPr>
                <p:cNvPr id="586896" name="Rectangle 144"/>
                <p:cNvSpPr>
                  <a:spLocks noChangeArrowheads="1"/>
                </p:cNvSpPr>
                <p:nvPr/>
              </p:nvSpPr>
              <p:spPr bwMode="auto">
                <a:xfrm>
                  <a:off x="43" y="4227"/>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S1</a:t>
                  </a:r>
                </a:p>
                <a:p>
                  <a:pPr algn="ctr">
                    <a:lnSpc>
                      <a:spcPct val="100000"/>
                    </a:lnSpc>
                  </a:pPr>
                  <a:endParaRPr lang="en-US" altLang="zh-CN" sz="2000" b="1">
                    <a:solidFill>
                      <a:schemeClr val="bg2"/>
                    </a:solidFill>
                    <a:latin typeface="Times New Roman" pitchFamily="18" charset="0"/>
                  </a:endParaRPr>
                </a:p>
              </p:txBody>
            </p:sp>
            <p:sp>
              <p:nvSpPr>
                <p:cNvPr id="586897" name="Rectangle 145"/>
                <p:cNvSpPr>
                  <a:spLocks noChangeArrowheads="1"/>
                </p:cNvSpPr>
                <p:nvPr/>
              </p:nvSpPr>
              <p:spPr bwMode="auto">
                <a:xfrm>
                  <a:off x="0" y="4227"/>
                  <a:ext cx="44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898" name="Group 146"/>
              <p:cNvGrpSpPr>
                <a:grpSpLocks/>
              </p:cNvGrpSpPr>
              <p:nvPr/>
            </p:nvGrpSpPr>
            <p:grpSpPr bwMode="auto">
              <a:xfrm>
                <a:off x="449" y="4227"/>
                <a:ext cx="449" cy="384"/>
                <a:chOff x="449" y="4227"/>
                <a:chExt cx="449" cy="384"/>
              </a:xfrm>
            </p:grpSpPr>
            <p:sp>
              <p:nvSpPr>
                <p:cNvPr id="586899" name="Rectangle 147"/>
                <p:cNvSpPr>
                  <a:spLocks noChangeArrowheads="1"/>
                </p:cNvSpPr>
                <p:nvPr/>
              </p:nvSpPr>
              <p:spPr bwMode="auto">
                <a:xfrm>
                  <a:off x="492" y="4227"/>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C3</a:t>
                  </a:r>
                </a:p>
                <a:p>
                  <a:pPr algn="ctr">
                    <a:lnSpc>
                      <a:spcPct val="100000"/>
                    </a:lnSpc>
                  </a:pPr>
                  <a:endParaRPr lang="en-US" altLang="zh-CN" sz="2000" b="1">
                    <a:solidFill>
                      <a:schemeClr val="bg2"/>
                    </a:solidFill>
                    <a:latin typeface="Times New Roman" pitchFamily="18" charset="0"/>
                  </a:endParaRPr>
                </a:p>
              </p:txBody>
            </p:sp>
            <p:sp>
              <p:nvSpPr>
                <p:cNvPr id="586900" name="Rectangle 148"/>
                <p:cNvSpPr>
                  <a:spLocks noChangeArrowheads="1"/>
                </p:cNvSpPr>
                <p:nvPr/>
              </p:nvSpPr>
              <p:spPr bwMode="auto">
                <a:xfrm>
                  <a:off x="449" y="4227"/>
                  <a:ext cx="44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901" name="Group 149"/>
              <p:cNvGrpSpPr>
                <a:grpSpLocks/>
              </p:cNvGrpSpPr>
              <p:nvPr/>
            </p:nvGrpSpPr>
            <p:grpSpPr bwMode="auto">
              <a:xfrm>
                <a:off x="898" y="4227"/>
                <a:ext cx="449" cy="621"/>
                <a:chOff x="898" y="4227"/>
                <a:chExt cx="449" cy="621"/>
              </a:xfrm>
            </p:grpSpPr>
            <p:sp>
              <p:nvSpPr>
                <p:cNvPr id="586902" name="Rectangle 150"/>
                <p:cNvSpPr>
                  <a:spLocks noChangeArrowheads="1"/>
                </p:cNvSpPr>
                <p:nvPr/>
              </p:nvSpPr>
              <p:spPr bwMode="auto">
                <a:xfrm>
                  <a:off x="941" y="4227"/>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76</a:t>
                  </a:r>
                </a:p>
                <a:p>
                  <a:pPr algn="ctr">
                    <a:lnSpc>
                      <a:spcPct val="100000"/>
                    </a:lnSpc>
                  </a:pPr>
                  <a:endParaRPr lang="en-US" altLang="zh-CN" sz="2000" b="1">
                    <a:solidFill>
                      <a:schemeClr val="bg2"/>
                    </a:solidFill>
                    <a:latin typeface="Times New Roman" pitchFamily="18" charset="0"/>
                  </a:endParaRPr>
                </a:p>
              </p:txBody>
            </p:sp>
            <p:sp>
              <p:nvSpPr>
                <p:cNvPr id="586903" name="Rectangle 151"/>
                <p:cNvSpPr>
                  <a:spLocks noChangeArrowheads="1"/>
                </p:cNvSpPr>
                <p:nvPr/>
              </p:nvSpPr>
              <p:spPr bwMode="auto">
                <a:xfrm>
                  <a:off x="898" y="4227"/>
                  <a:ext cx="449" cy="6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indent="609600"/>
                  <a:endParaRPr lang="zh-CN" altLang="zh-CN" b="1">
                    <a:solidFill>
                      <a:schemeClr val="bg2"/>
                    </a:solidFill>
                  </a:endParaRPr>
                </a:p>
              </p:txBody>
            </p:sp>
          </p:grpSp>
          <p:grpSp>
            <p:nvGrpSpPr>
              <p:cNvPr id="586904" name="Group 152"/>
              <p:cNvGrpSpPr>
                <a:grpSpLocks/>
              </p:cNvGrpSpPr>
              <p:nvPr/>
            </p:nvGrpSpPr>
            <p:grpSpPr bwMode="auto">
              <a:xfrm>
                <a:off x="0" y="4611"/>
                <a:ext cx="449" cy="384"/>
                <a:chOff x="0" y="4611"/>
                <a:chExt cx="449" cy="384"/>
              </a:xfrm>
            </p:grpSpPr>
            <p:sp>
              <p:nvSpPr>
                <p:cNvPr id="586905" name="Rectangle 153"/>
                <p:cNvSpPr>
                  <a:spLocks noChangeArrowheads="1"/>
                </p:cNvSpPr>
                <p:nvPr/>
              </p:nvSpPr>
              <p:spPr bwMode="auto">
                <a:xfrm>
                  <a:off x="43" y="4611"/>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S6</a:t>
                  </a:r>
                </a:p>
                <a:p>
                  <a:pPr algn="ctr">
                    <a:lnSpc>
                      <a:spcPct val="100000"/>
                    </a:lnSpc>
                  </a:pPr>
                  <a:endParaRPr lang="en-US" altLang="zh-CN" sz="2000" b="1">
                    <a:solidFill>
                      <a:schemeClr val="bg2"/>
                    </a:solidFill>
                    <a:latin typeface="Times New Roman" pitchFamily="18" charset="0"/>
                  </a:endParaRPr>
                </a:p>
              </p:txBody>
            </p:sp>
            <p:sp>
              <p:nvSpPr>
                <p:cNvPr id="586906" name="Rectangle 154"/>
                <p:cNvSpPr>
                  <a:spLocks noChangeArrowheads="1"/>
                </p:cNvSpPr>
                <p:nvPr/>
              </p:nvSpPr>
              <p:spPr bwMode="auto">
                <a:xfrm>
                  <a:off x="0" y="4611"/>
                  <a:ext cx="44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907" name="Group 155"/>
              <p:cNvGrpSpPr>
                <a:grpSpLocks/>
              </p:cNvGrpSpPr>
              <p:nvPr/>
            </p:nvGrpSpPr>
            <p:grpSpPr bwMode="auto">
              <a:xfrm>
                <a:off x="449" y="4611"/>
                <a:ext cx="449" cy="384"/>
                <a:chOff x="449" y="4611"/>
                <a:chExt cx="449" cy="384"/>
              </a:xfrm>
            </p:grpSpPr>
            <p:sp>
              <p:nvSpPr>
                <p:cNvPr id="586908" name="Rectangle 156"/>
                <p:cNvSpPr>
                  <a:spLocks noChangeArrowheads="1"/>
                </p:cNvSpPr>
                <p:nvPr/>
              </p:nvSpPr>
              <p:spPr bwMode="auto">
                <a:xfrm>
                  <a:off x="492" y="4611"/>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C3</a:t>
                  </a:r>
                </a:p>
                <a:p>
                  <a:pPr algn="ctr">
                    <a:lnSpc>
                      <a:spcPct val="100000"/>
                    </a:lnSpc>
                  </a:pPr>
                  <a:endParaRPr lang="en-US" altLang="zh-CN" sz="2000" b="1">
                    <a:solidFill>
                      <a:schemeClr val="bg2"/>
                    </a:solidFill>
                    <a:latin typeface="Times New Roman" pitchFamily="18" charset="0"/>
                  </a:endParaRPr>
                </a:p>
              </p:txBody>
            </p:sp>
            <p:sp>
              <p:nvSpPr>
                <p:cNvPr id="586909" name="Rectangle 157"/>
                <p:cNvSpPr>
                  <a:spLocks noChangeArrowheads="1"/>
                </p:cNvSpPr>
                <p:nvPr/>
              </p:nvSpPr>
              <p:spPr bwMode="auto">
                <a:xfrm>
                  <a:off x="449" y="4611"/>
                  <a:ext cx="44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910" name="Group 158"/>
              <p:cNvGrpSpPr>
                <a:grpSpLocks/>
              </p:cNvGrpSpPr>
              <p:nvPr/>
            </p:nvGrpSpPr>
            <p:grpSpPr bwMode="auto">
              <a:xfrm>
                <a:off x="898" y="4611"/>
                <a:ext cx="449" cy="384"/>
                <a:chOff x="898" y="4611"/>
                <a:chExt cx="449" cy="384"/>
              </a:xfrm>
            </p:grpSpPr>
            <p:sp>
              <p:nvSpPr>
                <p:cNvPr id="586911" name="Rectangle 159"/>
                <p:cNvSpPr>
                  <a:spLocks noChangeArrowheads="1"/>
                </p:cNvSpPr>
                <p:nvPr/>
              </p:nvSpPr>
              <p:spPr bwMode="auto">
                <a:xfrm>
                  <a:off x="941" y="4611"/>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68</a:t>
                  </a:r>
                </a:p>
                <a:p>
                  <a:pPr algn="ctr">
                    <a:lnSpc>
                      <a:spcPct val="100000"/>
                    </a:lnSpc>
                  </a:pPr>
                  <a:endParaRPr lang="en-US" altLang="zh-CN" sz="2000" b="1">
                    <a:solidFill>
                      <a:schemeClr val="bg2"/>
                    </a:solidFill>
                    <a:latin typeface="Times New Roman" pitchFamily="18" charset="0"/>
                  </a:endParaRPr>
                </a:p>
              </p:txBody>
            </p:sp>
            <p:sp>
              <p:nvSpPr>
                <p:cNvPr id="586912" name="Rectangle 160"/>
                <p:cNvSpPr>
                  <a:spLocks noChangeArrowheads="1"/>
                </p:cNvSpPr>
                <p:nvPr/>
              </p:nvSpPr>
              <p:spPr bwMode="auto">
                <a:xfrm>
                  <a:off x="898" y="4611"/>
                  <a:ext cx="44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913" name="Group 161"/>
              <p:cNvGrpSpPr>
                <a:grpSpLocks/>
              </p:cNvGrpSpPr>
              <p:nvPr/>
            </p:nvGrpSpPr>
            <p:grpSpPr bwMode="auto">
              <a:xfrm>
                <a:off x="0" y="4995"/>
                <a:ext cx="449" cy="384"/>
                <a:chOff x="0" y="4995"/>
                <a:chExt cx="449" cy="384"/>
              </a:xfrm>
            </p:grpSpPr>
            <p:sp>
              <p:nvSpPr>
                <p:cNvPr id="586914" name="Rectangle 162"/>
                <p:cNvSpPr>
                  <a:spLocks noChangeArrowheads="1"/>
                </p:cNvSpPr>
                <p:nvPr/>
              </p:nvSpPr>
              <p:spPr bwMode="auto">
                <a:xfrm>
                  <a:off x="43" y="4995"/>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S1</a:t>
                  </a:r>
                </a:p>
                <a:p>
                  <a:pPr algn="ctr">
                    <a:lnSpc>
                      <a:spcPct val="100000"/>
                    </a:lnSpc>
                  </a:pPr>
                  <a:endParaRPr lang="en-US" altLang="zh-CN" sz="2000" b="1">
                    <a:solidFill>
                      <a:schemeClr val="bg2"/>
                    </a:solidFill>
                    <a:latin typeface="Times New Roman" pitchFamily="18" charset="0"/>
                  </a:endParaRPr>
                </a:p>
              </p:txBody>
            </p:sp>
            <p:sp>
              <p:nvSpPr>
                <p:cNvPr id="586915" name="Rectangle 163"/>
                <p:cNvSpPr>
                  <a:spLocks noChangeArrowheads="1"/>
                </p:cNvSpPr>
                <p:nvPr/>
              </p:nvSpPr>
              <p:spPr bwMode="auto">
                <a:xfrm>
                  <a:off x="0" y="4995"/>
                  <a:ext cx="44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916" name="Group 164"/>
              <p:cNvGrpSpPr>
                <a:grpSpLocks/>
              </p:cNvGrpSpPr>
              <p:nvPr/>
            </p:nvGrpSpPr>
            <p:grpSpPr bwMode="auto">
              <a:xfrm>
                <a:off x="449" y="4995"/>
                <a:ext cx="449" cy="384"/>
                <a:chOff x="449" y="4995"/>
                <a:chExt cx="449" cy="384"/>
              </a:xfrm>
            </p:grpSpPr>
            <p:sp>
              <p:nvSpPr>
                <p:cNvPr id="586917" name="Rectangle 165"/>
                <p:cNvSpPr>
                  <a:spLocks noChangeArrowheads="1"/>
                </p:cNvSpPr>
                <p:nvPr/>
              </p:nvSpPr>
              <p:spPr bwMode="auto">
                <a:xfrm>
                  <a:off x="492" y="4995"/>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C1</a:t>
                  </a:r>
                </a:p>
                <a:p>
                  <a:pPr algn="ctr">
                    <a:lnSpc>
                      <a:spcPct val="100000"/>
                    </a:lnSpc>
                  </a:pPr>
                  <a:endParaRPr lang="en-US" altLang="zh-CN" sz="2000" b="1">
                    <a:solidFill>
                      <a:schemeClr val="bg2"/>
                    </a:solidFill>
                    <a:latin typeface="Times New Roman" pitchFamily="18" charset="0"/>
                  </a:endParaRPr>
                </a:p>
              </p:txBody>
            </p:sp>
            <p:sp>
              <p:nvSpPr>
                <p:cNvPr id="586918" name="Rectangle 166"/>
                <p:cNvSpPr>
                  <a:spLocks noChangeArrowheads="1"/>
                </p:cNvSpPr>
                <p:nvPr/>
              </p:nvSpPr>
              <p:spPr bwMode="auto">
                <a:xfrm>
                  <a:off x="449" y="4995"/>
                  <a:ext cx="44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919" name="Group 167"/>
              <p:cNvGrpSpPr>
                <a:grpSpLocks/>
              </p:cNvGrpSpPr>
              <p:nvPr/>
            </p:nvGrpSpPr>
            <p:grpSpPr bwMode="auto">
              <a:xfrm>
                <a:off x="898" y="4995"/>
                <a:ext cx="449" cy="384"/>
                <a:chOff x="898" y="4995"/>
                <a:chExt cx="449" cy="384"/>
              </a:xfrm>
            </p:grpSpPr>
            <p:sp>
              <p:nvSpPr>
                <p:cNvPr id="586920" name="Rectangle 168"/>
                <p:cNvSpPr>
                  <a:spLocks noChangeArrowheads="1"/>
                </p:cNvSpPr>
                <p:nvPr/>
              </p:nvSpPr>
              <p:spPr bwMode="auto">
                <a:xfrm>
                  <a:off x="941" y="4995"/>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78</a:t>
                  </a:r>
                </a:p>
                <a:p>
                  <a:pPr algn="ctr">
                    <a:lnSpc>
                      <a:spcPct val="100000"/>
                    </a:lnSpc>
                  </a:pPr>
                  <a:endParaRPr lang="en-US" altLang="zh-CN" sz="2000" b="1">
                    <a:solidFill>
                      <a:schemeClr val="bg2"/>
                    </a:solidFill>
                    <a:latin typeface="Times New Roman" pitchFamily="18" charset="0"/>
                  </a:endParaRPr>
                </a:p>
              </p:txBody>
            </p:sp>
            <p:sp>
              <p:nvSpPr>
                <p:cNvPr id="586921" name="Rectangle 169"/>
                <p:cNvSpPr>
                  <a:spLocks noChangeArrowheads="1"/>
                </p:cNvSpPr>
                <p:nvPr/>
              </p:nvSpPr>
              <p:spPr bwMode="auto">
                <a:xfrm>
                  <a:off x="898" y="4995"/>
                  <a:ext cx="44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922" name="Group 170"/>
              <p:cNvGrpSpPr>
                <a:grpSpLocks/>
              </p:cNvGrpSpPr>
              <p:nvPr/>
            </p:nvGrpSpPr>
            <p:grpSpPr bwMode="auto">
              <a:xfrm>
                <a:off x="0" y="5379"/>
                <a:ext cx="449" cy="384"/>
                <a:chOff x="0" y="5379"/>
                <a:chExt cx="449" cy="384"/>
              </a:xfrm>
            </p:grpSpPr>
            <p:sp>
              <p:nvSpPr>
                <p:cNvPr id="586923" name="Rectangle 171"/>
                <p:cNvSpPr>
                  <a:spLocks noChangeArrowheads="1"/>
                </p:cNvSpPr>
                <p:nvPr/>
              </p:nvSpPr>
              <p:spPr bwMode="auto">
                <a:xfrm>
                  <a:off x="43" y="5379"/>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S6</a:t>
                  </a:r>
                </a:p>
                <a:p>
                  <a:pPr algn="ctr">
                    <a:lnSpc>
                      <a:spcPct val="100000"/>
                    </a:lnSpc>
                  </a:pPr>
                  <a:endParaRPr lang="en-US" altLang="zh-CN" sz="2000" b="1">
                    <a:solidFill>
                      <a:schemeClr val="bg2"/>
                    </a:solidFill>
                    <a:latin typeface="Times New Roman" pitchFamily="18" charset="0"/>
                  </a:endParaRPr>
                </a:p>
              </p:txBody>
            </p:sp>
            <p:sp>
              <p:nvSpPr>
                <p:cNvPr id="586924" name="Rectangle 172"/>
                <p:cNvSpPr>
                  <a:spLocks noChangeArrowheads="1"/>
                </p:cNvSpPr>
                <p:nvPr/>
              </p:nvSpPr>
              <p:spPr bwMode="auto">
                <a:xfrm>
                  <a:off x="0" y="5379"/>
                  <a:ext cx="44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925" name="Group 173"/>
              <p:cNvGrpSpPr>
                <a:grpSpLocks/>
              </p:cNvGrpSpPr>
              <p:nvPr/>
            </p:nvGrpSpPr>
            <p:grpSpPr bwMode="auto">
              <a:xfrm>
                <a:off x="449" y="5379"/>
                <a:ext cx="449" cy="384"/>
                <a:chOff x="449" y="5379"/>
                <a:chExt cx="449" cy="384"/>
              </a:xfrm>
            </p:grpSpPr>
            <p:sp>
              <p:nvSpPr>
                <p:cNvPr id="586926" name="Rectangle 174"/>
                <p:cNvSpPr>
                  <a:spLocks noChangeArrowheads="1"/>
                </p:cNvSpPr>
                <p:nvPr/>
              </p:nvSpPr>
              <p:spPr bwMode="auto">
                <a:xfrm>
                  <a:off x="492" y="5379"/>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C1</a:t>
                  </a:r>
                </a:p>
                <a:p>
                  <a:pPr algn="ctr">
                    <a:lnSpc>
                      <a:spcPct val="100000"/>
                    </a:lnSpc>
                  </a:pPr>
                  <a:endParaRPr lang="en-US" altLang="zh-CN" sz="2000" b="1">
                    <a:solidFill>
                      <a:schemeClr val="bg2"/>
                    </a:solidFill>
                    <a:latin typeface="Times New Roman" pitchFamily="18" charset="0"/>
                  </a:endParaRPr>
                </a:p>
              </p:txBody>
            </p:sp>
            <p:sp>
              <p:nvSpPr>
                <p:cNvPr id="586927" name="Rectangle 175"/>
                <p:cNvSpPr>
                  <a:spLocks noChangeArrowheads="1"/>
                </p:cNvSpPr>
                <p:nvPr/>
              </p:nvSpPr>
              <p:spPr bwMode="auto">
                <a:xfrm>
                  <a:off x="449" y="5379"/>
                  <a:ext cx="44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928" name="Group 176"/>
              <p:cNvGrpSpPr>
                <a:grpSpLocks/>
              </p:cNvGrpSpPr>
              <p:nvPr/>
            </p:nvGrpSpPr>
            <p:grpSpPr bwMode="auto">
              <a:xfrm>
                <a:off x="898" y="5379"/>
                <a:ext cx="449" cy="384"/>
                <a:chOff x="898" y="5379"/>
                <a:chExt cx="449" cy="384"/>
              </a:xfrm>
            </p:grpSpPr>
            <p:sp>
              <p:nvSpPr>
                <p:cNvPr id="586929" name="Rectangle 177"/>
                <p:cNvSpPr>
                  <a:spLocks noChangeArrowheads="1"/>
                </p:cNvSpPr>
                <p:nvPr/>
              </p:nvSpPr>
              <p:spPr bwMode="auto">
                <a:xfrm>
                  <a:off x="941" y="5379"/>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88</a:t>
                  </a:r>
                </a:p>
                <a:p>
                  <a:pPr algn="ctr">
                    <a:lnSpc>
                      <a:spcPct val="100000"/>
                    </a:lnSpc>
                  </a:pPr>
                  <a:endParaRPr lang="en-US" altLang="zh-CN" sz="2000" b="1">
                    <a:solidFill>
                      <a:schemeClr val="bg2"/>
                    </a:solidFill>
                    <a:latin typeface="Times New Roman" pitchFamily="18" charset="0"/>
                  </a:endParaRPr>
                </a:p>
              </p:txBody>
            </p:sp>
            <p:sp>
              <p:nvSpPr>
                <p:cNvPr id="586930" name="Rectangle 178"/>
                <p:cNvSpPr>
                  <a:spLocks noChangeArrowheads="1"/>
                </p:cNvSpPr>
                <p:nvPr/>
              </p:nvSpPr>
              <p:spPr bwMode="auto">
                <a:xfrm>
                  <a:off x="898" y="5379"/>
                  <a:ext cx="44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931" name="Group 179"/>
              <p:cNvGrpSpPr>
                <a:grpSpLocks/>
              </p:cNvGrpSpPr>
              <p:nvPr/>
            </p:nvGrpSpPr>
            <p:grpSpPr bwMode="auto">
              <a:xfrm>
                <a:off x="0" y="5763"/>
                <a:ext cx="449" cy="384"/>
                <a:chOff x="0" y="5763"/>
                <a:chExt cx="449" cy="384"/>
              </a:xfrm>
            </p:grpSpPr>
            <p:sp>
              <p:nvSpPr>
                <p:cNvPr id="586932" name="Rectangle 180"/>
                <p:cNvSpPr>
                  <a:spLocks noChangeArrowheads="1"/>
                </p:cNvSpPr>
                <p:nvPr/>
              </p:nvSpPr>
              <p:spPr bwMode="auto">
                <a:xfrm>
                  <a:off x="43" y="5763"/>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S3</a:t>
                  </a:r>
                </a:p>
                <a:p>
                  <a:pPr algn="ctr">
                    <a:lnSpc>
                      <a:spcPct val="100000"/>
                    </a:lnSpc>
                  </a:pPr>
                  <a:endParaRPr lang="en-US" altLang="zh-CN" sz="2000" b="1">
                    <a:solidFill>
                      <a:schemeClr val="bg2"/>
                    </a:solidFill>
                    <a:latin typeface="Times New Roman" pitchFamily="18" charset="0"/>
                  </a:endParaRPr>
                </a:p>
              </p:txBody>
            </p:sp>
            <p:sp>
              <p:nvSpPr>
                <p:cNvPr id="586933" name="Rectangle 181"/>
                <p:cNvSpPr>
                  <a:spLocks noChangeArrowheads="1"/>
                </p:cNvSpPr>
                <p:nvPr/>
              </p:nvSpPr>
              <p:spPr bwMode="auto">
                <a:xfrm>
                  <a:off x="0" y="5763"/>
                  <a:ext cx="44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934" name="Group 182"/>
              <p:cNvGrpSpPr>
                <a:grpSpLocks/>
              </p:cNvGrpSpPr>
              <p:nvPr/>
            </p:nvGrpSpPr>
            <p:grpSpPr bwMode="auto">
              <a:xfrm>
                <a:off x="449" y="5763"/>
                <a:ext cx="449" cy="384"/>
                <a:chOff x="449" y="5763"/>
                <a:chExt cx="449" cy="384"/>
              </a:xfrm>
            </p:grpSpPr>
            <p:sp>
              <p:nvSpPr>
                <p:cNvPr id="586935" name="Rectangle 183"/>
                <p:cNvSpPr>
                  <a:spLocks noChangeArrowheads="1"/>
                </p:cNvSpPr>
                <p:nvPr/>
              </p:nvSpPr>
              <p:spPr bwMode="auto">
                <a:xfrm>
                  <a:off x="492" y="5763"/>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C2</a:t>
                  </a:r>
                </a:p>
                <a:p>
                  <a:pPr algn="ctr">
                    <a:lnSpc>
                      <a:spcPct val="100000"/>
                    </a:lnSpc>
                  </a:pPr>
                  <a:endParaRPr lang="en-US" altLang="zh-CN" sz="2000" b="1">
                    <a:solidFill>
                      <a:schemeClr val="bg2"/>
                    </a:solidFill>
                    <a:latin typeface="Times New Roman" pitchFamily="18" charset="0"/>
                  </a:endParaRPr>
                </a:p>
              </p:txBody>
            </p:sp>
            <p:sp>
              <p:nvSpPr>
                <p:cNvPr id="586936" name="Rectangle 184"/>
                <p:cNvSpPr>
                  <a:spLocks noChangeArrowheads="1"/>
                </p:cNvSpPr>
                <p:nvPr/>
              </p:nvSpPr>
              <p:spPr bwMode="auto">
                <a:xfrm>
                  <a:off x="449" y="5763"/>
                  <a:ext cx="44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937" name="Group 185"/>
              <p:cNvGrpSpPr>
                <a:grpSpLocks/>
              </p:cNvGrpSpPr>
              <p:nvPr/>
            </p:nvGrpSpPr>
            <p:grpSpPr bwMode="auto">
              <a:xfrm>
                <a:off x="898" y="5763"/>
                <a:ext cx="449" cy="384"/>
                <a:chOff x="898" y="5763"/>
                <a:chExt cx="449" cy="384"/>
              </a:xfrm>
            </p:grpSpPr>
            <p:sp>
              <p:nvSpPr>
                <p:cNvPr id="586938" name="Rectangle 186"/>
                <p:cNvSpPr>
                  <a:spLocks noChangeArrowheads="1"/>
                </p:cNvSpPr>
                <p:nvPr/>
              </p:nvSpPr>
              <p:spPr bwMode="auto">
                <a:xfrm>
                  <a:off x="941" y="5763"/>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64</a:t>
                  </a:r>
                </a:p>
                <a:p>
                  <a:pPr algn="ctr">
                    <a:lnSpc>
                      <a:spcPct val="100000"/>
                    </a:lnSpc>
                  </a:pPr>
                  <a:endParaRPr lang="en-US" altLang="zh-CN" sz="2000" b="1">
                    <a:solidFill>
                      <a:schemeClr val="bg2"/>
                    </a:solidFill>
                    <a:latin typeface="Times New Roman" pitchFamily="18" charset="0"/>
                  </a:endParaRPr>
                </a:p>
              </p:txBody>
            </p:sp>
            <p:sp>
              <p:nvSpPr>
                <p:cNvPr id="586939" name="Rectangle 187"/>
                <p:cNvSpPr>
                  <a:spLocks noChangeArrowheads="1"/>
                </p:cNvSpPr>
                <p:nvPr/>
              </p:nvSpPr>
              <p:spPr bwMode="auto">
                <a:xfrm>
                  <a:off x="898" y="5763"/>
                  <a:ext cx="44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940" name="Group 188"/>
              <p:cNvGrpSpPr>
                <a:grpSpLocks/>
              </p:cNvGrpSpPr>
              <p:nvPr/>
            </p:nvGrpSpPr>
            <p:grpSpPr bwMode="auto">
              <a:xfrm>
                <a:off x="0" y="6147"/>
                <a:ext cx="449" cy="384"/>
                <a:chOff x="0" y="6147"/>
                <a:chExt cx="449" cy="384"/>
              </a:xfrm>
            </p:grpSpPr>
            <p:sp>
              <p:nvSpPr>
                <p:cNvPr id="586941" name="Rectangle 189"/>
                <p:cNvSpPr>
                  <a:spLocks noChangeArrowheads="1"/>
                </p:cNvSpPr>
                <p:nvPr/>
              </p:nvSpPr>
              <p:spPr bwMode="auto">
                <a:xfrm>
                  <a:off x="43" y="6147"/>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S1</a:t>
                  </a:r>
                </a:p>
                <a:p>
                  <a:pPr algn="ctr">
                    <a:lnSpc>
                      <a:spcPct val="100000"/>
                    </a:lnSpc>
                  </a:pPr>
                  <a:endParaRPr lang="en-US" altLang="zh-CN" sz="2000" b="1">
                    <a:solidFill>
                      <a:schemeClr val="bg2"/>
                    </a:solidFill>
                    <a:latin typeface="Times New Roman" pitchFamily="18" charset="0"/>
                  </a:endParaRPr>
                </a:p>
              </p:txBody>
            </p:sp>
            <p:sp>
              <p:nvSpPr>
                <p:cNvPr id="586942" name="Rectangle 190"/>
                <p:cNvSpPr>
                  <a:spLocks noChangeArrowheads="1"/>
                </p:cNvSpPr>
                <p:nvPr/>
              </p:nvSpPr>
              <p:spPr bwMode="auto">
                <a:xfrm>
                  <a:off x="0" y="6147"/>
                  <a:ext cx="44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943" name="Group 191"/>
              <p:cNvGrpSpPr>
                <a:grpSpLocks/>
              </p:cNvGrpSpPr>
              <p:nvPr/>
            </p:nvGrpSpPr>
            <p:grpSpPr bwMode="auto">
              <a:xfrm>
                <a:off x="449" y="6147"/>
                <a:ext cx="449" cy="384"/>
                <a:chOff x="449" y="6147"/>
                <a:chExt cx="449" cy="384"/>
              </a:xfrm>
            </p:grpSpPr>
            <p:sp>
              <p:nvSpPr>
                <p:cNvPr id="586944" name="Rectangle 192"/>
                <p:cNvSpPr>
                  <a:spLocks noChangeArrowheads="1"/>
                </p:cNvSpPr>
                <p:nvPr/>
              </p:nvSpPr>
              <p:spPr bwMode="auto">
                <a:xfrm>
                  <a:off x="492" y="6147"/>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C4</a:t>
                  </a:r>
                </a:p>
                <a:p>
                  <a:pPr algn="ctr">
                    <a:lnSpc>
                      <a:spcPct val="100000"/>
                    </a:lnSpc>
                  </a:pPr>
                  <a:endParaRPr lang="en-US" altLang="zh-CN" sz="2000" b="1">
                    <a:solidFill>
                      <a:schemeClr val="bg2"/>
                    </a:solidFill>
                    <a:latin typeface="Times New Roman" pitchFamily="18" charset="0"/>
                  </a:endParaRPr>
                </a:p>
              </p:txBody>
            </p:sp>
            <p:sp>
              <p:nvSpPr>
                <p:cNvPr id="586945" name="Rectangle 193"/>
                <p:cNvSpPr>
                  <a:spLocks noChangeArrowheads="1"/>
                </p:cNvSpPr>
                <p:nvPr/>
              </p:nvSpPr>
              <p:spPr bwMode="auto">
                <a:xfrm>
                  <a:off x="449" y="6147"/>
                  <a:ext cx="44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946" name="Group 194"/>
              <p:cNvGrpSpPr>
                <a:grpSpLocks/>
              </p:cNvGrpSpPr>
              <p:nvPr/>
            </p:nvGrpSpPr>
            <p:grpSpPr bwMode="auto">
              <a:xfrm>
                <a:off x="898" y="6147"/>
                <a:ext cx="449" cy="384"/>
                <a:chOff x="898" y="6147"/>
                <a:chExt cx="449" cy="384"/>
              </a:xfrm>
            </p:grpSpPr>
            <p:sp>
              <p:nvSpPr>
                <p:cNvPr id="586947" name="Rectangle 195"/>
                <p:cNvSpPr>
                  <a:spLocks noChangeArrowheads="1"/>
                </p:cNvSpPr>
                <p:nvPr/>
              </p:nvSpPr>
              <p:spPr bwMode="auto">
                <a:xfrm>
                  <a:off x="941" y="6147"/>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86</a:t>
                  </a:r>
                </a:p>
                <a:p>
                  <a:pPr algn="ctr">
                    <a:lnSpc>
                      <a:spcPct val="100000"/>
                    </a:lnSpc>
                  </a:pPr>
                  <a:endParaRPr lang="en-US" altLang="zh-CN" sz="2000" b="1">
                    <a:solidFill>
                      <a:schemeClr val="bg2"/>
                    </a:solidFill>
                    <a:latin typeface="Times New Roman" pitchFamily="18" charset="0"/>
                  </a:endParaRPr>
                </a:p>
              </p:txBody>
            </p:sp>
            <p:sp>
              <p:nvSpPr>
                <p:cNvPr id="586948" name="Rectangle 196"/>
                <p:cNvSpPr>
                  <a:spLocks noChangeArrowheads="1"/>
                </p:cNvSpPr>
                <p:nvPr/>
              </p:nvSpPr>
              <p:spPr bwMode="auto">
                <a:xfrm>
                  <a:off x="898" y="6147"/>
                  <a:ext cx="44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949" name="Group 197"/>
              <p:cNvGrpSpPr>
                <a:grpSpLocks/>
              </p:cNvGrpSpPr>
              <p:nvPr/>
            </p:nvGrpSpPr>
            <p:grpSpPr bwMode="auto">
              <a:xfrm>
                <a:off x="0" y="6531"/>
                <a:ext cx="449" cy="384"/>
                <a:chOff x="0" y="6531"/>
                <a:chExt cx="449" cy="384"/>
              </a:xfrm>
            </p:grpSpPr>
            <p:sp>
              <p:nvSpPr>
                <p:cNvPr id="586950" name="Rectangle 198"/>
                <p:cNvSpPr>
                  <a:spLocks noChangeArrowheads="1"/>
                </p:cNvSpPr>
                <p:nvPr/>
              </p:nvSpPr>
              <p:spPr bwMode="auto">
                <a:xfrm>
                  <a:off x="43" y="6531"/>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S9</a:t>
                  </a:r>
                </a:p>
                <a:p>
                  <a:pPr algn="ctr">
                    <a:lnSpc>
                      <a:spcPct val="100000"/>
                    </a:lnSpc>
                  </a:pPr>
                  <a:endParaRPr lang="en-US" altLang="zh-CN" sz="2000" b="1">
                    <a:solidFill>
                      <a:schemeClr val="bg2"/>
                    </a:solidFill>
                    <a:latin typeface="Times New Roman" pitchFamily="18" charset="0"/>
                  </a:endParaRPr>
                </a:p>
              </p:txBody>
            </p:sp>
            <p:sp>
              <p:nvSpPr>
                <p:cNvPr id="586951" name="Rectangle 199"/>
                <p:cNvSpPr>
                  <a:spLocks noChangeArrowheads="1"/>
                </p:cNvSpPr>
                <p:nvPr/>
              </p:nvSpPr>
              <p:spPr bwMode="auto">
                <a:xfrm>
                  <a:off x="0" y="6531"/>
                  <a:ext cx="44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952" name="Group 200"/>
              <p:cNvGrpSpPr>
                <a:grpSpLocks/>
              </p:cNvGrpSpPr>
              <p:nvPr/>
            </p:nvGrpSpPr>
            <p:grpSpPr bwMode="auto">
              <a:xfrm>
                <a:off x="449" y="6531"/>
                <a:ext cx="449" cy="384"/>
                <a:chOff x="449" y="6531"/>
                <a:chExt cx="449" cy="384"/>
              </a:xfrm>
            </p:grpSpPr>
            <p:sp>
              <p:nvSpPr>
                <p:cNvPr id="586953" name="Rectangle 201"/>
                <p:cNvSpPr>
                  <a:spLocks noChangeArrowheads="1"/>
                </p:cNvSpPr>
                <p:nvPr/>
              </p:nvSpPr>
              <p:spPr bwMode="auto">
                <a:xfrm>
                  <a:off x="492" y="6531"/>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C2</a:t>
                  </a:r>
                </a:p>
                <a:p>
                  <a:pPr algn="ctr">
                    <a:lnSpc>
                      <a:spcPct val="100000"/>
                    </a:lnSpc>
                  </a:pPr>
                  <a:endParaRPr lang="en-US" altLang="zh-CN" sz="2000" b="1">
                    <a:solidFill>
                      <a:schemeClr val="bg2"/>
                    </a:solidFill>
                    <a:latin typeface="Times New Roman" pitchFamily="18" charset="0"/>
                  </a:endParaRPr>
                </a:p>
              </p:txBody>
            </p:sp>
            <p:sp>
              <p:nvSpPr>
                <p:cNvPr id="586954" name="Rectangle 202"/>
                <p:cNvSpPr>
                  <a:spLocks noChangeArrowheads="1"/>
                </p:cNvSpPr>
                <p:nvPr/>
              </p:nvSpPr>
              <p:spPr bwMode="auto">
                <a:xfrm>
                  <a:off x="449" y="6531"/>
                  <a:ext cx="44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586955" name="Group 203"/>
              <p:cNvGrpSpPr>
                <a:grpSpLocks/>
              </p:cNvGrpSpPr>
              <p:nvPr/>
            </p:nvGrpSpPr>
            <p:grpSpPr bwMode="auto">
              <a:xfrm>
                <a:off x="898" y="6531"/>
                <a:ext cx="449" cy="384"/>
                <a:chOff x="898" y="6531"/>
                <a:chExt cx="449" cy="384"/>
              </a:xfrm>
            </p:grpSpPr>
            <p:sp>
              <p:nvSpPr>
                <p:cNvPr id="586956" name="Rectangle 204"/>
                <p:cNvSpPr>
                  <a:spLocks noChangeArrowheads="1"/>
                </p:cNvSpPr>
                <p:nvPr/>
              </p:nvSpPr>
              <p:spPr bwMode="auto">
                <a:xfrm>
                  <a:off x="941" y="6531"/>
                  <a:ext cx="36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lnSpc>
                      <a:spcPct val="100000"/>
                    </a:lnSpc>
                  </a:pPr>
                  <a:r>
                    <a:rPr lang="en-US" altLang="zh-CN" sz="2000" b="1">
                      <a:solidFill>
                        <a:schemeClr val="bg2"/>
                      </a:solidFill>
                    </a:rPr>
                    <a:t>78</a:t>
                  </a:r>
                </a:p>
                <a:p>
                  <a:pPr algn="ctr">
                    <a:lnSpc>
                      <a:spcPct val="100000"/>
                    </a:lnSpc>
                  </a:pPr>
                  <a:endParaRPr lang="en-US" altLang="zh-CN" sz="2000" b="1">
                    <a:solidFill>
                      <a:schemeClr val="bg2"/>
                    </a:solidFill>
                    <a:latin typeface="Times New Roman" pitchFamily="18" charset="0"/>
                  </a:endParaRPr>
                </a:p>
              </p:txBody>
            </p:sp>
            <p:sp>
              <p:nvSpPr>
                <p:cNvPr id="586957" name="Rectangle 205"/>
                <p:cNvSpPr>
                  <a:spLocks noChangeArrowheads="1"/>
                </p:cNvSpPr>
                <p:nvPr/>
              </p:nvSpPr>
              <p:spPr bwMode="auto">
                <a:xfrm>
                  <a:off x="898" y="6531"/>
                  <a:ext cx="44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sp>
          <p:nvSpPr>
            <p:cNvPr id="587025" name="Line 273"/>
            <p:cNvSpPr>
              <a:spLocks noChangeShapeType="1"/>
            </p:cNvSpPr>
            <p:nvPr/>
          </p:nvSpPr>
          <p:spPr bwMode="auto">
            <a:xfrm>
              <a:off x="4241" y="572"/>
              <a:ext cx="952"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pic>
        <p:nvPicPr>
          <p:cNvPr id="2" name="图片 1">
            <a:extLst>
              <a:ext uri="{FF2B5EF4-FFF2-40B4-BE49-F238E27FC236}">
                <a16:creationId xmlns:a16="http://schemas.microsoft.com/office/drawing/2014/main" id="{7A3E57B0-BE1F-1CDB-65F2-D25D8B250BE8}"/>
              </a:ext>
            </a:extLst>
          </p:cNvPr>
          <p:cNvPicPr>
            <a:picLocks noChangeAspect="1"/>
          </p:cNvPicPr>
          <p:nvPr/>
        </p:nvPicPr>
        <p:blipFill rotWithShape="1">
          <a:blip r:embed="rId2"/>
          <a:srcRect l="21377" t="9709" r="20826" b="8302"/>
          <a:stretch/>
        </p:blipFill>
        <p:spPr>
          <a:xfrm>
            <a:off x="6267456" y="101962"/>
            <a:ext cx="689731" cy="1303769"/>
          </a:xfrm>
          <a:prstGeom prst="rect">
            <a:avLst/>
          </a:prstGeom>
        </p:spPr>
      </p:pic>
      <p:sp>
        <p:nvSpPr>
          <p:cNvPr id="3" name="矩形标注 2">
            <a:extLst>
              <a:ext uri="{FF2B5EF4-FFF2-40B4-BE49-F238E27FC236}">
                <a16:creationId xmlns:a16="http://schemas.microsoft.com/office/drawing/2014/main" id="{6DC13F74-6E3E-C9D0-04F2-070A7329EF54}"/>
              </a:ext>
            </a:extLst>
          </p:cNvPr>
          <p:cNvSpPr/>
          <p:nvPr/>
        </p:nvSpPr>
        <p:spPr bwMode="auto">
          <a:xfrm>
            <a:off x="7125677" y="221937"/>
            <a:ext cx="1879472" cy="707886"/>
          </a:xfrm>
          <a:prstGeom prst="wedgeRectCallout">
            <a:avLst>
              <a:gd name="adj1" fmla="val -68895"/>
              <a:gd name="adj2" fmla="val -30104"/>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pPr marR="0" indent="11113" algn="just" defTabSz="914400" rtl="0" eaLnBrk="0" fontAlgn="base" latinLnBrk="0" hangingPunct="0">
              <a:lnSpc>
                <a:spcPct val="100000"/>
              </a:lnSpc>
              <a:spcBef>
                <a:spcPct val="0"/>
              </a:spcBef>
              <a:spcAft>
                <a:spcPct val="0"/>
              </a:spcAft>
              <a:buClrTx/>
              <a:buSzTx/>
              <a:buFontTx/>
              <a:buNone/>
            </a:pPr>
            <a:r>
              <a:rPr kumimoji="1" lang="zh-CN" altLang="en-US" sz="2000" b="0" i="0" u="none" strike="noStrike" cap="none" normalizeH="0" baseline="0" dirty="0">
                <a:ln>
                  <a:noFill/>
                </a:ln>
                <a:solidFill>
                  <a:schemeClr val="bg2"/>
                </a:solidFill>
                <a:effectLst/>
                <a:latin typeface="宋体" pitchFamily="2" charset="-122"/>
                <a:ea typeface="宋体" pitchFamily="2" charset="-122"/>
              </a:rPr>
              <a:t>刘莎莎的高等数学分数？</a:t>
            </a:r>
          </a:p>
        </p:txBody>
      </p:sp>
      <p:sp>
        <p:nvSpPr>
          <p:cNvPr id="4" name="矩形 3">
            <a:extLst>
              <a:ext uri="{FF2B5EF4-FFF2-40B4-BE49-F238E27FC236}">
                <a16:creationId xmlns:a16="http://schemas.microsoft.com/office/drawing/2014/main" id="{4FD160DF-4946-80B4-026C-32EAEDAACAF6}"/>
              </a:ext>
            </a:extLst>
          </p:cNvPr>
          <p:cNvSpPr/>
          <p:nvPr/>
        </p:nvSpPr>
        <p:spPr bwMode="auto">
          <a:xfrm>
            <a:off x="228600" y="2385178"/>
            <a:ext cx="5943600" cy="502260"/>
          </a:xfrm>
          <a:prstGeom prst="rect">
            <a:avLst/>
          </a:prstGeom>
          <a:noFill/>
          <a:ln>
            <a:solidFill>
              <a:srgbClr val="FF0066"/>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a:ln>
                <a:noFill/>
              </a:ln>
              <a:solidFill>
                <a:schemeClr val="tx1"/>
              </a:solidFill>
              <a:effectLst/>
              <a:latin typeface="宋体" pitchFamily="2" charset="-122"/>
              <a:ea typeface="宋体" pitchFamily="2" charset="-122"/>
            </a:endParaRPr>
          </a:p>
        </p:txBody>
      </p:sp>
      <p:sp>
        <p:nvSpPr>
          <p:cNvPr id="5" name="矩形 4">
            <a:extLst>
              <a:ext uri="{FF2B5EF4-FFF2-40B4-BE49-F238E27FC236}">
                <a16:creationId xmlns:a16="http://schemas.microsoft.com/office/drawing/2014/main" id="{7CA43A7D-237E-C1FA-978B-3D1F37673F05}"/>
              </a:ext>
            </a:extLst>
          </p:cNvPr>
          <p:cNvSpPr/>
          <p:nvPr/>
        </p:nvSpPr>
        <p:spPr bwMode="auto">
          <a:xfrm>
            <a:off x="221613" y="5379815"/>
            <a:ext cx="6013450" cy="502260"/>
          </a:xfrm>
          <a:prstGeom prst="rect">
            <a:avLst/>
          </a:prstGeom>
          <a:noFill/>
          <a:ln>
            <a:solidFill>
              <a:srgbClr val="FF0066"/>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a:ln>
                <a:noFill/>
              </a:ln>
              <a:solidFill>
                <a:schemeClr val="tx1"/>
              </a:solidFill>
              <a:effectLst/>
              <a:latin typeface="宋体" pitchFamily="2" charset="-122"/>
              <a:ea typeface="宋体" pitchFamily="2" charset="-122"/>
            </a:endParaRPr>
          </a:p>
        </p:txBody>
      </p:sp>
      <p:sp>
        <p:nvSpPr>
          <p:cNvPr id="6" name="矩形 5">
            <a:extLst>
              <a:ext uri="{FF2B5EF4-FFF2-40B4-BE49-F238E27FC236}">
                <a16:creationId xmlns:a16="http://schemas.microsoft.com/office/drawing/2014/main" id="{803E1565-66BB-AC81-7DBC-C0D0A9889053}"/>
              </a:ext>
            </a:extLst>
          </p:cNvPr>
          <p:cNvSpPr/>
          <p:nvPr/>
        </p:nvSpPr>
        <p:spPr bwMode="auto">
          <a:xfrm>
            <a:off x="6444208" y="1855931"/>
            <a:ext cx="2471192" cy="502260"/>
          </a:xfrm>
          <a:prstGeom prst="rect">
            <a:avLst/>
          </a:prstGeom>
          <a:noFill/>
          <a:ln>
            <a:solidFill>
              <a:srgbClr val="FF0066"/>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a:ln>
                <a:noFill/>
              </a:ln>
              <a:solidFill>
                <a:schemeClr val="tx1"/>
              </a:solidFill>
              <a:effectLst/>
              <a:latin typeface="宋体" pitchFamily="2" charset="-122"/>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86755"/>
                                        </p:tgtEl>
                                        <p:attrNameLst>
                                          <p:attrName>style.visibility</p:attrName>
                                        </p:attrNameLst>
                                      </p:cBhvr>
                                      <p:to>
                                        <p:strVal val="visible"/>
                                      </p:to>
                                    </p:set>
                                    <p:animEffect transition="in" filter="blinds(horizontal)">
                                      <p:cBhvr>
                                        <p:cTn id="7" dur="500"/>
                                        <p:tgtEl>
                                          <p:spTgt spid="586755"/>
                                        </p:tgtEl>
                                      </p:cBhvr>
                                    </p:animEffect>
                                  </p:childTnLst>
                                </p:cTn>
                              </p:par>
                              <p:par>
                                <p:cTn id="8" presetID="3" presetClass="entr" presetSubtype="10" fill="hold" nodeType="withEffect">
                                  <p:stCondLst>
                                    <p:cond delay="0"/>
                                  </p:stCondLst>
                                  <p:childTnLst>
                                    <p:set>
                                      <p:cBhvr>
                                        <p:cTn id="9" dur="1" fill="hold">
                                          <p:stCondLst>
                                            <p:cond delay="0"/>
                                          </p:stCondLst>
                                        </p:cTn>
                                        <p:tgtEl>
                                          <p:spTgt spid="586960"/>
                                        </p:tgtEl>
                                        <p:attrNameLst>
                                          <p:attrName>style.visibility</p:attrName>
                                        </p:attrNameLst>
                                      </p:cBhvr>
                                      <p:to>
                                        <p:strVal val="visible"/>
                                      </p:to>
                                    </p:set>
                                    <p:animEffect transition="in" filter="blinds(horizontal)">
                                      <p:cBhvr>
                                        <p:cTn id="10" dur="500"/>
                                        <p:tgtEl>
                                          <p:spTgt spid="586960"/>
                                        </p:tgtEl>
                                      </p:cBhvr>
                                    </p:animEffect>
                                  </p:childTnLst>
                                </p:cTn>
                              </p:par>
                              <p:par>
                                <p:cTn id="11" presetID="3" presetClass="entr" presetSubtype="10" fill="hold" nodeType="withEffect">
                                  <p:stCondLst>
                                    <p:cond delay="0"/>
                                  </p:stCondLst>
                                  <p:childTnLst>
                                    <p:set>
                                      <p:cBhvr>
                                        <p:cTn id="12" dur="1" fill="hold">
                                          <p:stCondLst>
                                            <p:cond delay="0"/>
                                          </p:stCondLst>
                                        </p:cTn>
                                        <p:tgtEl>
                                          <p:spTgt spid="587026"/>
                                        </p:tgtEl>
                                        <p:attrNameLst>
                                          <p:attrName>style.visibility</p:attrName>
                                        </p:attrNameLst>
                                      </p:cBhvr>
                                      <p:to>
                                        <p:strVal val="visible"/>
                                      </p:to>
                                    </p:set>
                                    <p:animEffect transition="in" filter="blinds(horizontal)">
                                      <p:cBhvr>
                                        <p:cTn id="13" dur="500"/>
                                        <p:tgtEl>
                                          <p:spTgt spid="587026"/>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8" name="Rectangle 2"/>
          <p:cNvSpPr>
            <a:spLocks noChangeArrowheads="1"/>
          </p:cNvSpPr>
          <p:nvPr/>
        </p:nvSpPr>
        <p:spPr bwMode="auto">
          <a:xfrm>
            <a:off x="252413" y="514350"/>
            <a:ext cx="9144000" cy="5219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200000"/>
              </a:lnSpc>
              <a:spcBef>
                <a:spcPct val="50000"/>
              </a:spcBef>
            </a:pPr>
            <a:r>
              <a:rPr lang="en-US" altLang="zh-CN" b="1">
                <a:solidFill>
                  <a:srgbClr val="000099"/>
                </a:solidFill>
              </a:rPr>
              <a:t>  ⑷ </a:t>
            </a:r>
            <a:r>
              <a:rPr lang="zh-CN" altLang="en-US" b="1">
                <a:solidFill>
                  <a:srgbClr val="000099"/>
                </a:solidFill>
              </a:rPr>
              <a:t>面向对象模型</a:t>
            </a:r>
          </a:p>
          <a:p>
            <a:pPr>
              <a:lnSpc>
                <a:spcPct val="200000"/>
              </a:lnSpc>
              <a:spcBef>
                <a:spcPct val="50000"/>
              </a:spcBef>
            </a:pPr>
            <a:r>
              <a:rPr lang="zh-CN" altLang="en-US" b="1">
                <a:solidFill>
                  <a:schemeClr val="bg2"/>
                </a:solidFill>
              </a:rPr>
              <a:t>  面向对象模型较完整地描述了现实世界的数据结构，  </a:t>
            </a:r>
          </a:p>
          <a:p>
            <a:pPr>
              <a:lnSpc>
                <a:spcPct val="200000"/>
              </a:lnSpc>
              <a:spcBef>
                <a:spcPct val="50000"/>
              </a:spcBef>
            </a:pPr>
            <a:r>
              <a:rPr lang="zh-CN" altLang="en-US" b="1">
                <a:solidFill>
                  <a:schemeClr val="bg2"/>
                </a:solidFill>
              </a:rPr>
              <a:t> 能支持各类新的应用需求所满足的数据类型、</a:t>
            </a:r>
            <a:r>
              <a:rPr lang="zh-CN" altLang="en-US" b="1">
                <a:solidFill>
                  <a:srgbClr val="000099"/>
                </a:solidFill>
              </a:rPr>
              <a:t>能表达 </a:t>
            </a:r>
          </a:p>
          <a:p>
            <a:pPr>
              <a:lnSpc>
                <a:spcPct val="200000"/>
              </a:lnSpc>
              <a:spcBef>
                <a:spcPct val="50000"/>
              </a:spcBef>
            </a:pPr>
            <a:r>
              <a:rPr lang="zh-CN" altLang="en-US" b="1">
                <a:solidFill>
                  <a:srgbClr val="000099"/>
                </a:solidFill>
              </a:rPr>
              <a:t> 递归和嵌套的数据结构。</a:t>
            </a:r>
          </a:p>
          <a:p>
            <a:pPr>
              <a:lnSpc>
                <a:spcPct val="200000"/>
              </a:lnSpc>
              <a:spcBef>
                <a:spcPct val="50000"/>
              </a:spcBef>
            </a:pPr>
            <a:r>
              <a:rPr lang="zh-CN" altLang="en-US" b="1">
                <a:solidFill>
                  <a:schemeClr val="bg2"/>
                </a:solidFill>
              </a:rPr>
              <a:t>   </a:t>
            </a:r>
            <a:r>
              <a:rPr lang="zh-CN" altLang="en-US" b="1">
                <a:solidFill>
                  <a:srgbClr val="660033"/>
                </a:solidFill>
              </a:rPr>
              <a:t>面向对象模型的基本概念是：</a:t>
            </a:r>
            <a:r>
              <a:rPr lang="zh-CN" altLang="en-US" b="1">
                <a:solidFill>
                  <a:schemeClr val="bg1"/>
                </a:solidFill>
              </a:rPr>
              <a:t>对象</a:t>
            </a:r>
            <a:r>
              <a:rPr lang="zh-CN" altLang="en-US" b="1">
                <a:solidFill>
                  <a:schemeClr val="bg2"/>
                </a:solidFill>
              </a:rPr>
              <a:t>、</a:t>
            </a:r>
            <a:r>
              <a:rPr lang="zh-CN" altLang="en-US" b="1">
                <a:solidFill>
                  <a:schemeClr val="bg1"/>
                </a:solidFill>
              </a:rPr>
              <a:t>类</a:t>
            </a:r>
            <a:r>
              <a:rPr lang="zh-CN" altLang="en-US" b="1">
                <a:solidFill>
                  <a:schemeClr val="bg2"/>
                </a:solidFill>
              </a:rPr>
              <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8823" name="Group 23"/>
          <p:cNvGrpSpPr>
            <a:grpSpLocks/>
          </p:cNvGrpSpPr>
          <p:nvPr/>
        </p:nvGrpSpPr>
        <p:grpSpPr bwMode="auto">
          <a:xfrm>
            <a:off x="1331310" y="1052736"/>
            <a:ext cx="6616701" cy="3768725"/>
            <a:chOff x="952" y="391"/>
            <a:chExt cx="4168" cy="2374"/>
          </a:xfrm>
        </p:grpSpPr>
        <p:grpSp>
          <p:nvGrpSpPr>
            <p:cNvPr id="588822" name="Group 22"/>
            <p:cNvGrpSpPr>
              <a:grpSpLocks/>
            </p:cNvGrpSpPr>
            <p:nvPr/>
          </p:nvGrpSpPr>
          <p:grpSpPr bwMode="auto">
            <a:xfrm>
              <a:off x="1778" y="391"/>
              <a:ext cx="3342" cy="2374"/>
              <a:chOff x="1778" y="391"/>
              <a:chExt cx="3342" cy="2374"/>
            </a:xfrm>
          </p:grpSpPr>
          <p:grpSp>
            <p:nvGrpSpPr>
              <p:cNvPr id="588805" name="Group 5"/>
              <p:cNvGrpSpPr>
                <a:grpSpLocks/>
              </p:cNvGrpSpPr>
              <p:nvPr/>
            </p:nvGrpSpPr>
            <p:grpSpPr bwMode="auto">
              <a:xfrm>
                <a:off x="1778" y="869"/>
                <a:ext cx="2110" cy="934"/>
                <a:chOff x="1982" y="915"/>
                <a:chExt cx="1653" cy="756"/>
              </a:xfrm>
            </p:grpSpPr>
            <p:sp>
              <p:nvSpPr>
                <p:cNvPr id="588806" name="Line 6"/>
                <p:cNvSpPr>
                  <a:spLocks noChangeShapeType="1"/>
                </p:cNvSpPr>
                <p:nvPr/>
              </p:nvSpPr>
              <p:spPr bwMode="auto">
                <a:xfrm flipV="1">
                  <a:off x="1982" y="915"/>
                  <a:ext cx="1617" cy="333"/>
                </a:xfrm>
                <a:prstGeom prst="line">
                  <a:avLst/>
                </a:prstGeom>
                <a:noFill/>
                <a:ln w="28575">
                  <a:solidFill>
                    <a:schemeClr val="bg2"/>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72000" bIns="0"/>
                <a:lstStyle/>
                <a:p>
                  <a:endParaRPr lang="zh-CN" altLang="en-US"/>
                </a:p>
              </p:txBody>
            </p:sp>
            <p:sp>
              <p:nvSpPr>
                <p:cNvPr id="588807" name="Line 7"/>
                <p:cNvSpPr>
                  <a:spLocks noChangeShapeType="1"/>
                </p:cNvSpPr>
                <p:nvPr/>
              </p:nvSpPr>
              <p:spPr bwMode="auto">
                <a:xfrm>
                  <a:off x="1989" y="1425"/>
                  <a:ext cx="1646" cy="246"/>
                </a:xfrm>
                <a:prstGeom prst="line">
                  <a:avLst/>
                </a:prstGeom>
                <a:noFill/>
                <a:ln w="28575">
                  <a:solidFill>
                    <a:schemeClr val="bg2"/>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72000" bIns="0"/>
                <a:lstStyle/>
                <a:p>
                  <a:endParaRPr lang="zh-CN" altLang="en-US"/>
                </a:p>
              </p:txBody>
            </p:sp>
          </p:grpSp>
          <p:sp>
            <p:nvSpPr>
              <p:cNvPr id="588810" name="Text Box 10"/>
              <p:cNvSpPr txBox="1">
                <a:spLocks noChangeArrowheads="1"/>
              </p:cNvSpPr>
              <p:nvPr/>
            </p:nvSpPr>
            <p:spPr bwMode="auto">
              <a:xfrm>
                <a:off x="3843" y="391"/>
                <a:ext cx="1260" cy="1028"/>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nSpc>
                    <a:spcPct val="100000"/>
                  </a:lnSpc>
                </a:pPr>
                <a:r>
                  <a:rPr kumimoji="0" lang="zh-CN" altLang="en-US" sz="2000" b="1" dirty="0">
                    <a:solidFill>
                      <a:schemeClr val="bg2"/>
                    </a:solidFill>
                    <a:latin typeface="Times New Roman" pitchFamily="18" charset="0"/>
                  </a:rPr>
                  <a:t>类 </a:t>
                </a:r>
                <a:r>
                  <a:rPr kumimoji="0" lang="en-US" altLang="zh-CN" sz="2000" b="1" dirty="0">
                    <a:solidFill>
                      <a:schemeClr val="bg2"/>
                    </a:solidFill>
                    <a:latin typeface="Times New Roman" pitchFamily="18" charset="0"/>
                  </a:rPr>
                  <a:t>PROJECT</a:t>
                </a:r>
              </a:p>
              <a:p>
                <a:pPr>
                  <a:lnSpc>
                    <a:spcPct val="100000"/>
                  </a:lnSpc>
                </a:pPr>
                <a:r>
                  <a:rPr kumimoji="0" lang="en-US" altLang="zh-CN" sz="2000" b="1" dirty="0">
                    <a:solidFill>
                      <a:schemeClr val="bg2"/>
                    </a:solidFill>
                    <a:latin typeface="Times New Roman" pitchFamily="18" charset="0"/>
                  </a:rPr>
                  <a:t> </a:t>
                </a:r>
              </a:p>
              <a:p>
                <a:pPr>
                  <a:lnSpc>
                    <a:spcPct val="100000"/>
                  </a:lnSpc>
                </a:pPr>
                <a:r>
                  <a:rPr kumimoji="0" lang="en-US" altLang="zh-CN" sz="2000" b="1" dirty="0">
                    <a:solidFill>
                      <a:schemeClr val="bg2"/>
                    </a:solidFill>
                    <a:latin typeface="Times New Roman" pitchFamily="18" charset="0"/>
                  </a:rPr>
                  <a:t>  JNO</a:t>
                </a:r>
              </a:p>
              <a:p>
                <a:pPr>
                  <a:lnSpc>
                    <a:spcPct val="100000"/>
                  </a:lnSpc>
                </a:pPr>
                <a:r>
                  <a:rPr kumimoji="0" lang="en-US" altLang="zh-CN" sz="2000" b="1" dirty="0">
                    <a:solidFill>
                      <a:schemeClr val="bg2"/>
                    </a:solidFill>
                    <a:latin typeface="Times New Roman" pitchFamily="18" charset="0"/>
                  </a:rPr>
                  <a:t>  JNAME</a:t>
                </a:r>
              </a:p>
              <a:p>
                <a:pPr>
                  <a:lnSpc>
                    <a:spcPct val="100000"/>
                  </a:lnSpc>
                </a:pPr>
                <a:r>
                  <a:rPr kumimoji="0" lang="en-US" altLang="zh-CN" sz="2000" b="1" dirty="0">
                    <a:solidFill>
                      <a:schemeClr val="bg2"/>
                    </a:solidFill>
                    <a:latin typeface="Times New Roman" pitchFamily="18" charset="0"/>
                  </a:rPr>
                  <a:t>  DATE</a:t>
                </a:r>
              </a:p>
            </p:txBody>
          </p:sp>
          <p:sp>
            <p:nvSpPr>
              <p:cNvPr id="588813" name="Text Box 13"/>
              <p:cNvSpPr txBox="1">
                <a:spLocks noChangeArrowheads="1"/>
              </p:cNvSpPr>
              <p:nvPr/>
            </p:nvSpPr>
            <p:spPr bwMode="auto">
              <a:xfrm>
                <a:off x="3860" y="1544"/>
                <a:ext cx="1260" cy="1221"/>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nSpc>
                    <a:spcPct val="100000"/>
                  </a:lnSpc>
                </a:pPr>
                <a:r>
                  <a:rPr kumimoji="0" lang="zh-CN" altLang="en-US" sz="2000" b="1" dirty="0">
                    <a:solidFill>
                      <a:schemeClr val="bg2"/>
                    </a:solidFill>
                    <a:latin typeface="Times New Roman" pitchFamily="18" charset="0"/>
                  </a:rPr>
                  <a:t>类 </a:t>
                </a:r>
                <a:r>
                  <a:rPr kumimoji="0" lang="en-US" altLang="zh-CN" sz="2000" b="1" dirty="0">
                    <a:solidFill>
                      <a:schemeClr val="bg2"/>
                    </a:solidFill>
                    <a:latin typeface="Times New Roman" pitchFamily="18" charset="0"/>
                  </a:rPr>
                  <a:t>PART</a:t>
                </a:r>
              </a:p>
              <a:p>
                <a:pPr>
                  <a:lnSpc>
                    <a:spcPct val="100000"/>
                  </a:lnSpc>
                </a:pPr>
                <a:r>
                  <a:rPr kumimoji="0" lang="en-US" altLang="zh-CN" sz="2000" b="1" dirty="0">
                    <a:solidFill>
                      <a:schemeClr val="bg2"/>
                    </a:solidFill>
                    <a:latin typeface="Times New Roman" pitchFamily="18" charset="0"/>
                  </a:rPr>
                  <a:t> </a:t>
                </a:r>
              </a:p>
              <a:p>
                <a:pPr>
                  <a:lnSpc>
                    <a:spcPct val="100000"/>
                  </a:lnSpc>
                </a:pPr>
                <a:r>
                  <a:rPr kumimoji="0" lang="en-US" altLang="zh-CN" sz="2000" b="1" dirty="0">
                    <a:solidFill>
                      <a:schemeClr val="bg2"/>
                    </a:solidFill>
                    <a:latin typeface="Times New Roman" pitchFamily="18" charset="0"/>
                  </a:rPr>
                  <a:t>  PNO</a:t>
                </a:r>
              </a:p>
              <a:p>
                <a:pPr>
                  <a:lnSpc>
                    <a:spcPct val="100000"/>
                  </a:lnSpc>
                </a:pPr>
                <a:r>
                  <a:rPr kumimoji="0" lang="en-US" altLang="zh-CN" sz="2000" b="1" dirty="0">
                    <a:solidFill>
                      <a:schemeClr val="bg2"/>
                    </a:solidFill>
                    <a:latin typeface="Times New Roman" pitchFamily="18" charset="0"/>
                  </a:rPr>
                  <a:t>  PNAME</a:t>
                </a:r>
              </a:p>
              <a:p>
                <a:pPr>
                  <a:lnSpc>
                    <a:spcPct val="100000"/>
                  </a:lnSpc>
                </a:pPr>
                <a:r>
                  <a:rPr kumimoji="0" lang="en-US" altLang="zh-CN" sz="2000" b="1" dirty="0">
                    <a:solidFill>
                      <a:schemeClr val="bg2"/>
                    </a:solidFill>
                    <a:latin typeface="Times New Roman" pitchFamily="18" charset="0"/>
                  </a:rPr>
                  <a:t>  COLOR</a:t>
                </a:r>
              </a:p>
              <a:p>
                <a:pPr>
                  <a:lnSpc>
                    <a:spcPct val="100000"/>
                  </a:lnSpc>
                </a:pPr>
                <a:r>
                  <a:rPr kumimoji="0" lang="zh-CN" altLang="en-US" sz="2000" b="1" dirty="0">
                    <a:solidFill>
                      <a:schemeClr val="bg2"/>
                    </a:solidFill>
                    <a:latin typeface="Times New Roman" pitchFamily="18" charset="0"/>
                  </a:rPr>
                  <a:t>  </a:t>
                </a:r>
                <a:r>
                  <a:rPr kumimoji="0" lang="en-US" altLang="zh-CN" sz="2000" b="1" dirty="0">
                    <a:solidFill>
                      <a:schemeClr val="bg2"/>
                    </a:solidFill>
                    <a:latin typeface="Times New Roman" pitchFamily="18" charset="0"/>
                  </a:rPr>
                  <a:t>WEIGHT</a:t>
                </a:r>
              </a:p>
            </p:txBody>
          </p:sp>
        </p:grpSp>
        <p:grpSp>
          <p:nvGrpSpPr>
            <p:cNvPr id="588818" name="Group 18"/>
            <p:cNvGrpSpPr>
              <a:grpSpLocks/>
            </p:cNvGrpSpPr>
            <p:nvPr/>
          </p:nvGrpSpPr>
          <p:grpSpPr bwMode="auto">
            <a:xfrm>
              <a:off x="952" y="775"/>
              <a:ext cx="1143" cy="1028"/>
              <a:chOff x="1336" y="839"/>
              <a:chExt cx="896" cy="832"/>
            </a:xfrm>
          </p:grpSpPr>
          <p:sp>
            <p:nvSpPr>
              <p:cNvPr id="588815" name="Text Box 15"/>
              <p:cNvSpPr txBox="1">
                <a:spLocks noChangeArrowheads="1"/>
              </p:cNvSpPr>
              <p:nvPr/>
            </p:nvSpPr>
            <p:spPr bwMode="auto">
              <a:xfrm>
                <a:off x="1336" y="839"/>
                <a:ext cx="896" cy="832"/>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nSpc>
                    <a:spcPct val="100000"/>
                  </a:lnSpc>
                </a:pPr>
                <a:r>
                  <a:rPr kumimoji="0" lang="zh-CN" altLang="en-US" sz="2000" b="1" dirty="0">
                    <a:solidFill>
                      <a:schemeClr val="bg2"/>
                    </a:solidFill>
                    <a:latin typeface="Times New Roman" pitchFamily="18" charset="0"/>
                  </a:rPr>
                  <a:t>类 </a:t>
                </a:r>
                <a:r>
                  <a:rPr kumimoji="0" lang="en-US" altLang="zh-CN" sz="2000" b="1" dirty="0">
                    <a:solidFill>
                      <a:schemeClr val="bg2"/>
                    </a:solidFill>
                    <a:latin typeface="Times New Roman" pitchFamily="18" charset="0"/>
                  </a:rPr>
                  <a:t>P_P</a:t>
                </a:r>
              </a:p>
              <a:p>
                <a:pPr>
                  <a:lnSpc>
                    <a:spcPct val="100000"/>
                  </a:lnSpc>
                </a:pPr>
                <a:endParaRPr kumimoji="0" lang="en-US" altLang="zh-CN" sz="2000" b="1" dirty="0">
                  <a:solidFill>
                    <a:schemeClr val="bg2"/>
                  </a:solidFill>
                  <a:latin typeface="Times New Roman" pitchFamily="18" charset="0"/>
                </a:endParaRPr>
              </a:p>
              <a:p>
                <a:pPr>
                  <a:lnSpc>
                    <a:spcPct val="100000"/>
                  </a:lnSpc>
                </a:pPr>
                <a:r>
                  <a:rPr kumimoji="0" lang="en-US" altLang="zh-CN" sz="2000" b="1" dirty="0">
                    <a:solidFill>
                      <a:schemeClr val="bg2"/>
                    </a:solidFill>
                    <a:latin typeface="Times New Roman" pitchFamily="18" charset="0"/>
                  </a:rPr>
                  <a:t>  PR</a:t>
                </a:r>
              </a:p>
              <a:p>
                <a:pPr>
                  <a:lnSpc>
                    <a:spcPct val="100000"/>
                  </a:lnSpc>
                </a:pPr>
                <a:r>
                  <a:rPr kumimoji="0" lang="en-US" altLang="zh-CN" sz="2000" b="1" dirty="0">
                    <a:solidFill>
                      <a:schemeClr val="bg2"/>
                    </a:solidFill>
                    <a:latin typeface="Times New Roman" pitchFamily="18" charset="0"/>
                  </a:rPr>
                  <a:t>  PA</a:t>
                </a:r>
              </a:p>
              <a:p>
                <a:pPr>
                  <a:lnSpc>
                    <a:spcPct val="100000"/>
                  </a:lnSpc>
                </a:pPr>
                <a:r>
                  <a:rPr kumimoji="0" lang="en-US" altLang="zh-CN" sz="2000" b="1" dirty="0">
                    <a:solidFill>
                      <a:schemeClr val="bg2"/>
                    </a:solidFill>
                    <a:latin typeface="Times New Roman" pitchFamily="18" charset="0"/>
                  </a:rPr>
                  <a:t>  TOTAL</a:t>
                </a:r>
              </a:p>
            </p:txBody>
          </p:sp>
          <p:sp>
            <p:nvSpPr>
              <p:cNvPr id="588816" name="Line 16"/>
              <p:cNvSpPr>
                <a:spLocks noChangeShapeType="1"/>
              </p:cNvSpPr>
              <p:nvPr/>
            </p:nvSpPr>
            <p:spPr bwMode="auto">
              <a:xfrm>
                <a:off x="1336" y="1062"/>
                <a:ext cx="896"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endParaRPr lang="zh-CN" altLang="en-US"/>
              </a:p>
            </p:txBody>
          </p:sp>
        </p:grpSp>
      </p:grpSp>
      <p:sp>
        <p:nvSpPr>
          <p:cNvPr id="18" name="Text Box 10">
            <a:extLst>
              <a:ext uri="{FF2B5EF4-FFF2-40B4-BE49-F238E27FC236}">
                <a16:creationId xmlns:a16="http://schemas.microsoft.com/office/drawing/2014/main" id="{A67A9627-A599-E648-8734-68F8B85A4A05}"/>
              </a:ext>
            </a:extLst>
          </p:cNvPr>
          <p:cNvSpPr txBox="1">
            <a:spLocks noChangeArrowheads="1"/>
          </p:cNvSpPr>
          <p:nvPr/>
        </p:nvSpPr>
        <p:spPr bwMode="auto">
          <a:xfrm>
            <a:off x="5948481" y="5123830"/>
            <a:ext cx="2000250" cy="16319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nSpc>
                <a:spcPct val="100000"/>
              </a:lnSpc>
            </a:pPr>
            <a:r>
              <a:rPr kumimoji="0" lang="zh-CN" altLang="en-US" sz="2000" b="1" dirty="0">
                <a:solidFill>
                  <a:schemeClr val="bg2"/>
                </a:solidFill>
                <a:latin typeface="Times New Roman" pitchFamily="18" charset="0"/>
              </a:rPr>
              <a:t>类 </a:t>
            </a:r>
            <a:r>
              <a:rPr kumimoji="0" lang="en-US" altLang="zh-CN" sz="2000" b="1" dirty="0">
                <a:solidFill>
                  <a:schemeClr val="bg2"/>
                </a:solidFill>
                <a:latin typeface="Times New Roman" pitchFamily="18" charset="0"/>
              </a:rPr>
              <a:t>SUPPLIER</a:t>
            </a:r>
          </a:p>
          <a:p>
            <a:pPr>
              <a:lnSpc>
                <a:spcPct val="100000"/>
              </a:lnSpc>
            </a:pPr>
            <a:r>
              <a:rPr kumimoji="0" lang="en-US" altLang="zh-CN" sz="2000" b="1" dirty="0">
                <a:solidFill>
                  <a:schemeClr val="bg2"/>
                </a:solidFill>
                <a:latin typeface="Times New Roman" pitchFamily="18" charset="0"/>
              </a:rPr>
              <a:t> </a:t>
            </a:r>
          </a:p>
          <a:p>
            <a:pPr>
              <a:lnSpc>
                <a:spcPct val="100000"/>
              </a:lnSpc>
            </a:pPr>
            <a:r>
              <a:rPr kumimoji="0" lang="en-US" altLang="zh-CN" sz="2000" b="1" dirty="0">
                <a:solidFill>
                  <a:schemeClr val="bg2"/>
                </a:solidFill>
                <a:latin typeface="Times New Roman" pitchFamily="18" charset="0"/>
              </a:rPr>
              <a:t>  SNO</a:t>
            </a:r>
          </a:p>
          <a:p>
            <a:pPr>
              <a:lnSpc>
                <a:spcPct val="100000"/>
              </a:lnSpc>
            </a:pPr>
            <a:r>
              <a:rPr kumimoji="0" lang="en-US" altLang="zh-CN" sz="2000" b="1" dirty="0">
                <a:solidFill>
                  <a:schemeClr val="bg2"/>
                </a:solidFill>
                <a:latin typeface="Times New Roman" pitchFamily="18" charset="0"/>
              </a:rPr>
              <a:t>  SNAME</a:t>
            </a:r>
          </a:p>
          <a:p>
            <a:pPr>
              <a:lnSpc>
                <a:spcPct val="100000"/>
              </a:lnSpc>
            </a:pPr>
            <a:r>
              <a:rPr kumimoji="0" lang="en-US" altLang="zh-CN" sz="2000" b="1" dirty="0">
                <a:solidFill>
                  <a:schemeClr val="bg2"/>
                </a:solidFill>
                <a:latin typeface="Times New Roman" pitchFamily="18" charset="0"/>
              </a:rPr>
              <a:t>  ADDR</a:t>
            </a:r>
          </a:p>
        </p:txBody>
      </p:sp>
      <p:sp>
        <p:nvSpPr>
          <p:cNvPr id="19" name="Text Box 15">
            <a:extLst>
              <a:ext uri="{FF2B5EF4-FFF2-40B4-BE49-F238E27FC236}">
                <a16:creationId xmlns:a16="http://schemas.microsoft.com/office/drawing/2014/main" id="{0703BF79-317A-7C42-8210-D5D7B0EBB84B}"/>
              </a:ext>
            </a:extLst>
          </p:cNvPr>
          <p:cNvSpPr txBox="1">
            <a:spLocks noChangeArrowheads="1"/>
          </p:cNvSpPr>
          <p:nvPr/>
        </p:nvSpPr>
        <p:spPr bwMode="auto">
          <a:xfrm>
            <a:off x="1331640" y="4211861"/>
            <a:ext cx="1813305" cy="1631216"/>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nSpc>
                <a:spcPct val="100000"/>
              </a:lnSpc>
            </a:pPr>
            <a:r>
              <a:rPr kumimoji="0" lang="zh-CN" altLang="en-US" sz="2000" b="1" dirty="0">
                <a:solidFill>
                  <a:schemeClr val="bg2"/>
                </a:solidFill>
                <a:latin typeface="Times New Roman" pitchFamily="18" charset="0"/>
              </a:rPr>
              <a:t>类 </a:t>
            </a:r>
            <a:r>
              <a:rPr kumimoji="0" lang="en-US" altLang="zh-CN" sz="2000" b="1" dirty="0">
                <a:solidFill>
                  <a:schemeClr val="bg2"/>
                </a:solidFill>
                <a:latin typeface="Times New Roman" pitchFamily="18" charset="0"/>
              </a:rPr>
              <a:t>P_S</a:t>
            </a:r>
          </a:p>
          <a:p>
            <a:pPr>
              <a:lnSpc>
                <a:spcPct val="100000"/>
              </a:lnSpc>
            </a:pPr>
            <a:endParaRPr kumimoji="0" lang="en-US" altLang="zh-CN" sz="2000" b="1" dirty="0">
              <a:solidFill>
                <a:schemeClr val="bg2"/>
              </a:solidFill>
              <a:latin typeface="Times New Roman" pitchFamily="18" charset="0"/>
            </a:endParaRPr>
          </a:p>
          <a:p>
            <a:pPr>
              <a:lnSpc>
                <a:spcPct val="100000"/>
              </a:lnSpc>
            </a:pPr>
            <a:r>
              <a:rPr kumimoji="0" lang="en-US" altLang="zh-CN" sz="2000" b="1" dirty="0">
                <a:solidFill>
                  <a:schemeClr val="bg2"/>
                </a:solidFill>
                <a:latin typeface="Times New Roman" pitchFamily="18" charset="0"/>
              </a:rPr>
              <a:t>  PA</a:t>
            </a:r>
          </a:p>
          <a:p>
            <a:pPr>
              <a:lnSpc>
                <a:spcPct val="100000"/>
              </a:lnSpc>
            </a:pPr>
            <a:r>
              <a:rPr kumimoji="0" lang="en-US" altLang="zh-CN" sz="2000" b="1" dirty="0">
                <a:solidFill>
                  <a:schemeClr val="bg2"/>
                </a:solidFill>
                <a:latin typeface="Times New Roman" pitchFamily="18" charset="0"/>
              </a:rPr>
              <a:t>  PS</a:t>
            </a:r>
          </a:p>
          <a:p>
            <a:pPr>
              <a:lnSpc>
                <a:spcPct val="100000"/>
              </a:lnSpc>
            </a:pPr>
            <a:r>
              <a:rPr kumimoji="0" lang="en-US" altLang="zh-CN" sz="2000" b="1" dirty="0">
                <a:solidFill>
                  <a:schemeClr val="bg2"/>
                </a:solidFill>
                <a:latin typeface="Times New Roman" pitchFamily="18" charset="0"/>
              </a:rPr>
              <a:t> </a:t>
            </a:r>
            <a:r>
              <a:rPr kumimoji="0" lang="zh-CN" altLang="en-US" sz="2000" b="1" dirty="0">
                <a:solidFill>
                  <a:schemeClr val="bg2"/>
                </a:solidFill>
                <a:latin typeface="Times New Roman" pitchFamily="18" charset="0"/>
              </a:rPr>
              <a:t> </a:t>
            </a:r>
            <a:r>
              <a:rPr kumimoji="0" lang="en-US" altLang="zh-CN" sz="2000" b="1" dirty="0">
                <a:solidFill>
                  <a:schemeClr val="bg2"/>
                </a:solidFill>
                <a:latin typeface="Times New Roman" pitchFamily="18" charset="0"/>
              </a:rPr>
              <a:t>QUANTITY</a:t>
            </a:r>
          </a:p>
        </p:txBody>
      </p:sp>
      <p:sp>
        <p:nvSpPr>
          <p:cNvPr id="20" name="Line 16">
            <a:extLst>
              <a:ext uri="{FF2B5EF4-FFF2-40B4-BE49-F238E27FC236}">
                <a16:creationId xmlns:a16="http://schemas.microsoft.com/office/drawing/2014/main" id="{D9CB9352-6502-C64C-A06A-53C414D57EB6}"/>
              </a:ext>
            </a:extLst>
          </p:cNvPr>
          <p:cNvSpPr>
            <a:spLocks noChangeShapeType="1"/>
          </p:cNvSpPr>
          <p:nvPr/>
        </p:nvSpPr>
        <p:spPr bwMode="auto">
          <a:xfrm>
            <a:off x="1336320" y="4691782"/>
            <a:ext cx="1814513"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endParaRPr lang="zh-CN" altLang="en-US"/>
          </a:p>
        </p:txBody>
      </p:sp>
      <p:sp>
        <p:nvSpPr>
          <p:cNvPr id="21" name="Line 6">
            <a:extLst>
              <a:ext uri="{FF2B5EF4-FFF2-40B4-BE49-F238E27FC236}">
                <a16:creationId xmlns:a16="http://schemas.microsoft.com/office/drawing/2014/main" id="{D9C3BEA5-1BD4-7E49-B0E5-33DADA4E16F6}"/>
              </a:ext>
            </a:extLst>
          </p:cNvPr>
          <p:cNvSpPr>
            <a:spLocks noChangeShapeType="1"/>
          </p:cNvSpPr>
          <p:nvPr/>
        </p:nvSpPr>
        <p:spPr bwMode="auto">
          <a:xfrm flipV="1">
            <a:off x="2699792" y="4284506"/>
            <a:ext cx="3276676" cy="653105"/>
          </a:xfrm>
          <a:prstGeom prst="line">
            <a:avLst/>
          </a:prstGeom>
          <a:noFill/>
          <a:ln w="28575">
            <a:solidFill>
              <a:schemeClr val="bg2"/>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72000" bIns="0"/>
          <a:lstStyle/>
          <a:p>
            <a:endParaRPr lang="zh-CN" altLang="en-US"/>
          </a:p>
        </p:txBody>
      </p:sp>
      <p:sp>
        <p:nvSpPr>
          <p:cNvPr id="22" name="Line 7">
            <a:extLst>
              <a:ext uri="{FF2B5EF4-FFF2-40B4-BE49-F238E27FC236}">
                <a16:creationId xmlns:a16="http://schemas.microsoft.com/office/drawing/2014/main" id="{4AE7EE42-1F29-D240-B493-C233B662447C}"/>
              </a:ext>
            </a:extLst>
          </p:cNvPr>
          <p:cNvSpPr>
            <a:spLocks noChangeShapeType="1"/>
          </p:cNvSpPr>
          <p:nvPr/>
        </p:nvSpPr>
        <p:spPr bwMode="auto">
          <a:xfrm>
            <a:off x="2713978" y="5284757"/>
            <a:ext cx="3205284" cy="558320"/>
          </a:xfrm>
          <a:prstGeom prst="line">
            <a:avLst/>
          </a:prstGeom>
          <a:noFill/>
          <a:ln w="28575">
            <a:solidFill>
              <a:schemeClr val="bg2"/>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72000" bIns="0"/>
          <a:lstStyle/>
          <a:p>
            <a:endParaRPr lang="zh-CN" altLang="en-US"/>
          </a:p>
        </p:txBody>
      </p:sp>
      <p:sp>
        <p:nvSpPr>
          <p:cNvPr id="23" name="Line 16">
            <a:extLst>
              <a:ext uri="{FF2B5EF4-FFF2-40B4-BE49-F238E27FC236}">
                <a16:creationId xmlns:a16="http://schemas.microsoft.com/office/drawing/2014/main" id="{90F99EEB-9213-0049-936E-C7434E3BEE1F}"/>
              </a:ext>
            </a:extLst>
          </p:cNvPr>
          <p:cNvSpPr>
            <a:spLocks noChangeShapeType="1"/>
          </p:cNvSpPr>
          <p:nvPr/>
        </p:nvSpPr>
        <p:spPr bwMode="auto">
          <a:xfrm flipV="1">
            <a:off x="5919261" y="1509193"/>
            <a:ext cx="2000250" cy="14237"/>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endParaRPr lang="zh-CN" altLang="en-US"/>
          </a:p>
        </p:txBody>
      </p:sp>
      <p:sp>
        <p:nvSpPr>
          <p:cNvPr id="24" name="Line 16">
            <a:extLst>
              <a:ext uri="{FF2B5EF4-FFF2-40B4-BE49-F238E27FC236}">
                <a16:creationId xmlns:a16="http://schemas.microsoft.com/office/drawing/2014/main" id="{7FB79A62-819B-3C45-A496-A9DE96965505}"/>
              </a:ext>
            </a:extLst>
          </p:cNvPr>
          <p:cNvSpPr>
            <a:spLocks noChangeShapeType="1"/>
          </p:cNvSpPr>
          <p:nvPr/>
        </p:nvSpPr>
        <p:spPr bwMode="auto">
          <a:xfrm flipV="1">
            <a:off x="5956126" y="3404159"/>
            <a:ext cx="2000250" cy="14237"/>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endParaRPr lang="zh-CN" altLang="en-US"/>
          </a:p>
        </p:txBody>
      </p:sp>
      <p:sp>
        <p:nvSpPr>
          <p:cNvPr id="25" name="Line 16">
            <a:extLst>
              <a:ext uri="{FF2B5EF4-FFF2-40B4-BE49-F238E27FC236}">
                <a16:creationId xmlns:a16="http://schemas.microsoft.com/office/drawing/2014/main" id="{721B9059-44B5-F14C-B276-ED3F01D35382}"/>
              </a:ext>
            </a:extLst>
          </p:cNvPr>
          <p:cNvSpPr>
            <a:spLocks noChangeShapeType="1"/>
          </p:cNvSpPr>
          <p:nvPr/>
        </p:nvSpPr>
        <p:spPr bwMode="auto">
          <a:xfrm>
            <a:off x="5947760" y="5687570"/>
            <a:ext cx="2030189" cy="1"/>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endParaRPr lang="zh-CN" altLang="en-US"/>
          </a:p>
        </p:txBody>
      </p:sp>
      <p:pic>
        <p:nvPicPr>
          <p:cNvPr id="61" name="图片 60">
            <a:extLst>
              <a:ext uri="{FF2B5EF4-FFF2-40B4-BE49-F238E27FC236}">
                <a16:creationId xmlns:a16="http://schemas.microsoft.com/office/drawing/2014/main" id="{704B7544-CC51-AACB-575E-481F39746D78}"/>
              </a:ext>
            </a:extLst>
          </p:cNvPr>
          <p:cNvPicPr>
            <a:picLocks noChangeAspect="1"/>
          </p:cNvPicPr>
          <p:nvPr/>
        </p:nvPicPr>
        <p:blipFill>
          <a:blip r:embed="rId2"/>
          <a:stretch>
            <a:fillRect/>
          </a:stretch>
        </p:blipFill>
        <p:spPr>
          <a:xfrm>
            <a:off x="1222977" y="98554"/>
            <a:ext cx="4028224" cy="1561964"/>
          </a:xfrm>
          <a:prstGeom prst="rect">
            <a:avLst/>
          </a:prstGeom>
        </p:spPr>
      </p:pic>
      <p:sp>
        <p:nvSpPr>
          <p:cNvPr id="62" name="文本框 61">
            <a:extLst>
              <a:ext uri="{FF2B5EF4-FFF2-40B4-BE49-F238E27FC236}">
                <a16:creationId xmlns:a16="http://schemas.microsoft.com/office/drawing/2014/main" id="{3E3BA428-1655-6E6B-4A10-A97751A07749}"/>
              </a:ext>
            </a:extLst>
          </p:cNvPr>
          <p:cNvSpPr txBox="1"/>
          <p:nvPr/>
        </p:nvSpPr>
        <p:spPr>
          <a:xfrm>
            <a:off x="2616665" y="2007664"/>
            <a:ext cx="2236254" cy="707886"/>
          </a:xfrm>
          <a:prstGeom prst="rect">
            <a:avLst/>
          </a:prstGeom>
          <a:noFill/>
        </p:spPr>
        <p:txBody>
          <a:bodyPr wrap="square" rtlCol="0">
            <a:spAutoFit/>
          </a:bodyPr>
          <a:lstStyle/>
          <a:p>
            <a:pPr>
              <a:lnSpc>
                <a:spcPct val="100000"/>
              </a:lnSpc>
            </a:pPr>
            <a:r>
              <a:rPr lang="zh-CN" altLang="en-US" sz="2000" dirty="0">
                <a:solidFill>
                  <a:schemeClr val="bg1"/>
                </a:solidFill>
              </a:rPr>
              <a:t>取值为类</a:t>
            </a:r>
            <a:r>
              <a:rPr lang="en-US" altLang="zh-CN" sz="2000" dirty="0">
                <a:solidFill>
                  <a:schemeClr val="bg1"/>
                </a:solidFill>
              </a:rPr>
              <a:t>POJECT</a:t>
            </a:r>
            <a:r>
              <a:rPr lang="zh-CN" altLang="en-US" sz="2000" dirty="0">
                <a:solidFill>
                  <a:schemeClr val="bg1"/>
                </a:solidFill>
              </a:rPr>
              <a:t>中的对象</a:t>
            </a:r>
            <a:r>
              <a:rPr lang="en-US" altLang="zh-CN" sz="2000" dirty="0">
                <a:solidFill>
                  <a:schemeClr val="bg1"/>
                </a:solidFill>
              </a:rPr>
              <a:t>(</a:t>
            </a:r>
            <a:r>
              <a:rPr lang="zh-CN" altLang="en-US" sz="2000" dirty="0">
                <a:solidFill>
                  <a:schemeClr val="bg1"/>
                </a:solidFill>
              </a:rPr>
              <a:t>即嵌套</a:t>
            </a:r>
            <a:r>
              <a:rPr lang="en-US" altLang="zh-CN" sz="2000" dirty="0">
                <a:solidFill>
                  <a:schemeClr val="bg1"/>
                </a:solidFill>
              </a:rPr>
              <a:t>)</a:t>
            </a:r>
            <a:endParaRPr kumimoji="1" lang="zh-CN" altLang="en-US" sz="2000" dirty="0">
              <a:solidFill>
                <a:schemeClr val="bg1"/>
              </a:solidFill>
            </a:endParaRPr>
          </a:p>
        </p:txBody>
      </p:sp>
    </p:spTree>
    <p:extLst>
      <p:ext uri="{BB962C8B-B14F-4D97-AF65-F5344CB8AC3E}">
        <p14:creationId xmlns:p14="http://schemas.microsoft.com/office/powerpoint/2010/main" val="14402560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3" name="Rectangle 3"/>
          <p:cNvSpPr>
            <a:spLocks noChangeArrowheads="1"/>
          </p:cNvSpPr>
          <p:nvPr/>
        </p:nvSpPr>
        <p:spPr bwMode="auto">
          <a:xfrm>
            <a:off x="5340350" y="3355975"/>
            <a:ext cx="2051050" cy="1833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72000" bIns="0"/>
          <a:lstStyle/>
          <a:p>
            <a:pPr>
              <a:lnSpc>
                <a:spcPct val="100000"/>
              </a:lnSpc>
            </a:pPr>
            <a:endParaRPr kumimoji="0" lang="zh-CN" altLang="zh-CN" sz="2000">
              <a:latin typeface="Times New Roman" pitchFamily="18" charset="0"/>
            </a:endParaRPr>
          </a:p>
        </p:txBody>
      </p:sp>
      <p:sp>
        <p:nvSpPr>
          <p:cNvPr id="588808" name="Text Box 8"/>
          <p:cNvSpPr txBox="1">
            <a:spLocks noChangeArrowheads="1"/>
          </p:cNvSpPr>
          <p:nvPr/>
        </p:nvSpPr>
        <p:spPr bwMode="auto">
          <a:xfrm>
            <a:off x="5410200" y="2057400"/>
            <a:ext cx="1905000" cy="311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lnSpc>
                <a:spcPct val="80000"/>
              </a:lnSpc>
              <a:spcBef>
                <a:spcPct val="50000"/>
              </a:spcBef>
            </a:pPr>
            <a:endParaRPr lang="zh-CN" altLang="zh-CN" sz="1800"/>
          </a:p>
        </p:txBody>
      </p:sp>
      <p:sp>
        <p:nvSpPr>
          <p:cNvPr id="588809" name="Rectangle 9"/>
          <p:cNvSpPr>
            <a:spLocks noChangeArrowheads="1"/>
          </p:cNvSpPr>
          <p:nvPr/>
        </p:nvSpPr>
        <p:spPr bwMode="auto">
          <a:xfrm>
            <a:off x="5486400" y="838200"/>
            <a:ext cx="2743200" cy="2362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88812" name="Text Box 12"/>
          <p:cNvSpPr txBox="1">
            <a:spLocks noChangeArrowheads="1"/>
          </p:cNvSpPr>
          <p:nvPr/>
        </p:nvSpPr>
        <p:spPr bwMode="auto">
          <a:xfrm>
            <a:off x="5394325" y="3346450"/>
            <a:ext cx="2454275" cy="311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lnSpc>
                <a:spcPct val="80000"/>
              </a:lnSpc>
              <a:spcBef>
                <a:spcPct val="50000"/>
              </a:spcBef>
            </a:pPr>
            <a:endParaRPr lang="zh-CN" altLang="zh-CN" sz="1800"/>
          </a:p>
        </p:txBody>
      </p:sp>
      <p:sp>
        <p:nvSpPr>
          <p:cNvPr id="588811" name="Line 11"/>
          <p:cNvSpPr>
            <a:spLocks noChangeShapeType="1"/>
          </p:cNvSpPr>
          <p:nvPr/>
        </p:nvSpPr>
        <p:spPr bwMode="auto">
          <a:xfrm>
            <a:off x="6084888" y="1209675"/>
            <a:ext cx="2447925"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588814" name="Line 14"/>
          <p:cNvSpPr>
            <a:spLocks noChangeShapeType="1"/>
          </p:cNvSpPr>
          <p:nvPr/>
        </p:nvSpPr>
        <p:spPr bwMode="auto">
          <a:xfrm>
            <a:off x="6100763" y="4446588"/>
            <a:ext cx="243205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nvGrpSpPr>
          <p:cNvPr id="588823" name="Group 23"/>
          <p:cNvGrpSpPr>
            <a:grpSpLocks/>
          </p:cNvGrpSpPr>
          <p:nvPr/>
        </p:nvGrpSpPr>
        <p:grpSpPr bwMode="auto">
          <a:xfrm>
            <a:off x="1042988" y="620713"/>
            <a:ext cx="7489825" cy="5403850"/>
            <a:chOff x="657" y="391"/>
            <a:chExt cx="4718" cy="3404"/>
          </a:xfrm>
        </p:grpSpPr>
        <p:grpSp>
          <p:nvGrpSpPr>
            <p:cNvPr id="588822" name="Group 22"/>
            <p:cNvGrpSpPr>
              <a:grpSpLocks/>
            </p:cNvGrpSpPr>
            <p:nvPr/>
          </p:nvGrpSpPr>
          <p:grpSpPr bwMode="auto">
            <a:xfrm>
              <a:off x="1760" y="391"/>
              <a:ext cx="3615" cy="3404"/>
              <a:chOff x="1760" y="391"/>
              <a:chExt cx="3615" cy="3404"/>
            </a:xfrm>
          </p:grpSpPr>
          <p:grpSp>
            <p:nvGrpSpPr>
              <p:cNvPr id="588805" name="Group 5"/>
              <p:cNvGrpSpPr>
                <a:grpSpLocks/>
              </p:cNvGrpSpPr>
              <p:nvPr/>
            </p:nvGrpSpPr>
            <p:grpSpPr bwMode="auto">
              <a:xfrm>
                <a:off x="1760" y="1102"/>
                <a:ext cx="2083" cy="1957"/>
                <a:chOff x="1968" y="1104"/>
                <a:chExt cx="1632" cy="1584"/>
              </a:xfrm>
            </p:grpSpPr>
            <p:sp>
              <p:nvSpPr>
                <p:cNvPr id="588806" name="Line 6"/>
                <p:cNvSpPr>
                  <a:spLocks noChangeShapeType="1"/>
                </p:cNvSpPr>
                <p:nvPr/>
              </p:nvSpPr>
              <p:spPr bwMode="auto">
                <a:xfrm flipV="1">
                  <a:off x="1968" y="1104"/>
                  <a:ext cx="1632" cy="665"/>
                </a:xfrm>
                <a:prstGeom prst="line">
                  <a:avLst/>
                </a:prstGeom>
                <a:noFill/>
                <a:ln w="28575">
                  <a:solidFill>
                    <a:schemeClr val="bg2"/>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72000" bIns="0"/>
                <a:lstStyle/>
                <a:p>
                  <a:endParaRPr lang="zh-CN" altLang="en-US"/>
                </a:p>
              </p:txBody>
            </p:sp>
            <p:sp>
              <p:nvSpPr>
                <p:cNvPr id="588807" name="Line 7"/>
                <p:cNvSpPr>
                  <a:spLocks noChangeShapeType="1"/>
                </p:cNvSpPr>
                <p:nvPr/>
              </p:nvSpPr>
              <p:spPr bwMode="auto">
                <a:xfrm>
                  <a:off x="1968" y="1927"/>
                  <a:ext cx="1632" cy="761"/>
                </a:xfrm>
                <a:prstGeom prst="line">
                  <a:avLst/>
                </a:prstGeom>
                <a:noFill/>
                <a:ln w="28575">
                  <a:solidFill>
                    <a:schemeClr val="bg2"/>
                  </a:solidFill>
                  <a:round/>
                  <a:headEnd type="oval" w="sm" len="sm"/>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72000" bIns="0"/>
                <a:lstStyle/>
                <a:p>
                  <a:endParaRPr lang="zh-CN" altLang="en-US"/>
                </a:p>
              </p:txBody>
            </p:sp>
          </p:grpSp>
          <p:sp>
            <p:nvSpPr>
              <p:cNvPr id="588810" name="Text Box 10"/>
              <p:cNvSpPr txBox="1">
                <a:spLocks noChangeArrowheads="1"/>
              </p:cNvSpPr>
              <p:nvPr/>
            </p:nvSpPr>
            <p:spPr bwMode="auto">
              <a:xfrm>
                <a:off x="3843" y="391"/>
                <a:ext cx="1532" cy="1441"/>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00000"/>
                  </a:lnSpc>
                </a:pPr>
                <a:r>
                  <a:rPr kumimoji="0" lang="zh-CN" altLang="en-US" sz="2000" b="1">
                    <a:solidFill>
                      <a:schemeClr val="bg2"/>
                    </a:solidFill>
                    <a:latin typeface="Times New Roman" pitchFamily="18" charset="0"/>
                  </a:rPr>
                  <a:t>类 </a:t>
                </a:r>
                <a:r>
                  <a:rPr kumimoji="0" lang="en-US" altLang="zh-CN" sz="2000" b="1">
                    <a:solidFill>
                      <a:schemeClr val="bg2"/>
                    </a:solidFill>
                    <a:latin typeface="Times New Roman" pitchFamily="18" charset="0"/>
                  </a:rPr>
                  <a:t>Student</a:t>
                </a:r>
              </a:p>
              <a:p>
                <a:pPr>
                  <a:lnSpc>
                    <a:spcPct val="100000"/>
                  </a:lnSpc>
                </a:pPr>
                <a:r>
                  <a:rPr kumimoji="0" lang="en-US" altLang="zh-CN" sz="2000" b="1">
                    <a:solidFill>
                      <a:schemeClr val="bg2"/>
                    </a:solidFill>
                    <a:latin typeface="Times New Roman" pitchFamily="18" charset="0"/>
                  </a:rPr>
                  <a:t> </a:t>
                </a:r>
              </a:p>
              <a:p>
                <a:pPr>
                  <a:lnSpc>
                    <a:spcPct val="100000"/>
                  </a:lnSpc>
                </a:pPr>
                <a:r>
                  <a:rPr kumimoji="0" lang="en-US" altLang="zh-CN" sz="2000" b="1">
                    <a:solidFill>
                      <a:schemeClr val="bg2"/>
                    </a:solidFill>
                    <a:latin typeface="Times New Roman" pitchFamily="18" charset="0"/>
                  </a:rPr>
                  <a:t>  SNO</a:t>
                </a:r>
              </a:p>
              <a:p>
                <a:pPr>
                  <a:lnSpc>
                    <a:spcPct val="100000"/>
                  </a:lnSpc>
                </a:pPr>
                <a:r>
                  <a:rPr kumimoji="0" lang="en-US" altLang="zh-CN" sz="2000" b="1">
                    <a:solidFill>
                      <a:schemeClr val="bg2"/>
                    </a:solidFill>
                    <a:latin typeface="Times New Roman" pitchFamily="18" charset="0"/>
                  </a:rPr>
                  <a:t>  SNAME</a:t>
                </a:r>
              </a:p>
              <a:p>
                <a:pPr>
                  <a:lnSpc>
                    <a:spcPct val="100000"/>
                  </a:lnSpc>
                </a:pPr>
                <a:r>
                  <a:rPr kumimoji="0" lang="en-US" altLang="zh-CN" sz="2000" b="1">
                    <a:solidFill>
                      <a:schemeClr val="bg2"/>
                    </a:solidFill>
                    <a:latin typeface="Times New Roman" pitchFamily="18" charset="0"/>
                  </a:rPr>
                  <a:t>  SEX</a:t>
                </a:r>
              </a:p>
              <a:p>
                <a:pPr>
                  <a:lnSpc>
                    <a:spcPct val="100000"/>
                  </a:lnSpc>
                </a:pPr>
                <a:r>
                  <a:rPr kumimoji="0" lang="en-US" altLang="zh-CN" sz="2000" b="1">
                    <a:solidFill>
                      <a:schemeClr val="bg2"/>
                    </a:solidFill>
                    <a:latin typeface="Times New Roman" pitchFamily="18" charset="0"/>
                  </a:rPr>
                  <a:t>  AGE</a:t>
                </a:r>
              </a:p>
              <a:p>
                <a:pPr eaLnBrk="1" hangingPunct="1">
                  <a:lnSpc>
                    <a:spcPct val="80000"/>
                  </a:lnSpc>
                  <a:spcBef>
                    <a:spcPct val="50000"/>
                  </a:spcBef>
                </a:pPr>
                <a:endParaRPr lang="en-US" altLang="zh-CN" sz="1800" b="1">
                  <a:solidFill>
                    <a:schemeClr val="bg2"/>
                  </a:solidFill>
                </a:endParaRPr>
              </a:p>
            </p:txBody>
          </p:sp>
          <p:sp>
            <p:nvSpPr>
              <p:cNvPr id="588813" name="Text Box 13"/>
              <p:cNvSpPr txBox="1">
                <a:spLocks noChangeArrowheads="1"/>
              </p:cNvSpPr>
              <p:nvPr/>
            </p:nvSpPr>
            <p:spPr bwMode="auto">
              <a:xfrm>
                <a:off x="3843" y="2407"/>
                <a:ext cx="1532" cy="1388"/>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00000"/>
                  </a:lnSpc>
                </a:pPr>
                <a:r>
                  <a:rPr kumimoji="0" lang="zh-CN" altLang="en-US" sz="2000" b="1">
                    <a:solidFill>
                      <a:schemeClr val="bg2"/>
                    </a:solidFill>
                    <a:latin typeface="Times New Roman" pitchFamily="18" charset="0"/>
                  </a:rPr>
                  <a:t>类 </a:t>
                </a:r>
                <a:r>
                  <a:rPr kumimoji="0" lang="en-US" altLang="zh-CN" sz="2000" b="1">
                    <a:solidFill>
                      <a:schemeClr val="bg2"/>
                    </a:solidFill>
                    <a:latin typeface="Times New Roman" pitchFamily="18" charset="0"/>
                  </a:rPr>
                  <a:t>COURSE</a:t>
                </a:r>
              </a:p>
              <a:p>
                <a:pPr>
                  <a:lnSpc>
                    <a:spcPct val="100000"/>
                  </a:lnSpc>
                </a:pPr>
                <a:r>
                  <a:rPr kumimoji="0" lang="en-US" altLang="zh-CN" sz="2000" b="1">
                    <a:solidFill>
                      <a:schemeClr val="bg2"/>
                    </a:solidFill>
                    <a:latin typeface="Times New Roman" pitchFamily="18" charset="0"/>
                  </a:rPr>
                  <a:t> </a:t>
                </a:r>
              </a:p>
              <a:p>
                <a:pPr>
                  <a:lnSpc>
                    <a:spcPct val="100000"/>
                  </a:lnSpc>
                </a:pPr>
                <a:r>
                  <a:rPr kumimoji="0" lang="en-US" altLang="zh-CN" sz="2000" b="1">
                    <a:solidFill>
                      <a:schemeClr val="bg2"/>
                    </a:solidFill>
                    <a:latin typeface="Times New Roman" pitchFamily="18" charset="0"/>
                  </a:rPr>
                  <a:t>  CNO</a:t>
                </a:r>
              </a:p>
              <a:p>
                <a:pPr>
                  <a:lnSpc>
                    <a:spcPct val="100000"/>
                  </a:lnSpc>
                </a:pPr>
                <a:r>
                  <a:rPr kumimoji="0" lang="en-US" altLang="zh-CN" sz="2000" b="1">
                    <a:solidFill>
                      <a:schemeClr val="bg2"/>
                    </a:solidFill>
                    <a:latin typeface="Times New Roman" pitchFamily="18" charset="0"/>
                  </a:rPr>
                  <a:t>  CNAME</a:t>
                </a:r>
              </a:p>
              <a:p>
                <a:pPr>
                  <a:lnSpc>
                    <a:spcPct val="100000"/>
                  </a:lnSpc>
                </a:pPr>
                <a:r>
                  <a:rPr kumimoji="0" lang="en-US" altLang="zh-CN" sz="2000" b="1">
                    <a:solidFill>
                      <a:schemeClr val="bg2"/>
                    </a:solidFill>
                    <a:latin typeface="Times New Roman" pitchFamily="18" charset="0"/>
                  </a:rPr>
                  <a:t>  TEACHER</a:t>
                </a:r>
              </a:p>
              <a:p>
                <a:pPr>
                  <a:lnSpc>
                    <a:spcPct val="100000"/>
                  </a:lnSpc>
                </a:pPr>
                <a:endParaRPr kumimoji="0" lang="en-US" altLang="zh-CN" sz="2000" b="1">
                  <a:solidFill>
                    <a:schemeClr val="bg2"/>
                  </a:solidFill>
                  <a:latin typeface="Times New Roman" pitchFamily="18" charset="0"/>
                </a:endParaRPr>
              </a:p>
              <a:p>
                <a:pPr>
                  <a:lnSpc>
                    <a:spcPct val="100000"/>
                  </a:lnSpc>
                </a:pPr>
                <a:endParaRPr lang="en-US" altLang="zh-CN" sz="1800" b="1">
                  <a:solidFill>
                    <a:schemeClr val="bg2"/>
                  </a:solidFill>
                </a:endParaRPr>
              </a:p>
            </p:txBody>
          </p:sp>
        </p:grpSp>
        <p:grpSp>
          <p:nvGrpSpPr>
            <p:cNvPr id="588818" name="Group 18"/>
            <p:cNvGrpSpPr>
              <a:grpSpLocks/>
            </p:cNvGrpSpPr>
            <p:nvPr/>
          </p:nvGrpSpPr>
          <p:grpSpPr bwMode="auto">
            <a:xfrm>
              <a:off x="657" y="1399"/>
              <a:ext cx="1471" cy="1250"/>
              <a:chOff x="1104" y="1344"/>
              <a:chExt cx="1152" cy="1012"/>
            </a:xfrm>
          </p:grpSpPr>
          <p:sp>
            <p:nvSpPr>
              <p:cNvPr id="588815" name="Text Box 15"/>
              <p:cNvSpPr txBox="1">
                <a:spLocks noChangeArrowheads="1"/>
              </p:cNvSpPr>
              <p:nvPr/>
            </p:nvSpPr>
            <p:spPr bwMode="auto">
              <a:xfrm>
                <a:off x="1104" y="1344"/>
                <a:ext cx="1152" cy="1012"/>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00000"/>
                  </a:lnSpc>
                </a:pPr>
                <a:r>
                  <a:rPr kumimoji="0" lang="zh-CN" altLang="en-US" sz="2000" b="1">
                    <a:solidFill>
                      <a:schemeClr val="bg2"/>
                    </a:solidFill>
                    <a:latin typeface="Times New Roman" pitchFamily="18" charset="0"/>
                  </a:rPr>
                  <a:t>类 </a:t>
                </a:r>
                <a:r>
                  <a:rPr kumimoji="0" lang="en-US" altLang="zh-CN" sz="2000" b="1">
                    <a:solidFill>
                      <a:schemeClr val="bg2"/>
                    </a:solidFill>
                    <a:latin typeface="Times New Roman" pitchFamily="18" charset="0"/>
                  </a:rPr>
                  <a:t>SC</a:t>
                </a:r>
              </a:p>
              <a:p>
                <a:pPr>
                  <a:lnSpc>
                    <a:spcPct val="100000"/>
                  </a:lnSpc>
                </a:pPr>
                <a:endParaRPr kumimoji="0" lang="en-US" altLang="zh-CN" sz="2000" b="1">
                  <a:solidFill>
                    <a:schemeClr val="bg2"/>
                  </a:solidFill>
                  <a:latin typeface="Times New Roman" pitchFamily="18" charset="0"/>
                </a:endParaRPr>
              </a:p>
              <a:p>
                <a:pPr>
                  <a:lnSpc>
                    <a:spcPct val="100000"/>
                  </a:lnSpc>
                </a:pPr>
                <a:r>
                  <a:rPr kumimoji="0" lang="en-US" altLang="zh-CN" sz="2000" b="1">
                    <a:solidFill>
                      <a:schemeClr val="bg2"/>
                    </a:solidFill>
                    <a:latin typeface="Times New Roman" pitchFamily="18" charset="0"/>
                  </a:rPr>
                  <a:t>  Student</a:t>
                </a:r>
              </a:p>
              <a:p>
                <a:pPr>
                  <a:lnSpc>
                    <a:spcPct val="100000"/>
                  </a:lnSpc>
                </a:pPr>
                <a:r>
                  <a:rPr kumimoji="0" lang="en-US" altLang="zh-CN" sz="2000" b="1">
                    <a:solidFill>
                      <a:schemeClr val="bg2"/>
                    </a:solidFill>
                    <a:latin typeface="Times New Roman" pitchFamily="18" charset="0"/>
                  </a:rPr>
                  <a:t>  Course</a:t>
                </a:r>
              </a:p>
              <a:p>
                <a:pPr>
                  <a:lnSpc>
                    <a:spcPct val="100000"/>
                  </a:lnSpc>
                </a:pPr>
                <a:r>
                  <a:rPr kumimoji="0" lang="en-US" altLang="zh-CN" sz="2000" b="1">
                    <a:solidFill>
                      <a:schemeClr val="bg2"/>
                    </a:solidFill>
                    <a:latin typeface="Times New Roman" pitchFamily="18" charset="0"/>
                  </a:rPr>
                  <a:t>  GRADE</a:t>
                </a:r>
              </a:p>
              <a:p>
                <a:pPr eaLnBrk="1" hangingPunct="1">
                  <a:lnSpc>
                    <a:spcPct val="80000"/>
                  </a:lnSpc>
                  <a:spcBef>
                    <a:spcPct val="50000"/>
                  </a:spcBef>
                </a:pPr>
                <a:endParaRPr lang="en-US" altLang="zh-CN" sz="1800" b="1">
                  <a:solidFill>
                    <a:schemeClr val="bg2"/>
                  </a:solidFill>
                </a:endParaRPr>
              </a:p>
            </p:txBody>
          </p:sp>
          <p:sp>
            <p:nvSpPr>
              <p:cNvPr id="588816" name="Line 16"/>
              <p:cNvSpPr>
                <a:spLocks noChangeShapeType="1"/>
              </p:cNvSpPr>
              <p:nvPr/>
            </p:nvSpPr>
            <p:spPr bwMode="auto">
              <a:xfrm>
                <a:off x="1104" y="1680"/>
                <a:ext cx="110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8" name="Rectangle 2"/>
          <p:cNvSpPr>
            <a:spLocks noChangeArrowheads="1"/>
          </p:cNvSpPr>
          <p:nvPr/>
        </p:nvSpPr>
        <p:spPr bwMode="auto">
          <a:xfrm>
            <a:off x="107758" y="0"/>
            <a:ext cx="8928484" cy="69095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eaLnBrk="1" latinLnBrk="1" hangingPunct="1">
              <a:lnSpc>
                <a:spcPct val="200000"/>
              </a:lnSpc>
              <a:spcBef>
                <a:spcPct val="50000"/>
              </a:spcBef>
            </a:pPr>
            <a:r>
              <a:rPr lang="en-US" altLang="zh-CN" b="1" dirty="0">
                <a:solidFill>
                  <a:srgbClr val="000099"/>
                </a:solidFill>
              </a:rPr>
              <a:t>  </a:t>
            </a:r>
            <a:r>
              <a:rPr lang="zh-CN" altLang="en-US" b="1" dirty="0">
                <a:solidFill>
                  <a:srgbClr val="000099"/>
                </a:solidFill>
              </a:rPr>
              <a:t>（</a:t>
            </a:r>
            <a:r>
              <a:rPr lang="en-US" altLang="zh-CN" b="1" dirty="0">
                <a:solidFill>
                  <a:srgbClr val="000099"/>
                </a:solidFill>
              </a:rPr>
              <a:t>5</a:t>
            </a:r>
            <a:r>
              <a:rPr lang="zh-CN" altLang="en-US" b="1" dirty="0">
                <a:solidFill>
                  <a:srgbClr val="000099"/>
                </a:solidFill>
              </a:rPr>
              <a:t>）</a:t>
            </a:r>
            <a:r>
              <a:rPr lang="en-US" altLang="zh-CN" b="1" dirty="0">
                <a:solidFill>
                  <a:srgbClr val="000099"/>
                </a:solidFill>
              </a:rPr>
              <a:t> </a:t>
            </a:r>
            <a:r>
              <a:rPr lang="zh-CN" altLang="en-US" b="1" dirty="0">
                <a:solidFill>
                  <a:srgbClr val="000099"/>
                </a:solidFill>
              </a:rPr>
              <a:t>半结构化模型</a:t>
            </a:r>
          </a:p>
          <a:p>
            <a:pPr eaLnBrk="1" latinLnBrk="1" hangingPunct="1">
              <a:lnSpc>
                <a:spcPct val="100000"/>
              </a:lnSpc>
              <a:spcBef>
                <a:spcPts val="600"/>
              </a:spcBef>
            </a:pPr>
            <a:r>
              <a:rPr lang="zh-CN" altLang="en-US" b="1" dirty="0">
                <a:solidFill>
                  <a:schemeClr val="bg2"/>
                </a:solidFill>
              </a:rPr>
              <a:t>  </a:t>
            </a:r>
            <a:r>
              <a:rPr lang="zh-CN" altLang="en-US" sz="2400" b="1" dirty="0">
                <a:solidFill>
                  <a:schemeClr val="bg2"/>
                </a:solidFill>
              </a:rPr>
              <a:t>半结构化数据：数据具有一定的结构，但结构不规则、不完整，或者结构是隐含的</a:t>
            </a:r>
            <a:r>
              <a:rPr lang="zh-CN" altLang="en-US" sz="2400" b="1" dirty="0">
                <a:solidFill>
                  <a:srgbClr val="000099"/>
                </a:solidFill>
              </a:rPr>
              <a:t>。</a:t>
            </a:r>
            <a:endParaRPr lang="en-US" altLang="zh-CN" sz="2400" b="1" dirty="0">
              <a:solidFill>
                <a:srgbClr val="000099"/>
              </a:solidFill>
            </a:endParaRPr>
          </a:p>
          <a:p>
            <a:pPr eaLnBrk="1" latinLnBrk="1" hangingPunct="1">
              <a:lnSpc>
                <a:spcPct val="100000"/>
              </a:lnSpc>
              <a:spcBef>
                <a:spcPts val="600"/>
              </a:spcBef>
            </a:pPr>
            <a:r>
              <a:rPr lang="zh-CN" altLang="en-US" b="1" dirty="0">
                <a:solidFill>
                  <a:srgbClr val="000099"/>
                </a:solidFill>
              </a:rPr>
              <a:t>  </a:t>
            </a:r>
            <a:r>
              <a:rPr lang="zh-CN" altLang="en-US" b="1" dirty="0">
                <a:solidFill>
                  <a:srgbClr val="660033"/>
                </a:solidFill>
              </a:rPr>
              <a:t>半结构化模型的特征</a:t>
            </a:r>
            <a:endParaRPr lang="en-US" altLang="zh-CN" b="1" dirty="0">
              <a:solidFill>
                <a:srgbClr val="660033"/>
              </a:solidFill>
            </a:endParaRPr>
          </a:p>
          <a:p>
            <a:pPr marL="514350" indent="-68263" eaLnBrk="1" latinLnBrk="1" hangingPunct="1">
              <a:lnSpc>
                <a:spcPct val="100000"/>
              </a:lnSpc>
              <a:spcBef>
                <a:spcPts val="600"/>
              </a:spcBef>
              <a:buFont typeface="+mj-ea"/>
              <a:buAutoNum type="circleNumDbPlain"/>
            </a:pPr>
            <a:r>
              <a:rPr lang="zh-CN" altLang="en-US" sz="2400" b="1" dirty="0">
                <a:solidFill>
                  <a:schemeClr val="bg2"/>
                </a:solidFill>
                <a:latin typeface="Times New Roman" pitchFamily="18" charset="0"/>
              </a:rPr>
              <a:t>数据结构</a:t>
            </a:r>
            <a:r>
              <a:rPr lang="zh-CN" altLang="en-US" sz="2400" b="1" dirty="0">
                <a:solidFill>
                  <a:srgbClr val="000099"/>
                </a:solidFill>
                <a:latin typeface="Times New Roman" pitchFamily="18" charset="0"/>
              </a:rPr>
              <a:t>自描述性：</a:t>
            </a:r>
            <a:r>
              <a:rPr lang="zh-CN" altLang="en-US" sz="2400" b="1" dirty="0">
                <a:solidFill>
                  <a:schemeClr val="bg2"/>
                </a:solidFill>
                <a:latin typeface="Times New Roman" pitchFamily="18" charset="0"/>
              </a:rPr>
              <a:t>不区分“元数据”和“一般数据”；</a:t>
            </a:r>
            <a:endParaRPr lang="en-US" altLang="zh-CN" sz="2400" b="1" dirty="0">
              <a:solidFill>
                <a:schemeClr val="bg2"/>
              </a:solidFill>
              <a:latin typeface="Times New Roman" pitchFamily="18" charset="0"/>
            </a:endParaRPr>
          </a:p>
          <a:p>
            <a:pPr marL="514350" indent="-68263" eaLnBrk="1" latinLnBrk="1" hangingPunct="1">
              <a:lnSpc>
                <a:spcPct val="100000"/>
              </a:lnSpc>
              <a:spcBef>
                <a:spcPts val="600"/>
              </a:spcBef>
              <a:buFont typeface="+mj-ea"/>
              <a:buAutoNum type="circleNumDbPlain"/>
            </a:pPr>
            <a:r>
              <a:rPr lang="zh-CN" altLang="en-US" sz="2400" b="1" dirty="0">
                <a:solidFill>
                  <a:schemeClr val="bg2"/>
                </a:solidFill>
                <a:latin typeface="Times New Roman" pitchFamily="18" charset="0"/>
              </a:rPr>
              <a:t>数据结构描述的</a:t>
            </a:r>
            <a:r>
              <a:rPr lang="zh-CN" altLang="en-US" sz="2400" b="1" dirty="0">
                <a:solidFill>
                  <a:srgbClr val="000099"/>
                </a:solidFill>
                <a:latin typeface="Times New Roman" pitchFamily="18" charset="0"/>
              </a:rPr>
              <a:t>动态性：</a:t>
            </a:r>
            <a:r>
              <a:rPr lang="zh-CN" altLang="en-US" sz="2400" b="1" dirty="0">
                <a:solidFill>
                  <a:schemeClr val="bg2"/>
                </a:solidFill>
                <a:latin typeface="Times New Roman" pitchFamily="18" charset="0"/>
              </a:rPr>
              <a:t>数据的变化导致结构模式的变化；</a:t>
            </a:r>
            <a:endParaRPr lang="en-US" altLang="zh-CN" sz="2400" b="1" dirty="0">
              <a:solidFill>
                <a:schemeClr val="bg2"/>
              </a:solidFill>
              <a:latin typeface="Times New Roman" pitchFamily="18" charset="0"/>
            </a:endParaRPr>
          </a:p>
          <a:p>
            <a:pPr marL="514350" indent="-68263" eaLnBrk="1" latinLnBrk="1" hangingPunct="1">
              <a:lnSpc>
                <a:spcPct val="100000"/>
              </a:lnSpc>
              <a:spcBef>
                <a:spcPts val="600"/>
              </a:spcBef>
              <a:buFont typeface="+mj-ea"/>
              <a:buAutoNum type="circleNumDbPlain"/>
            </a:pPr>
            <a:r>
              <a:rPr lang="zh-CN" altLang="en-US" sz="2400" b="1" dirty="0">
                <a:solidFill>
                  <a:schemeClr val="bg2"/>
                </a:solidFill>
                <a:latin typeface="Times New Roman" pitchFamily="18" charset="0"/>
              </a:rPr>
              <a:t>数据结构描述的</a:t>
            </a:r>
            <a:r>
              <a:rPr lang="zh-CN" altLang="en-US" sz="2400" b="1" dirty="0">
                <a:solidFill>
                  <a:srgbClr val="000099"/>
                </a:solidFill>
                <a:latin typeface="Times New Roman" pitchFamily="18" charset="0"/>
              </a:rPr>
              <a:t>复杂性</a:t>
            </a:r>
            <a:r>
              <a:rPr lang="zh-CN" altLang="en-US" sz="2400" b="1" dirty="0">
                <a:solidFill>
                  <a:schemeClr val="bg2"/>
                </a:solidFill>
                <a:latin typeface="Times New Roman" pitchFamily="18" charset="0"/>
              </a:rPr>
              <a:t>。</a:t>
            </a:r>
            <a:endParaRPr lang="zh-CN" altLang="en-US" b="1" dirty="0">
              <a:solidFill>
                <a:srgbClr val="000099"/>
              </a:solidFill>
            </a:endParaRPr>
          </a:p>
          <a:p>
            <a:pPr eaLnBrk="1" latinLnBrk="1" hangingPunct="1">
              <a:lnSpc>
                <a:spcPct val="100000"/>
              </a:lnSpc>
              <a:spcBef>
                <a:spcPts val="600"/>
              </a:spcBef>
            </a:pPr>
            <a:r>
              <a:rPr lang="zh-CN" altLang="en-US" b="1" dirty="0">
                <a:solidFill>
                  <a:schemeClr val="bg2"/>
                </a:solidFill>
              </a:rPr>
              <a:t>  </a:t>
            </a:r>
            <a:r>
              <a:rPr lang="en-US" altLang="zh-CN" b="1" dirty="0">
                <a:solidFill>
                  <a:srgbClr val="660033"/>
                </a:solidFill>
              </a:rPr>
              <a:t>XML</a:t>
            </a:r>
            <a:r>
              <a:rPr lang="zh-CN" altLang="en-US" b="1" dirty="0">
                <a:solidFill>
                  <a:srgbClr val="660033"/>
                </a:solidFill>
              </a:rPr>
              <a:t>模型就是一种半结构化模型</a:t>
            </a:r>
            <a:endParaRPr lang="en-US" altLang="zh-CN" b="1" dirty="0">
              <a:solidFill>
                <a:schemeClr val="bg2"/>
              </a:solidFill>
            </a:endParaRPr>
          </a:p>
          <a:p>
            <a:pPr marL="514350" marR="0" lvl="0" indent="-68263" algn="just" defTabSz="914400" rtl="0" eaLnBrk="1" fontAlgn="base" latinLnBrk="1" hangingPunct="1">
              <a:lnSpc>
                <a:spcPct val="100000"/>
              </a:lnSpc>
              <a:spcBef>
                <a:spcPts val="600"/>
              </a:spcBef>
              <a:spcAft>
                <a:spcPct val="0"/>
              </a:spcAft>
              <a:buClrTx/>
              <a:buSzTx/>
              <a:buFont typeface="+mj-ea"/>
              <a:buAutoNum type="circleNumDbPlain"/>
              <a:tabLst/>
              <a:defRPr/>
            </a:pPr>
            <a:r>
              <a:rPr kumimoji="1"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分层数据；</a:t>
            </a:r>
            <a:endPar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514350" marR="0" lvl="0" indent="-68263" algn="just" defTabSz="914400" rtl="0" eaLnBrk="1" fontAlgn="base" latinLnBrk="1" hangingPunct="1">
              <a:lnSpc>
                <a:spcPct val="100000"/>
              </a:lnSpc>
              <a:spcBef>
                <a:spcPts val="600"/>
              </a:spcBef>
              <a:spcAft>
                <a:spcPct val="0"/>
              </a:spcAft>
              <a:buClrTx/>
              <a:buSzTx/>
              <a:buFont typeface="+mj-ea"/>
              <a:buAutoNum type="circleNumDbPlain"/>
              <a:tabLst/>
              <a:defRPr/>
            </a:pPr>
            <a:r>
              <a:rPr kumimoji="1"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自描述；</a:t>
            </a:r>
            <a:endPar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514350" marR="0" lvl="0" indent="-68263" algn="just" defTabSz="914400" rtl="0" eaLnBrk="1" fontAlgn="base" latinLnBrk="1" hangingPunct="1">
              <a:lnSpc>
                <a:spcPct val="100000"/>
              </a:lnSpc>
              <a:spcBef>
                <a:spcPts val="600"/>
              </a:spcBef>
              <a:spcAft>
                <a:spcPct val="0"/>
              </a:spcAft>
              <a:buClrTx/>
              <a:buSzTx/>
              <a:buFont typeface="+mj-ea"/>
              <a:buAutoNum type="circleNumDbPlain"/>
              <a:tabLst/>
              <a:defRPr/>
            </a:pPr>
            <a:r>
              <a:rPr kumimoji="1"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具有固定排序。</a:t>
            </a:r>
            <a:endPar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446087" marR="0" lvl="0" algn="just" defTabSz="914400" rtl="0" eaLnBrk="1" fontAlgn="base" latinLnBrk="1" hangingPunct="1">
              <a:lnSpc>
                <a:spcPct val="100000"/>
              </a:lnSpc>
              <a:spcBef>
                <a:spcPts val="600"/>
              </a:spcBef>
              <a:spcAft>
                <a:spcPct val="0"/>
              </a:spcAft>
              <a:buClrTx/>
              <a:buSzTx/>
              <a:tabLst/>
              <a:defRPr/>
            </a:pPr>
            <a:r>
              <a:rPr lang="zh-CN" altLang="en-US" b="1" dirty="0">
                <a:solidFill>
                  <a:srgbClr val="660033"/>
                </a:solidFill>
              </a:rPr>
              <a:t>特点：</a:t>
            </a:r>
            <a:r>
              <a:rPr kumimoji="1" lang="zh-CN" altLang="en-US" sz="24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更为复杂，更具有不确定性，同时也具有更高的灵活性，能使用更为广泛的应用需求。</a:t>
            </a:r>
            <a:endParaRPr kumimoji="1" lang="zh-CN" altLang="en-US" sz="2800" b="1" i="0" u="none" strike="noStrike" kern="1200" cap="none" spc="0" normalizeH="0" baseline="0" noProof="0" dirty="0">
              <a:ln>
                <a:noFill/>
              </a:ln>
              <a:solidFill>
                <a:srgbClr val="000099"/>
              </a:solidFill>
              <a:effectLst/>
              <a:uLnTx/>
              <a:uFillTx/>
              <a:latin typeface="宋体" pitchFamily="2" charset="-122"/>
              <a:ea typeface="宋体" pitchFamily="2" charset="-122"/>
              <a:cs typeface="+mn-cs"/>
            </a:endParaRPr>
          </a:p>
          <a:p>
            <a:pPr eaLnBrk="1" latinLnBrk="1" hangingPunct="1">
              <a:lnSpc>
                <a:spcPct val="100000"/>
              </a:lnSpc>
              <a:spcBef>
                <a:spcPts val="600"/>
              </a:spcBef>
            </a:pPr>
            <a:endParaRPr lang="zh-CN" altLang="en-US" b="1" dirty="0">
              <a:solidFill>
                <a:schemeClr val="bg2"/>
              </a:solidFill>
            </a:endParaRPr>
          </a:p>
        </p:txBody>
      </p:sp>
    </p:spTree>
    <p:extLst>
      <p:ext uri="{BB962C8B-B14F-4D97-AF65-F5344CB8AC3E}">
        <p14:creationId xmlns:p14="http://schemas.microsoft.com/office/powerpoint/2010/main" val="9119048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76E43CEB-FA0B-C602-D7B4-A70FF8C453E1}"/>
              </a:ext>
            </a:extLst>
          </p:cNvPr>
          <p:cNvPicPr>
            <a:picLocks noChangeAspect="1"/>
          </p:cNvPicPr>
          <p:nvPr/>
        </p:nvPicPr>
        <p:blipFill>
          <a:blip r:embed="rId2"/>
          <a:stretch>
            <a:fillRect/>
          </a:stretch>
        </p:blipFill>
        <p:spPr>
          <a:xfrm>
            <a:off x="4381179" y="1310229"/>
            <a:ext cx="4102100" cy="3149600"/>
          </a:xfrm>
          <a:prstGeom prst="rect">
            <a:avLst/>
          </a:prstGeom>
        </p:spPr>
      </p:pic>
      <p:pic>
        <p:nvPicPr>
          <p:cNvPr id="5" name="图片 4">
            <a:extLst>
              <a:ext uri="{FF2B5EF4-FFF2-40B4-BE49-F238E27FC236}">
                <a16:creationId xmlns:a16="http://schemas.microsoft.com/office/drawing/2014/main" id="{0A721B5C-F9E2-A687-68AC-5AB1E364B0D8}"/>
              </a:ext>
            </a:extLst>
          </p:cNvPr>
          <p:cNvPicPr>
            <a:picLocks noChangeAspect="1"/>
          </p:cNvPicPr>
          <p:nvPr/>
        </p:nvPicPr>
        <p:blipFill>
          <a:blip r:embed="rId3"/>
          <a:stretch>
            <a:fillRect/>
          </a:stretch>
        </p:blipFill>
        <p:spPr>
          <a:xfrm>
            <a:off x="421803" y="116632"/>
            <a:ext cx="3881658" cy="4343197"/>
          </a:xfrm>
          <a:prstGeom prst="rect">
            <a:avLst/>
          </a:prstGeom>
        </p:spPr>
      </p:pic>
      <p:pic>
        <p:nvPicPr>
          <p:cNvPr id="6" name="图片 5">
            <a:extLst>
              <a:ext uri="{FF2B5EF4-FFF2-40B4-BE49-F238E27FC236}">
                <a16:creationId xmlns:a16="http://schemas.microsoft.com/office/drawing/2014/main" id="{8AAB1F45-20CE-1D8B-7296-7663FA8AB3A0}"/>
              </a:ext>
            </a:extLst>
          </p:cNvPr>
          <p:cNvPicPr>
            <a:picLocks noChangeAspect="1"/>
          </p:cNvPicPr>
          <p:nvPr/>
        </p:nvPicPr>
        <p:blipFill>
          <a:blip r:embed="rId4"/>
          <a:stretch>
            <a:fillRect/>
          </a:stretch>
        </p:blipFill>
        <p:spPr>
          <a:xfrm>
            <a:off x="494979" y="4515766"/>
            <a:ext cx="7772400" cy="2312817"/>
          </a:xfrm>
          <a:prstGeom prst="rect">
            <a:avLst/>
          </a:prstGeom>
        </p:spPr>
      </p:pic>
    </p:spTree>
    <p:extLst>
      <p:ext uri="{BB962C8B-B14F-4D97-AF65-F5344CB8AC3E}">
        <p14:creationId xmlns:p14="http://schemas.microsoft.com/office/powerpoint/2010/main" val="8010248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770" name="Group 21">
            <a:extLst>
              <a:ext uri="{FF2B5EF4-FFF2-40B4-BE49-F238E27FC236}">
                <a16:creationId xmlns:a16="http://schemas.microsoft.com/office/drawing/2014/main" id="{D34A5F7A-68AF-4404-9148-0672D2DA1F0E}"/>
              </a:ext>
            </a:extLst>
          </p:cNvPr>
          <p:cNvGrpSpPr>
            <a:grpSpLocks/>
          </p:cNvGrpSpPr>
          <p:nvPr/>
        </p:nvGrpSpPr>
        <p:grpSpPr bwMode="auto">
          <a:xfrm>
            <a:off x="152400" y="76200"/>
            <a:ext cx="8991600" cy="1143000"/>
            <a:chOff x="0" y="288"/>
            <a:chExt cx="5760" cy="864"/>
          </a:xfrm>
        </p:grpSpPr>
        <p:sp>
          <p:nvSpPr>
            <p:cNvPr id="32775" name="Rectangle 22">
              <a:extLst>
                <a:ext uri="{FF2B5EF4-FFF2-40B4-BE49-F238E27FC236}">
                  <a16:creationId xmlns:a16="http://schemas.microsoft.com/office/drawing/2014/main" id="{C5A5AE41-85DC-4CAB-9534-CA4F2F23338B}"/>
                </a:ext>
              </a:extLst>
            </p:cNvPr>
            <p:cNvSpPr>
              <a:spLocks noChangeArrowheads="1"/>
            </p:cNvSpPr>
            <p:nvPr/>
          </p:nvSpPr>
          <p:spPr bwMode="ltGray">
            <a:xfrm>
              <a:off x="196" y="377"/>
              <a:ext cx="428" cy="389"/>
            </a:xfrm>
            <a:prstGeom prst="rect">
              <a:avLst/>
            </a:prstGeom>
            <a:gradFill rotWithShape="0">
              <a:gsLst>
                <a:gs pos="0">
                  <a:schemeClr val="bg1"/>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zh-CN" sz="2400">
                <a:latin typeface="Tahoma" panose="020B0604030504040204" pitchFamily="34" charset="0"/>
              </a:endParaRPr>
            </a:p>
          </p:txBody>
        </p:sp>
        <p:sp>
          <p:nvSpPr>
            <p:cNvPr id="32776" name="Rectangle 23">
              <a:extLst>
                <a:ext uri="{FF2B5EF4-FFF2-40B4-BE49-F238E27FC236}">
                  <a16:creationId xmlns:a16="http://schemas.microsoft.com/office/drawing/2014/main" id="{F1AF505E-0AA9-4CA0-9B44-18EF13FBBA20}"/>
                </a:ext>
              </a:extLst>
            </p:cNvPr>
            <p:cNvSpPr>
              <a:spLocks noChangeArrowheads="1"/>
            </p:cNvSpPr>
            <p:nvPr/>
          </p:nvSpPr>
          <p:spPr bwMode="ltGray">
            <a:xfrm>
              <a:off x="279" y="723"/>
              <a:ext cx="285" cy="39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zh-CN" sz="2400">
                <a:latin typeface="Tahoma" panose="020B0604030504040204" pitchFamily="34" charset="0"/>
              </a:endParaRPr>
            </a:p>
          </p:txBody>
        </p:sp>
        <p:sp>
          <p:nvSpPr>
            <p:cNvPr id="32777" name="Rectangle 24">
              <a:extLst>
                <a:ext uri="{FF2B5EF4-FFF2-40B4-BE49-F238E27FC236}">
                  <a16:creationId xmlns:a16="http://schemas.microsoft.com/office/drawing/2014/main" id="{B47FA3E5-CC7A-4EC0-8382-1BA0B7989117}"/>
                </a:ext>
              </a:extLst>
            </p:cNvPr>
            <p:cNvSpPr>
              <a:spLocks noChangeArrowheads="1"/>
            </p:cNvSpPr>
            <p:nvPr/>
          </p:nvSpPr>
          <p:spPr bwMode="ltGray">
            <a:xfrm>
              <a:off x="529" y="723"/>
              <a:ext cx="248" cy="39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zh-CN" sz="2400">
                <a:latin typeface="Tahoma" panose="020B0604030504040204" pitchFamily="34" charset="0"/>
              </a:endParaRPr>
            </a:p>
          </p:txBody>
        </p:sp>
        <p:sp>
          <p:nvSpPr>
            <p:cNvPr id="32778" name="Rectangle 25">
              <a:extLst>
                <a:ext uri="{FF2B5EF4-FFF2-40B4-BE49-F238E27FC236}">
                  <a16:creationId xmlns:a16="http://schemas.microsoft.com/office/drawing/2014/main" id="{8C163418-B2FA-47EF-AD17-D0C665941889}"/>
                </a:ext>
              </a:extLst>
            </p:cNvPr>
            <p:cNvSpPr>
              <a:spLocks noChangeArrowheads="1"/>
            </p:cNvSpPr>
            <p:nvPr/>
          </p:nvSpPr>
          <p:spPr bwMode="ltGray">
            <a:xfrm>
              <a:off x="0" y="576"/>
              <a:ext cx="432" cy="384"/>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zh-CN" sz="2400">
                <a:latin typeface="Tahoma" panose="020B0604030504040204" pitchFamily="34" charset="0"/>
              </a:endParaRPr>
            </a:p>
          </p:txBody>
        </p:sp>
        <p:sp>
          <p:nvSpPr>
            <p:cNvPr id="32779" name="Rectangle 26">
              <a:extLst>
                <a:ext uri="{FF2B5EF4-FFF2-40B4-BE49-F238E27FC236}">
                  <a16:creationId xmlns:a16="http://schemas.microsoft.com/office/drawing/2014/main" id="{E69CB530-8BB6-491C-8CFD-7F36EAC39048}"/>
                </a:ext>
              </a:extLst>
            </p:cNvPr>
            <p:cNvSpPr>
              <a:spLocks noChangeArrowheads="1"/>
            </p:cNvSpPr>
            <p:nvPr/>
          </p:nvSpPr>
          <p:spPr bwMode="gray">
            <a:xfrm>
              <a:off x="428" y="288"/>
              <a:ext cx="22" cy="864"/>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zh-CN" sz="2400">
                <a:latin typeface="Tahoma" panose="020B0604030504040204" pitchFamily="34" charset="0"/>
              </a:endParaRPr>
            </a:p>
          </p:txBody>
        </p:sp>
        <p:sp>
          <p:nvSpPr>
            <p:cNvPr id="32780" name="Rectangle 27">
              <a:extLst>
                <a:ext uri="{FF2B5EF4-FFF2-40B4-BE49-F238E27FC236}">
                  <a16:creationId xmlns:a16="http://schemas.microsoft.com/office/drawing/2014/main" id="{A6282860-0F17-46B8-8FF6-DF2EAF850F9E}"/>
                </a:ext>
              </a:extLst>
            </p:cNvPr>
            <p:cNvSpPr>
              <a:spLocks noChangeArrowheads="1"/>
            </p:cNvSpPr>
            <p:nvPr/>
          </p:nvSpPr>
          <p:spPr bwMode="gray">
            <a:xfrm>
              <a:off x="213" y="937"/>
              <a:ext cx="5547" cy="26"/>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zh-CN" sz="2400">
                <a:latin typeface="Tahoma" panose="020B0604030504040204" pitchFamily="34" charset="0"/>
              </a:endParaRPr>
            </a:p>
          </p:txBody>
        </p:sp>
      </p:grpSp>
      <p:sp>
        <p:nvSpPr>
          <p:cNvPr id="10" name="文本框 9">
            <a:extLst>
              <a:ext uri="{FF2B5EF4-FFF2-40B4-BE49-F238E27FC236}">
                <a16:creationId xmlns:a16="http://schemas.microsoft.com/office/drawing/2014/main" id="{F2E9441A-6190-4B75-A742-9211554367FC}"/>
              </a:ext>
            </a:extLst>
          </p:cNvPr>
          <p:cNvSpPr txBox="1"/>
          <p:nvPr/>
        </p:nvSpPr>
        <p:spPr>
          <a:xfrm>
            <a:off x="1562100" y="263525"/>
            <a:ext cx="5889625" cy="753796"/>
          </a:xfrm>
          <a:prstGeom prst="rect">
            <a:avLst/>
          </a:prstGeom>
          <a:noFill/>
        </p:spPr>
        <p:txBody>
          <a:bodyPr>
            <a:spAutoFit/>
          </a:bodyPr>
          <a:lstStyle/>
          <a:p>
            <a:pPr>
              <a:defRPr/>
            </a:pPr>
            <a:r>
              <a:rPr lang="en-US" altLang="zh-CN" b="1" dirty="0">
                <a:solidFill>
                  <a:schemeClr val="bg2"/>
                </a:solidFill>
                <a:effectLst>
                  <a:outerShdw blurRad="38100" dist="38100" dir="2700000" algn="tl">
                    <a:srgbClr val="C0C0C0"/>
                  </a:outerShdw>
                </a:effectLst>
                <a:latin typeface="Times New Roman" panose="02020603050405020304" pitchFamily="18" charset="0"/>
              </a:rPr>
              <a:t>§2.3  </a:t>
            </a:r>
            <a:r>
              <a:rPr lang="zh-CN" altLang="en-US" b="1" dirty="0">
                <a:solidFill>
                  <a:schemeClr val="bg2"/>
                </a:solidFill>
                <a:effectLst>
                  <a:outerShdw blurRad="38100" dist="38100" dir="2700000" algn="tl">
                    <a:srgbClr val="C0C0C0"/>
                  </a:outerShdw>
                </a:effectLst>
                <a:latin typeface="Times New Roman" panose="02020603050405020304" pitchFamily="18" charset="0"/>
              </a:rPr>
              <a:t>数据库的体系结构</a:t>
            </a:r>
            <a:endParaRPr lang="zh-CN" altLang="en-US" dirty="0"/>
          </a:p>
        </p:txBody>
      </p:sp>
      <p:sp>
        <p:nvSpPr>
          <p:cNvPr id="32772" name="Rectangle 2">
            <a:extLst>
              <a:ext uri="{FF2B5EF4-FFF2-40B4-BE49-F238E27FC236}">
                <a16:creationId xmlns:a16="http://schemas.microsoft.com/office/drawing/2014/main" id="{744C2813-1142-45CA-8307-EAAFE1368A38}"/>
              </a:ext>
            </a:extLst>
          </p:cNvPr>
          <p:cNvSpPr>
            <a:spLocks noChangeArrowheads="1"/>
          </p:cNvSpPr>
          <p:nvPr/>
        </p:nvSpPr>
        <p:spPr bwMode="auto">
          <a:xfrm>
            <a:off x="242888" y="1316038"/>
            <a:ext cx="9144000" cy="798512"/>
          </a:xfrm>
          <a:prstGeom prst="rect">
            <a:avLst/>
          </a:prstGeom>
          <a:noFill/>
          <a:ln>
            <a:noFill/>
          </a:ln>
          <a:effec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lgn="just">
              <a:lnSpc>
                <a:spcPct val="200000"/>
              </a:lnSpc>
              <a:spcBef>
                <a:spcPct val="50000"/>
              </a:spcBef>
              <a:buClrTx/>
              <a:buSzTx/>
              <a:buFontTx/>
              <a:buNone/>
              <a:defRPr/>
            </a:pPr>
            <a:r>
              <a:rPr lang="zh-CN" altLang="en-US" sz="2800" b="1" dirty="0">
                <a:solidFill>
                  <a:schemeClr val="accent3">
                    <a:lumMod val="50000"/>
                  </a:schemeClr>
                </a:solidFill>
                <a:latin typeface="宋体" panose="02010600030101010101" pitchFamily="2" charset="-122"/>
              </a:rPr>
              <a:t>一、 三级模式结构</a:t>
            </a:r>
            <a:endParaRPr lang="zh-CN" altLang="en-US" sz="2800" b="1" dirty="0">
              <a:solidFill>
                <a:srgbClr val="800000"/>
              </a:solidFill>
              <a:latin typeface="宋体" panose="02010600030101010101" pitchFamily="2" charset="-122"/>
            </a:endParaRPr>
          </a:p>
        </p:txBody>
      </p:sp>
      <p:sp>
        <p:nvSpPr>
          <p:cNvPr id="5" name="Rectangle 2">
            <a:extLst>
              <a:ext uri="{FF2B5EF4-FFF2-40B4-BE49-F238E27FC236}">
                <a16:creationId xmlns:a16="http://schemas.microsoft.com/office/drawing/2014/main" id="{A50767DF-D070-4946-9627-40888C4EF158}"/>
              </a:ext>
            </a:extLst>
          </p:cNvPr>
          <p:cNvSpPr>
            <a:spLocks noChangeArrowheads="1"/>
          </p:cNvSpPr>
          <p:nvPr/>
        </p:nvSpPr>
        <p:spPr bwMode="auto">
          <a:xfrm>
            <a:off x="234950" y="2525713"/>
            <a:ext cx="9144000" cy="798512"/>
          </a:xfrm>
          <a:prstGeom prst="rect">
            <a:avLst/>
          </a:prstGeom>
          <a:noFill/>
          <a:ln>
            <a:noFill/>
          </a:ln>
          <a:effec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lgn="just">
              <a:lnSpc>
                <a:spcPct val="200000"/>
              </a:lnSpc>
              <a:spcBef>
                <a:spcPct val="50000"/>
              </a:spcBef>
              <a:buClrTx/>
              <a:buSzTx/>
              <a:buFontTx/>
              <a:buNone/>
              <a:defRPr/>
            </a:pPr>
            <a:r>
              <a:rPr lang="zh-CN" altLang="en-US" sz="2800" b="1" dirty="0">
                <a:solidFill>
                  <a:schemeClr val="accent3">
                    <a:lumMod val="50000"/>
                  </a:schemeClr>
                </a:solidFill>
                <a:latin typeface="宋体" panose="02010600030101010101" pitchFamily="2" charset="-122"/>
              </a:rPr>
              <a:t>二、 三级结构与两级映像</a:t>
            </a:r>
          </a:p>
        </p:txBody>
      </p:sp>
      <p:sp>
        <p:nvSpPr>
          <p:cNvPr id="6" name="Rectangle 2">
            <a:extLst>
              <a:ext uri="{FF2B5EF4-FFF2-40B4-BE49-F238E27FC236}">
                <a16:creationId xmlns:a16="http://schemas.microsoft.com/office/drawing/2014/main" id="{96E808CB-BC56-43BB-8149-A4BCF815381A}"/>
              </a:ext>
            </a:extLst>
          </p:cNvPr>
          <p:cNvSpPr>
            <a:spLocks noChangeArrowheads="1"/>
          </p:cNvSpPr>
          <p:nvPr/>
        </p:nvSpPr>
        <p:spPr bwMode="auto">
          <a:xfrm>
            <a:off x="258763" y="3644900"/>
            <a:ext cx="9144000" cy="798513"/>
          </a:xfrm>
          <a:prstGeom prst="rect">
            <a:avLst/>
          </a:prstGeom>
          <a:noFill/>
          <a:ln>
            <a:noFill/>
          </a:ln>
          <a:effec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lgn="just">
              <a:lnSpc>
                <a:spcPct val="200000"/>
              </a:lnSpc>
              <a:spcBef>
                <a:spcPct val="50000"/>
              </a:spcBef>
              <a:buClrTx/>
              <a:buSzTx/>
              <a:buFontTx/>
              <a:buNone/>
              <a:defRPr/>
            </a:pPr>
            <a:r>
              <a:rPr lang="zh-CN" altLang="en-US" sz="2800" b="1" dirty="0">
                <a:solidFill>
                  <a:schemeClr val="accent3">
                    <a:lumMod val="50000"/>
                  </a:schemeClr>
                </a:solidFill>
                <a:latin typeface="宋体" panose="02010600030101010101" pitchFamily="2" charset="-122"/>
              </a:rPr>
              <a:t>三、 两级数据独立性</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13">
            <a:extLst>
              <a:ext uri="{FF2B5EF4-FFF2-40B4-BE49-F238E27FC236}">
                <a16:creationId xmlns:a16="http://schemas.microsoft.com/office/drawing/2014/main" id="{35050741-C03E-904F-91F7-36EAB02EF0D2}"/>
              </a:ext>
            </a:extLst>
          </p:cNvPr>
          <p:cNvSpPr>
            <a:spLocks noChangeArrowheads="1"/>
          </p:cNvSpPr>
          <p:nvPr/>
        </p:nvSpPr>
        <p:spPr bwMode="auto">
          <a:xfrm>
            <a:off x="971550" y="3232150"/>
            <a:ext cx="5562600" cy="757238"/>
          </a:xfrm>
          <a:prstGeom prst="rect">
            <a:avLst/>
          </a:prstGeom>
          <a:pattFill prst="pct5">
            <a:fgClr>
              <a:srgbClr val="AAFFFF"/>
            </a:fgClr>
            <a:bgClr>
              <a:srgbClr val="0000FF"/>
            </a:bgClr>
          </a:pattFill>
          <a:ln w="9525">
            <a:solidFill>
              <a:srgbClr val="000000"/>
            </a:solidFill>
            <a:miter lim="800000"/>
            <a:headEnd/>
            <a:tailEnd/>
          </a:ln>
        </p:spPr>
        <p:txBody>
          <a:bodyPr/>
          <a:lstStyle>
            <a:lvl1pPr indent="609600">
              <a:spcBef>
                <a:spcPct val="20000"/>
              </a:spcBef>
              <a:buClr>
                <a:schemeClr val="accent2"/>
              </a:buClr>
              <a:buSzPct val="80000"/>
              <a:buFont typeface="Wingdings" panose="05000000000000000000" pitchFamily="2" charset="2"/>
              <a:buChar char="l"/>
              <a:defRPr kumimoji="1" sz="3200">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bg2"/>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bg2"/>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bg2"/>
                </a:solidFill>
                <a:latin typeface="Times New Roman" panose="02020603050405020304" pitchFamily="18" charset="0"/>
                <a:ea typeface="宋体" panose="02010600030101010101" pitchFamily="2" charset="-122"/>
              </a:defRPr>
            </a:lvl9pPr>
          </a:lstStyle>
          <a:p>
            <a:pPr marL="0" marR="0" lvl="0" indent="609600" algn="just" defTabSz="914400" rtl="0" eaLnBrk="0" fontAlgn="base" latinLnBrk="0" hangingPunct="1">
              <a:lnSpc>
                <a:spcPct val="100000"/>
              </a:lnSpc>
              <a:spcBef>
                <a:spcPct val="0"/>
              </a:spcBef>
              <a:spcAft>
                <a:spcPct val="0"/>
              </a:spcAft>
              <a:buClrTx/>
              <a:buSzTx/>
              <a:buFontTx/>
              <a:buNone/>
              <a:tabLst/>
              <a:defRPr/>
            </a:pPr>
            <a:endParaRPr kumimoji="1" lang="zh-CN" altLang="zh-CN" sz="28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a:sym typeface="Times New Roman"/>
            </a:endParaRPr>
          </a:p>
        </p:txBody>
      </p:sp>
      <p:sp>
        <p:nvSpPr>
          <p:cNvPr id="301" name="Line 15"/>
          <p:cNvSpPr/>
          <p:nvPr/>
        </p:nvSpPr>
        <p:spPr>
          <a:xfrm>
            <a:off x="1720850" y="2187575"/>
            <a:ext cx="484188" cy="1096964"/>
          </a:xfrm>
          <a:prstGeom prst="line">
            <a:avLst/>
          </a:prstGeom>
          <a:ln w="28575">
            <a:solidFill>
              <a:srgbClr val="000000"/>
            </a:solidFill>
          </a:ln>
        </p:spPr>
        <p:txBody>
          <a:bodyPr lIns="45719" rIns="45719"/>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sp>
        <p:nvSpPr>
          <p:cNvPr id="302" name="Line 17"/>
          <p:cNvSpPr/>
          <p:nvPr/>
        </p:nvSpPr>
        <p:spPr>
          <a:xfrm flipH="1">
            <a:off x="5786437" y="2187575"/>
            <a:ext cx="400051" cy="1096964"/>
          </a:xfrm>
          <a:prstGeom prst="line">
            <a:avLst/>
          </a:prstGeom>
          <a:ln w="28575">
            <a:solidFill>
              <a:srgbClr val="000000"/>
            </a:solidFill>
          </a:ln>
        </p:spPr>
        <p:txBody>
          <a:bodyPr lIns="45719" rIns="45719"/>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sp>
        <p:nvSpPr>
          <p:cNvPr id="303" name="Line 50"/>
          <p:cNvSpPr/>
          <p:nvPr/>
        </p:nvSpPr>
        <p:spPr>
          <a:xfrm>
            <a:off x="3994150" y="3505199"/>
            <a:ext cx="1589" cy="1652589"/>
          </a:xfrm>
          <a:prstGeom prst="line">
            <a:avLst/>
          </a:prstGeom>
          <a:ln w="28575">
            <a:solidFill>
              <a:srgbClr val="000000"/>
            </a:solidFill>
          </a:ln>
        </p:spPr>
        <p:txBody>
          <a:bodyPr lIns="45719" rIns="45719"/>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sp>
        <p:nvSpPr>
          <p:cNvPr id="304" name="Rectangle 45"/>
          <p:cNvSpPr txBox="1"/>
          <p:nvPr/>
        </p:nvSpPr>
        <p:spPr>
          <a:xfrm>
            <a:off x="-220981" y="677862"/>
            <a:ext cx="9585962" cy="49968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marL="0" marR="0" lvl="0" indent="304800" algn="just" defTabSz="914400" rtl="0" eaLnBrk="1" fontAlgn="auto" latinLnBrk="0" hangingPunct="0">
              <a:lnSpc>
                <a:spcPct val="180000"/>
              </a:lnSpc>
              <a:spcBef>
                <a:spcPts val="0"/>
              </a:spcBef>
              <a:spcAft>
                <a:spcPts val="0"/>
              </a:spcAft>
              <a:buClrTx/>
              <a:buSzTx/>
              <a:buFontTx/>
              <a:buNone/>
              <a:tabLst/>
              <a:defRPr sz="2000" b="1"/>
            </a:pPr>
            <a:r>
              <a:rPr kumimoji="0" sz="2000" b="1" i="0" u="none" strike="noStrike" kern="0" cap="none" spc="0" normalizeH="0" baseline="0" noProof="0" dirty="0">
                <a:ln>
                  <a:noFill/>
                </a:ln>
                <a:solidFill>
                  <a:srgbClr val="000000"/>
                </a:solidFill>
                <a:effectLst/>
                <a:uLnTx/>
                <a:uFillTx/>
                <a:latin typeface="Times New Roman"/>
                <a:cs typeface="Times New Roman"/>
                <a:sym typeface="Times New Roman"/>
              </a:rPr>
              <a:t>                    </a:t>
            </a:r>
            <a:r>
              <a:rPr kumimoji="0" sz="2000" b="0" i="0" u="none" strike="noStrike" kern="0" cap="none" spc="0" normalizeH="0" baseline="0" noProof="0" dirty="0">
                <a:ln>
                  <a:noFill/>
                </a:ln>
                <a:solidFill>
                  <a:srgbClr val="000000"/>
                </a:solidFill>
                <a:effectLst/>
                <a:uLnTx/>
                <a:uFillTx/>
                <a:latin typeface="SimSun"/>
                <a:ea typeface="SimSun"/>
                <a:cs typeface="SimSun"/>
                <a:sym typeface="SimSun"/>
              </a:rPr>
              <a:t>用户1      用户2    用户3       </a:t>
            </a:r>
            <a:r>
              <a:rPr kumimoji="0" sz="2000" b="0" i="0" u="none" strike="noStrike" kern="0" cap="none" spc="0" normalizeH="0" baseline="0" noProof="0" dirty="0" err="1">
                <a:ln>
                  <a:noFill/>
                </a:ln>
                <a:solidFill>
                  <a:srgbClr val="000000"/>
                </a:solidFill>
                <a:effectLst/>
                <a:uLnTx/>
                <a:uFillTx/>
                <a:latin typeface="SimSun"/>
                <a:ea typeface="SimSun"/>
                <a:cs typeface="SimSun"/>
                <a:sym typeface="SimSun"/>
              </a:rPr>
              <a:t>用户n</a:t>
            </a:r>
            <a:endParaRPr kumimoji="0" sz="3200" b="1" i="0" u="none" strike="noStrike" kern="0" cap="none" spc="0" normalizeH="0" baseline="0" noProof="0" dirty="0">
              <a:ln>
                <a:noFill/>
              </a:ln>
              <a:solidFill>
                <a:srgbClr val="000000"/>
              </a:solidFill>
              <a:effectLst/>
              <a:uLnTx/>
              <a:uFillTx/>
              <a:latin typeface="Times New Roman"/>
              <a:cs typeface="Times New Roman"/>
              <a:sym typeface="Times New Roman"/>
            </a:endParaRPr>
          </a:p>
          <a:p>
            <a:pPr marL="0" marR="0" lvl="0" indent="304800" algn="just" defTabSz="914400" rtl="0" eaLnBrk="1" fontAlgn="auto" latinLnBrk="0" hangingPunct="0">
              <a:lnSpc>
                <a:spcPct val="180000"/>
              </a:lnSpc>
              <a:spcBef>
                <a:spcPts val="0"/>
              </a:spcBef>
              <a:spcAft>
                <a:spcPts val="0"/>
              </a:spcAft>
              <a:buClrTx/>
              <a:buSzTx/>
              <a:buFontTx/>
              <a:buNone/>
              <a:tabLst/>
              <a:defRPr sz="2000" b="1">
                <a:solidFill>
                  <a:srgbClr val="006600"/>
                </a:solidFill>
              </a:defRPr>
            </a:pPr>
            <a:r>
              <a:rPr kumimoji="0" sz="2000" b="0" i="0" u="sng" strike="noStrike" kern="0" cap="none" spc="0" normalizeH="0" baseline="0" noProof="0" dirty="0">
                <a:ln>
                  <a:noFill/>
                </a:ln>
                <a:solidFill>
                  <a:srgbClr val="FF0033"/>
                </a:solidFill>
                <a:effectLst/>
                <a:uLnTx/>
                <a:uFill>
                  <a:solidFill>
                    <a:srgbClr val="FF0033"/>
                  </a:solidFill>
                </a:uFill>
                <a:latin typeface="SimSun"/>
                <a:ea typeface="SimSun"/>
                <a:cs typeface="SimSun"/>
                <a:sym typeface="SimSun"/>
                <a:hlinkClick r:id="rId3" action="ppaction://hlinksldjump"/>
              </a:rPr>
              <a:t>外模式</a:t>
            </a:r>
            <a:r>
              <a:rPr kumimoji="0" sz="2000" b="1" i="0" u="sng" strike="noStrike" kern="0" cap="none" spc="0" normalizeH="0" baseline="0" noProof="0" dirty="0">
                <a:ln>
                  <a:noFill/>
                </a:ln>
                <a:solidFill>
                  <a:srgbClr val="FF0033"/>
                </a:solidFill>
                <a:effectLst/>
                <a:uLnTx/>
                <a:uFill>
                  <a:solidFill>
                    <a:srgbClr val="FF0033"/>
                  </a:solidFill>
                </a:uFill>
                <a:latin typeface="Times New Roman"/>
                <a:cs typeface="Times New Roman"/>
                <a:sym typeface="Times New Roman"/>
                <a:hlinkClick r:id="rId4" action="ppaction://hlinksldjump"/>
              </a:rPr>
              <a:t> </a:t>
            </a:r>
            <a:r>
              <a:rPr kumimoji="0" sz="2000" b="1" i="0" u="none" strike="noStrike" kern="0" cap="none" spc="0" normalizeH="0" baseline="0" noProof="0" dirty="0">
                <a:ln>
                  <a:noFill/>
                </a:ln>
                <a:solidFill>
                  <a:srgbClr val="000000"/>
                </a:solidFill>
                <a:effectLst/>
                <a:uLnTx/>
                <a:uFillTx/>
                <a:latin typeface="Times New Roman"/>
                <a:cs typeface="Times New Roman"/>
                <a:sym typeface="Times New Roman"/>
              </a:rPr>
              <a:t>                                                                                               </a:t>
            </a:r>
            <a:r>
              <a:rPr kumimoji="0" sz="2000" b="0" i="0" u="none" strike="noStrike" kern="0" cap="none" spc="0" normalizeH="0" baseline="0" noProof="0" dirty="0" err="1">
                <a:ln>
                  <a:noFill/>
                </a:ln>
                <a:solidFill>
                  <a:srgbClr val="800000"/>
                </a:solidFill>
                <a:effectLst/>
                <a:uLnTx/>
                <a:uFillTx/>
                <a:latin typeface="SimSun"/>
                <a:ea typeface="SimSun"/>
                <a:cs typeface="SimSun"/>
                <a:sym typeface="SimSun"/>
              </a:rPr>
              <a:t>局部逻辑结构</a:t>
            </a:r>
            <a:r>
              <a:rPr kumimoji="0" sz="2000" b="1" i="0" u="none" strike="noStrike" kern="0" cap="none" spc="0" normalizeH="0" baseline="0" noProof="0" dirty="0">
                <a:ln>
                  <a:noFill/>
                </a:ln>
                <a:solidFill>
                  <a:srgbClr val="000000"/>
                </a:solidFill>
                <a:effectLst/>
                <a:uLnTx/>
                <a:uFillTx/>
                <a:latin typeface="Times New Roman"/>
                <a:cs typeface="Times New Roman"/>
                <a:sym typeface="Times New Roman"/>
              </a:rPr>
              <a:t> </a:t>
            </a:r>
            <a:endParaRPr kumimoji="0" sz="3200" b="1" i="0" u="none" strike="noStrike" kern="0" cap="none" spc="0" normalizeH="0" baseline="0" noProof="0" dirty="0">
              <a:ln>
                <a:noFill/>
              </a:ln>
              <a:solidFill>
                <a:srgbClr val="006600"/>
              </a:solidFill>
              <a:effectLst/>
              <a:uLnTx/>
              <a:uFillTx/>
              <a:latin typeface="Times New Roman"/>
              <a:cs typeface="Times New Roman"/>
              <a:sym typeface="Times New Roman"/>
            </a:endParaRPr>
          </a:p>
          <a:p>
            <a:pPr marL="0" marR="0" lvl="0" indent="304800" algn="just" defTabSz="914400" rtl="0" eaLnBrk="1" fontAlgn="auto" latinLnBrk="0" hangingPunct="0">
              <a:lnSpc>
                <a:spcPct val="180000"/>
              </a:lnSpc>
              <a:spcBef>
                <a:spcPts val="0"/>
              </a:spcBef>
              <a:spcAft>
                <a:spcPts val="0"/>
              </a:spcAft>
              <a:buClrTx/>
              <a:buSzTx/>
              <a:buFontTx/>
              <a:buNone/>
              <a:tabLst/>
              <a:defRPr sz="2000" b="1"/>
            </a:pPr>
            <a:r>
              <a:rPr kumimoji="0" sz="2000" b="1" i="0" u="none" strike="noStrike" kern="0" cap="none" spc="0" normalizeH="0" baseline="0" noProof="0" dirty="0">
                <a:ln>
                  <a:noFill/>
                </a:ln>
                <a:solidFill>
                  <a:srgbClr val="000000"/>
                </a:solidFill>
                <a:effectLst/>
                <a:uLnTx/>
                <a:uFillTx/>
                <a:latin typeface="Times New Roman"/>
                <a:cs typeface="Times New Roman"/>
                <a:sym typeface="Times New Roman"/>
              </a:rPr>
              <a:t>                                                                         </a:t>
            </a:r>
            <a:r>
              <a:rPr kumimoji="0" lang="zh-CN" altLang="en-US" sz="2000" b="1" i="0" u="none" strike="noStrike" kern="0" cap="none" spc="0" normalizeH="0" baseline="0" noProof="0" dirty="0">
                <a:ln>
                  <a:noFill/>
                </a:ln>
                <a:solidFill>
                  <a:srgbClr val="000000"/>
                </a:solidFill>
                <a:effectLst/>
                <a:uLnTx/>
                <a:uFillTx/>
                <a:latin typeface="Times New Roman"/>
                <a:cs typeface="Times New Roman"/>
                <a:sym typeface="Times New Roman"/>
              </a:rPr>
              <a:t>  </a:t>
            </a:r>
            <a:r>
              <a:rPr kumimoji="0" sz="2000" b="1" i="0" u="none" strike="noStrike" kern="0" cap="none" spc="0" normalizeH="0" baseline="0" noProof="0" dirty="0">
                <a:ln>
                  <a:noFill/>
                </a:ln>
                <a:solidFill>
                  <a:srgbClr val="000000"/>
                </a:solidFill>
                <a:effectLst/>
                <a:uLnTx/>
                <a:uFillTx/>
                <a:latin typeface="Times New Roman"/>
                <a:cs typeface="Times New Roman"/>
                <a:sym typeface="Times New Roman"/>
              </a:rPr>
              <a:t> …                                </a:t>
            </a:r>
            <a:r>
              <a:rPr kumimoji="0" sz="2000" b="0" i="0" u="none" strike="noStrike" kern="0" cap="none" spc="0" normalizeH="0" baseline="0" noProof="0" dirty="0" err="1">
                <a:ln>
                  <a:noFill/>
                </a:ln>
                <a:solidFill>
                  <a:srgbClr val="000000"/>
                </a:solidFill>
                <a:effectLst/>
                <a:uLnTx/>
                <a:uFillTx/>
                <a:latin typeface="SimSun"/>
                <a:ea typeface="SimSun"/>
                <a:cs typeface="SimSun"/>
                <a:sym typeface="SimSun"/>
              </a:rPr>
              <a:t>映像功能</a:t>
            </a:r>
            <a:endParaRPr kumimoji="0" sz="3200" b="1" i="0" u="none" strike="noStrike" kern="0" cap="none" spc="0" normalizeH="0" baseline="0" noProof="0" dirty="0">
              <a:ln>
                <a:noFill/>
              </a:ln>
              <a:solidFill>
                <a:srgbClr val="000000"/>
              </a:solidFill>
              <a:effectLst/>
              <a:uLnTx/>
              <a:uFillTx/>
              <a:latin typeface="Times New Roman"/>
              <a:cs typeface="Times New Roman"/>
              <a:sym typeface="Times New Roman"/>
            </a:endParaRPr>
          </a:p>
          <a:p>
            <a:pPr marL="0" marR="0" lvl="0" indent="304800" algn="just" defTabSz="914400" rtl="0" eaLnBrk="1" fontAlgn="auto" latinLnBrk="0" hangingPunct="0">
              <a:lnSpc>
                <a:spcPct val="180000"/>
              </a:lnSpc>
              <a:spcBef>
                <a:spcPts val="0"/>
              </a:spcBef>
              <a:spcAft>
                <a:spcPts val="0"/>
              </a:spcAft>
              <a:buClrTx/>
              <a:buSzTx/>
              <a:buFontTx/>
              <a:buNone/>
              <a:tabLst/>
              <a:defRPr sz="2000" b="1"/>
            </a:pPr>
            <a:r>
              <a:rPr kumimoji="0" sz="2000" b="1" i="0" u="none" strike="noStrike" kern="0" cap="none" spc="0" normalizeH="0" baseline="0" noProof="0" dirty="0">
                <a:ln>
                  <a:noFill/>
                </a:ln>
                <a:solidFill>
                  <a:srgbClr val="000000"/>
                </a:solidFill>
                <a:effectLst/>
                <a:uLnTx/>
                <a:uFillTx/>
                <a:latin typeface="Times New Roman"/>
                <a:cs typeface="Times New Roman"/>
                <a:sym typeface="Times New Roman"/>
              </a:rPr>
              <a:t>   </a:t>
            </a:r>
            <a:r>
              <a:rPr kumimoji="0" lang="zh-CN" altLang="en-US" sz="2000" b="1" i="0" u="none" strike="noStrike" kern="0" cap="none" spc="0" normalizeH="0" baseline="0" noProof="0" dirty="0">
                <a:ln>
                  <a:noFill/>
                </a:ln>
                <a:solidFill>
                  <a:srgbClr val="000000"/>
                </a:solidFill>
                <a:effectLst/>
                <a:uLnTx/>
                <a:uFillTx/>
                <a:latin typeface="Times New Roman"/>
                <a:cs typeface="Times New Roman"/>
                <a:sym typeface="Times New Roman"/>
              </a:rPr>
              <a:t>                                                                                                                                </a:t>
            </a:r>
            <a:endParaRPr kumimoji="0" lang="en-US" altLang="zh-CN" sz="2000" b="1" i="0" u="none" strike="noStrike" kern="0" cap="none" spc="0" normalizeH="0" baseline="0" noProof="0" dirty="0">
              <a:ln>
                <a:noFill/>
              </a:ln>
              <a:solidFill>
                <a:srgbClr val="000000"/>
              </a:solidFill>
              <a:effectLst/>
              <a:uLnTx/>
              <a:uFillTx/>
              <a:latin typeface="Times New Roman"/>
              <a:cs typeface="Times New Roman"/>
              <a:sym typeface="Times New Roman"/>
            </a:endParaRPr>
          </a:p>
          <a:p>
            <a:pPr marL="0" marR="0" lvl="0" indent="304800" algn="just" defTabSz="914400" rtl="0" eaLnBrk="1" fontAlgn="auto" latinLnBrk="0" hangingPunct="0">
              <a:lnSpc>
                <a:spcPct val="180000"/>
              </a:lnSpc>
              <a:spcBef>
                <a:spcPts val="0"/>
              </a:spcBef>
              <a:spcAft>
                <a:spcPts val="0"/>
              </a:spcAft>
              <a:buClrTx/>
              <a:buSzTx/>
              <a:buFontTx/>
              <a:buNone/>
              <a:tabLst/>
              <a:defRPr sz="2000" b="1"/>
            </a:pPr>
            <a:r>
              <a:rPr kumimoji="0" lang="en-US" sz="2000" b="0" i="0" u="none" strike="noStrike" kern="0" cap="none" spc="0" normalizeH="0" baseline="0" noProof="0" dirty="0">
                <a:ln>
                  <a:noFill/>
                </a:ln>
                <a:solidFill>
                  <a:srgbClr val="FF0066"/>
                </a:solidFill>
                <a:effectLst/>
                <a:uLnTx/>
                <a:uFillTx/>
                <a:latin typeface="SimSun"/>
                <a:ea typeface="SimSun"/>
                <a:cs typeface="SimSun"/>
                <a:sym typeface="SimSun"/>
              </a:rPr>
              <a:t> </a:t>
            </a:r>
            <a:r>
              <a:rPr kumimoji="0" sz="2000" b="0" i="0" u="none" strike="noStrike" kern="0" cap="none" spc="0" normalizeH="0" baseline="0" noProof="0" dirty="0" err="1">
                <a:ln>
                  <a:noFill/>
                </a:ln>
                <a:solidFill>
                  <a:srgbClr val="FF0066"/>
                </a:solidFill>
                <a:effectLst/>
                <a:uLnTx/>
                <a:uFillTx/>
                <a:latin typeface="SimSun"/>
                <a:ea typeface="SimSun"/>
                <a:cs typeface="SimSun"/>
                <a:sym typeface="SimSun"/>
              </a:rPr>
              <a:t>概念</a:t>
            </a:r>
            <a:r>
              <a:rPr kumimoji="0" lang="en-US" sz="2000" b="0" i="0" u="none" strike="noStrike" kern="0" cap="none" spc="0" normalizeH="0" baseline="0" noProof="0" dirty="0">
                <a:ln>
                  <a:noFill/>
                </a:ln>
                <a:solidFill>
                  <a:srgbClr val="FF0066"/>
                </a:solidFill>
                <a:effectLst/>
                <a:uLnTx/>
                <a:uFillTx/>
                <a:latin typeface="SimSun"/>
                <a:ea typeface="SimSun"/>
                <a:cs typeface="SimSun"/>
                <a:sym typeface="SimSun"/>
              </a:rPr>
              <a:t>                              </a:t>
            </a:r>
            <a:r>
              <a:rPr kumimoji="0" sz="2000" b="0" i="0" u="none" strike="noStrike" kern="0" cap="none" spc="0" normalizeH="0" baseline="0" noProof="0" dirty="0">
                <a:ln>
                  <a:noFill/>
                </a:ln>
                <a:solidFill>
                  <a:srgbClr val="000000"/>
                </a:solidFill>
                <a:effectLst/>
                <a:uLnTx/>
                <a:uFillTx/>
                <a:latin typeface="SimSun"/>
                <a:ea typeface="SimSun"/>
                <a:cs typeface="SimSun"/>
                <a:sym typeface="SimSun"/>
              </a:rPr>
              <a:t>      </a:t>
            </a:r>
            <a:r>
              <a:rPr kumimoji="0" lang="zh-CN" altLang="en-US" sz="2000" b="0" i="0" u="none" strike="noStrike" kern="0" cap="none" spc="0" normalizeH="0" baseline="0" noProof="0" dirty="0">
                <a:ln>
                  <a:noFill/>
                </a:ln>
                <a:solidFill>
                  <a:srgbClr val="000000"/>
                </a:solidFill>
                <a:effectLst/>
                <a:uLnTx/>
                <a:uFillTx/>
                <a:latin typeface="SimSun"/>
                <a:ea typeface="SimSun"/>
                <a:cs typeface="SimSun"/>
                <a:sym typeface="SimSun"/>
              </a:rPr>
              <a:t>    </a:t>
            </a:r>
            <a:r>
              <a:rPr kumimoji="0" lang="en-US" altLang="zh-CN" sz="2000" b="1" i="0" u="none" strike="noStrike" kern="0" cap="none" spc="0" normalizeH="0" baseline="0" noProof="0" dirty="0">
                <a:ln>
                  <a:noFill/>
                </a:ln>
                <a:solidFill>
                  <a:srgbClr val="000000"/>
                </a:solidFill>
                <a:effectLst/>
                <a:uLnTx/>
                <a:uFillTx/>
                <a:latin typeface="SimSun"/>
                <a:ea typeface="SimSun"/>
                <a:cs typeface="SimSun"/>
                <a:sym typeface="SimSun"/>
              </a:rPr>
              <a:t>     </a:t>
            </a:r>
            <a:r>
              <a:rPr kumimoji="0" sz="2000" b="0" i="0" u="none" strike="noStrike" kern="0" cap="none" spc="0" normalizeH="0" baseline="0" noProof="0" dirty="0">
                <a:ln>
                  <a:noFill/>
                </a:ln>
                <a:solidFill>
                  <a:srgbClr val="000000"/>
                </a:solidFill>
                <a:effectLst/>
                <a:uLnTx/>
                <a:uFillTx/>
                <a:latin typeface="SimSun"/>
                <a:ea typeface="SimSun"/>
                <a:cs typeface="SimSun"/>
                <a:sym typeface="SimSun"/>
              </a:rPr>
              <a:t>（</a:t>
            </a:r>
            <a:r>
              <a:rPr kumimoji="0" sz="2000" b="0" i="0" u="none" strike="noStrike" kern="0" cap="none" spc="0" normalizeH="0" baseline="0" noProof="0" dirty="0" err="1">
                <a:ln>
                  <a:noFill/>
                </a:ln>
                <a:solidFill>
                  <a:srgbClr val="000099"/>
                </a:solidFill>
                <a:effectLst/>
                <a:uLnTx/>
                <a:uFillTx/>
                <a:latin typeface="SimSun"/>
                <a:ea typeface="SimSun"/>
                <a:cs typeface="SimSun"/>
                <a:sym typeface="SimSun"/>
              </a:rPr>
              <a:t>逻辑数据独立性</a:t>
            </a:r>
            <a:r>
              <a:rPr kumimoji="0" sz="2000" b="0" i="0" u="none" strike="noStrike" kern="0" cap="none" spc="0" normalizeH="0" baseline="0" noProof="0" dirty="0">
                <a:ln>
                  <a:noFill/>
                </a:ln>
                <a:solidFill>
                  <a:srgbClr val="000000"/>
                </a:solidFill>
                <a:effectLst/>
                <a:uLnTx/>
                <a:uFillTx/>
                <a:latin typeface="SimSun"/>
                <a:ea typeface="SimSun"/>
                <a:cs typeface="SimSun"/>
                <a:sym typeface="SimSun"/>
              </a:rPr>
              <a:t>）</a:t>
            </a:r>
            <a:endParaRPr kumimoji="0" lang="zh-CN" altLang="en-US" sz="3200" b="1" i="0" u="none" strike="noStrike" kern="0" cap="none" spc="0" normalizeH="0" baseline="0" noProof="0" dirty="0">
              <a:ln>
                <a:noFill/>
              </a:ln>
              <a:solidFill>
                <a:srgbClr val="000000"/>
              </a:solidFill>
              <a:effectLst/>
              <a:uLnTx/>
              <a:uFillTx/>
              <a:latin typeface="Times New Roman"/>
              <a:cs typeface="Times New Roman"/>
              <a:sym typeface="Times New Roman"/>
            </a:endParaRPr>
          </a:p>
          <a:p>
            <a:pPr marL="0" marR="0" lvl="0" indent="304800" algn="just" defTabSz="914400" rtl="0" eaLnBrk="1" fontAlgn="auto" latinLnBrk="0" hangingPunct="0">
              <a:lnSpc>
                <a:spcPct val="180000"/>
              </a:lnSpc>
              <a:spcBef>
                <a:spcPts val="0"/>
              </a:spcBef>
              <a:spcAft>
                <a:spcPts val="0"/>
              </a:spcAft>
              <a:buClrTx/>
              <a:buSzTx/>
              <a:buFontTx/>
              <a:buNone/>
              <a:tabLst/>
              <a:defRPr sz="2000" b="1">
                <a:solidFill>
                  <a:srgbClr val="990033"/>
                </a:solidFill>
              </a:defRPr>
            </a:pPr>
            <a:r>
              <a:rPr kumimoji="0" lang="en-US" sz="2000" b="0" i="0" u="sng" strike="noStrike" kern="0" cap="none" spc="0" normalizeH="0" baseline="0" noProof="0" dirty="0">
                <a:ln>
                  <a:noFill/>
                </a:ln>
                <a:solidFill>
                  <a:srgbClr val="FF0033"/>
                </a:solidFill>
                <a:effectLst/>
                <a:uLnTx/>
                <a:uFill>
                  <a:solidFill>
                    <a:srgbClr val="FF0033"/>
                  </a:solidFill>
                </a:uFill>
                <a:latin typeface="SimSun"/>
                <a:ea typeface="SimSun"/>
                <a:cs typeface="SimSun"/>
                <a:sym typeface="SimSun"/>
                <a:hlinkClick r:id="rId5" action="ppaction://hlinksldjump"/>
              </a:rPr>
              <a:t> </a:t>
            </a:r>
            <a:r>
              <a:rPr kumimoji="0" lang="zh-CN" altLang="en-US" sz="2000" b="0" i="0" u="sng" strike="noStrike" kern="0" cap="none" spc="0" normalizeH="0" baseline="0" noProof="0" dirty="0">
                <a:ln>
                  <a:noFill/>
                </a:ln>
                <a:solidFill>
                  <a:srgbClr val="FF0033"/>
                </a:solidFill>
                <a:effectLst/>
                <a:uLnTx/>
                <a:uFill>
                  <a:solidFill>
                    <a:srgbClr val="FF0033"/>
                  </a:solidFill>
                </a:uFill>
                <a:latin typeface="SimSun"/>
                <a:ea typeface="SimSun"/>
                <a:cs typeface="SimSun"/>
                <a:sym typeface="SimSun"/>
                <a:hlinkClick r:id="rId5" action="ppaction://hlinksldjump"/>
              </a:rPr>
              <a:t>模式</a:t>
            </a:r>
            <a:r>
              <a:rPr kumimoji="0" lang="zh-CN" altLang="en-US" sz="2000" b="1" i="0" u="none" strike="noStrike" kern="0" cap="none" spc="0" normalizeH="0" baseline="0" noProof="0" dirty="0">
                <a:ln>
                  <a:noFill/>
                </a:ln>
                <a:solidFill>
                  <a:srgbClr val="990033"/>
                </a:solidFill>
                <a:effectLst/>
                <a:uLnTx/>
                <a:uFillTx/>
                <a:latin typeface="Times New Roman"/>
                <a:cs typeface="Times New Roman"/>
                <a:sym typeface="Times New Roman"/>
              </a:rPr>
              <a:t>                                                                                            </a:t>
            </a:r>
            <a:r>
              <a:rPr kumimoji="0" lang="zh-CN" altLang="en-US" sz="2000" b="0" i="0" u="none" strike="noStrike" kern="0" cap="none" spc="0" normalizeH="0" baseline="0" noProof="0" dirty="0">
                <a:ln>
                  <a:noFill/>
                </a:ln>
                <a:solidFill>
                  <a:srgbClr val="990033"/>
                </a:solidFill>
                <a:effectLst/>
                <a:uLnTx/>
                <a:uFillTx/>
                <a:latin typeface="SimSun"/>
                <a:ea typeface="SimSun"/>
                <a:cs typeface="SimSun"/>
                <a:sym typeface="SimSun"/>
              </a:rPr>
              <a:t>数据库的整体逻辑结构</a:t>
            </a:r>
          </a:p>
          <a:p>
            <a:pPr marL="0" marR="0" lvl="0" indent="304800" algn="just" defTabSz="914400" rtl="0" eaLnBrk="1" fontAlgn="auto" latinLnBrk="0" hangingPunct="0">
              <a:lnSpc>
                <a:spcPct val="180000"/>
              </a:lnSpc>
              <a:spcBef>
                <a:spcPts val="0"/>
              </a:spcBef>
              <a:spcAft>
                <a:spcPts val="0"/>
              </a:spcAft>
              <a:buClrTx/>
              <a:buSzTx/>
              <a:buFontTx/>
              <a:buNone/>
              <a:tabLst/>
              <a:defRPr sz="2000" b="1">
                <a:solidFill>
                  <a:srgbClr val="990033"/>
                </a:solidFill>
              </a:defRPr>
            </a:pPr>
            <a:r>
              <a:rPr kumimoji="0" sz="2000" b="1" i="0" u="none" strike="noStrike" kern="0" cap="none" spc="0" normalizeH="0" baseline="0" noProof="0" dirty="0">
                <a:ln>
                  <a:noFill/>
                </a:ln>
                <a:solidFill>
                  <a:srgbClr val="990033"/>
                </a:solidFill>
                <a:effectLst/>
                <a:uLnTx/>
                <a:uFillTx/>
                <a:latin typeface="Times New Roman"/>
                <a:cs typeface="Times New Roman"/>
                <a:sym typeface="Times New Roman"/>
              </a:rPr>
              <a:t> </a:t>
            </a:r>
            <a:r>
              <a:rPr kumimoji="0" sz="2000" b="1" i="0" u="none" strike="noStrike" kern="0" cap="none" spc="0" normalizeH="0" baseline="0" noProof="0" dirty="0">
                <a:ln>
                  <a:noFill/>
                </a:ln>
                <a:solidFill>
                  <a:srgbClr val="000000"/>
                </a:solidFill>
                <a:effectLst/>
                <a:uLnTx/>
                <a:uFillTx/>
                <a:latin typeface="Times New Roman"/>
                <a:cs typeface="Times New Roman"/>
                <a:sym typeface="Times New Roman"/>
              </a:rPr>
              <a:t>  </a:t>
            </a:r>
            <a:r>
              <a:rPr kumimoji="0" lang="zh-CN" altLang="en-US" sz="2000" b="1" i="0" u="none" strike="noStrike" kern="0" cap="none" spc="0" normalizeH="0" baseline="0" noProof="0" dirty="0">
                <a:ln>
                  <a:noFill/>
                </a:ln>
                <a:solidFill>
                  <a:srgbClr val="000000"/>
                </a:solidFill>
                <a:effectLst/>
                <a:uLnTx/>
                <a:uFillTx/>
                <a:latin typeface="Times New Roman"/>
                <a:cs typeface="Times New Roman"/>
                <a:sym typeface="Times New Roman"/>
              </a:rPr>
              <a:t> </a:t>
            </a:r>
            <a:r>
              <a:rPr kumimoji="0" sz="2000" b="1" i="0" u="none" strike="noStrike" kern="0" cap="none" spc="0" normalizeH="0" baseline="0" noProof="0" dirty="0">
                <a:ln>
                  <a:noFill/>
                </a:ln>
                <a:solidFill>
                  <a:srgbClr val="000000"/>
                </a:solidFill>
                <a:effectLst/>
                <a:uLnTx/>
                <a:uFillTx/>
                <a:latin typeface="Times New Roman"/>
                <a:cs typeface="Times New Roman"/>
                <a:sym typeface="Times New Roman"/>
              </a:rPr>
              <a:t>                                                                     …                                  </a:t>
            </a:r>
            <a:r>
              <a:rPr kumimoji="0" sz="2000" b="0" i="0" u="none" strike="noStrike" kern="0" cap="none" spc="0" normalizeH="0" baseline="0" noProof="0" dirty="0" err="1">
                <a:ln>
                  <a:noFill/>
                </a:ln>
                <a:solidFill>
                  <a:srgbClr val="000000"/>
                </a:solidFill>
                <a:effectLst/>
                <a:uLnTx/>
                <a:uFillTx/>
                <a:latin typeface="SimSun"/>
                <a:ea typeface="SimSun"/>
                <a:cs typeface="SimSun"/>
                <a:sym typeface="SimSun"/>
              </a:rPr>
              <a:t>映像功能</a:t>
            </a:r>
            <a:endParaRPr kumimoji="0" sz="3200" b="1" i="0" u="none" strike="noStrike" kern="0" cap="none" spc="0" normalizeH="0" baseline="0" noProof="0" dirty="0">
              <a:ln>
                <a:noFill/>
              </a:ln>
              <a:solidFill>
                <a:srgbClr val="990033"/>
              </a:solidFill>
              <a:effectLst/>
              <a:uLnTx/>
              <a:uFillTx/>
              <a:latin typeface="Times New Roman"/>
              <a:cs typeface="Times New Roman"/>
              <a:sym typeface="Times New Roman"/>
            </a:endParaRPr>
          </a:p>
          <a:p>
            <a:pPr marL="0" marR="0" lvl="0" indent="304800" algn="just" defTabSz="914400" rtl="0" eaLnBrk="1" fontAlgn="auto" latinLnBrk="0" hangingPunct="0">
              <a:lnSpc>
                <a:spcPct val="180000"/>
              </a:lnSpc>
              <a:spcBef>
                <a:spcPts val="0"/>
              </a:spcBef>
              <a:spcAft>
                <a:spcPts val="0"/>
              </a:spcAft>
              <a:buClrTx/>
              <a:buSzTx/>
              <a:buFontTx/>
              <a:buNone/>
              <a:tabLst/>
              <a:defRPr sz="2000" b="1"/>
            </a:pPr>
            <a:r>
              <a:rPr kumimoji="0" lang="zh-CN" altLang="en-US" sz="2000" b="1" i="0" u="none" strike="noStrike" kern="0" cap="none" spc="0" normalizeH="0" baseline="0" noProof="0" dirty="0">
                <a:ln>
                  <a:noFill/>
                </a:ln>
                <a:solidFill>
                  <a:srgbClr val="000000"/>
                </a:solidFill>
                <a:effectLst/>
                <a:uLnTx/>
                <a:uFillTx/>
                <a:latin typeface="Times New Roman"/>
                <a:cs typeface="Times New Roman"/>
                <a:sym typeface="Times New Roman"/>
              </a:rPr>
              <a:t>  </a:t>
            </a:r>
            <a:r>
              <a:rPr kumimoji="0" sz="2000" b="1" i="0" u="none" strike="noStrike" kern="0" cap="none" spc="0" normalizeH="0" baseline="0" noProof="0" dirty="0">
                <a:ln>
                  <a:noFill/>
                </a:ln>
                <a:solidFill>
                  <a:srgbClr val="000000"/>
                </a:solidFill>
                <a:effectLst/>
                <a:uLnTx/>
                <a:uFillTx/>
                <a:latin typeface="Times New Roman"/>
                <a:cs typeface="Times New Roman"/>
                <a:sym typeface="Times New Roman"/>
              </a:rPr>
              <a:t>                                                         </a:t>
            </a:r>
            <a:r>
              <a:rPr kumimoji="0" sz="2000" b="0" i="0" u="none" strike="noStrike" kern="0" cap="none" spc="0" normalizeH="0" baseline="0" noProof="0" dirty="0">
                <a:ln>
                  <a:noFill/>
                </a:ln>
                <a:solidFill>
                  <a:srgbClr val="000000"/>
                </a:solidFill>
                <a:effectLst/>
                <a:uLnTx/>
                <a:uFillTx/>
                <a:latin typeface="SimSun"/>
                <a:ea typeface="SimSun"/>
                <a:cs typeface="SimSun"/>
                <a:sym typeface="SimSun"/>
              </a:rPr>
              <a:t>  </a:t>
            </a:r>
            <a:r>
              <a:rPr kumimoji="0" sz="2000" b="1" i="0" u="none" strike="noStrike" kern="0" cap="none" spc="0" normalizeH="0" baseline="0" noProof="0" dirty="0">
                <a:ln>
                  <a:noFill/>
                </a:ln>
                <a:solidFill>
                  <a:srgbClr val="000000"/>
                </a:solidFill>
                <a:effectLst/>
                <a:uLnTx/>
                <a:uFillTx/>
                <a:latin typeface="Times New Roman"/>
                <a:cs typeface="Times New Roman"/>
                <a:sym typeface="Times New Roman"/>
              </a:rPr>
              <a:t>                                         </a:t>
            </a:r>
            <a:r>
              <a:rPr kumimoji="0" sz="2000" b="0" i="0" u="none" strike="noStrike" kern="0" cap="none" spc="0" normalizeH="0" baseline="0" noProof="0" dirty="0">
                <a:ln>
                  <a:noFill/>
                </a:ln>
                <a:solidFill>
                  <a:srgbClr val="000000"/>
                </a:solidFill>
                <a:effectLst/>
                <a:uLnTx/>
                <a:uFillTx/>
                <a:latin typeface="SimSun"/>
                <a:ea typeface="SimSun"/>
                <a:cs typeface="SimSun"/>
                <a:sym typeface="SimSun"/>
              </a:rPr>
              <a:t>（</a:t>
            </a:r>
            <a:r>
              <a:rPr kumimoji="0" sz="2000" b="0" i="0" u="none" strike="noStrike" kern="0" cap="none" spc="0" normalizeH="0" baseline="0" noProof="0" dirty="0" err="1">
                <a:ln>
                  <a:noFill/>
                </a:ln>
                <a:solidFill>
                  <a:srgbClr val="000099"/>
                </a:solidFill>
                <a:effectLst/>
                <a:uLnTx/>
                <a:uFillTx/>
                <a:latin typeface="SimSun"/>
                <a:ea typeface="SimSun"/>
                <a:cs typeface="SimSun"/>
                <a:sym typeface="SimSun"/>
              </a:rPr>
              <a:t>物理数据独立性</a:t>
            </a:r>
            <a:r>
              <a:rPr kumimoji="0" lang="zh-CN" altLang="en-US" sz="2000" b="0" i="0" u="none" strike="noStrike" kern="0" cap="none" spc="0" normalizeH="0" baseline="0" noProof="0" dirty="0">
                <a:ln>
                  <a:noFill/>
                </a:ln>
                <a:solidFill>
                  <a:srgbClr val="000000"/>
                </a:solidFill>
                <a:effectLst/>
                <a:uLnTx/>
                <a:uFillTx/>
                <a:latin typeface="SimSun"/>
                <a:ea typeface="SimSun"/>
                <a:cs typeface="SimSun"/>
                <a:sym typeface="SimSun"/>
              </a:rPr>
              <a:t>）</a:t>
            </a:r>
            <a:endParaRPr kumimoji="0" lang="zh-CN" altLang="en-US" sz="3200" b="1" i="0" u="none" strike="noStrike" kern="0" cap="none" spc="0" normalizeH="0" baseline="0" noProof="0" dirty="0">
              <a:ln>
                <a:noFill/>
              </a:ln>
              <a:solidFill>
                <a:srgbClr val="000000"/>
              </a:solidFill>
              <a:effectLst/>
              <a:uLnTx/>
              <a:uFillTx/>
              <a:latin typeface="Times New Roman"/>
              <a:cs typeface="Times New Roman"/>
              <a:sym typeface="Times New Roman"/>
            </a:endParaRPr>
          </a:p>
          <a:p>
            <a:pPr marL="0" marR="0" lvl="0" indent="304800" algn="just" defTabSz="914400" rtl="0" eaLnBrk="1" fontAlgn="auto" latinLnBrk="0" hangingPunct="0">
              <a:lnSpc>
                <a:spcPct val="180000"/>
              </a:lnSpc>
              <a:spcBef>
                <a:spcPts val="0"/>
              </a:spcBef>
              <a:spcAft>
                <a:spcPts val="0"/>
              </a:spcAft>
              <a:buClrTx/>
              <a:buSzTx/>
              <a:buFontTx/>
              <a:buNone/>
              <a:tabLst/>
              <a:defRPr sz="2000" b="1">
                <a:solidFill>
                  <a:srgbClr val="990033"/>
                </a:solidFill>
              </a:defRPr>
            </a:pPr>
            <a:r>
              <a:rPr kumimoji="0" lang="zh-CN" altLang="en-US" sz="2000" b="0" i="0" u="sng" strike="noStrike" kern="0" cap="none" spc="0" normalizeH="0" baseline="0" noProof="0" dirty="0">
                <a:ln>
                  <a:noFill/>
                </a:ln>
                <a:solidFill>
                  <a:srgbClr val="FF0033"/>
                </a:solidFill>
                <a:effectLst/>
                <a:uLnTx/>
                <a:uFill>
                  <a:solidFill>
                    <a:srgbClr val="FF0033"/>
                  </a:solidFill>
                </a:uFill>
                <a:latin typeface="SimSun"/>
                <a:ea typeface="SimSun"/>
                <a:cs typeface="SimSun"/>
                <a:sym typeface="SimSun"/>
                <a:hlinkClick r:id="rId6" action="ppaction://hlinksldjump"/>
              </a:rPr>
              <a:t>内模式</a:t>
            </a:r>
            <a:r>
              <a:rPr kumimoji="0" lang="zh-CN" altLang="en-US" sz="2000" b="1" i="0" u="none" strike="noStrike" kern="0" cap="none" spc="0" normalizeH="0" baseline="0" noProof="0" dirty="0">
                <a:ln>
                  <a:noFill/>
                </a:ln>
                <a:solidFill>
                  <a:srgbClr val="000000"/>
                </a:solidFill>
                <a:effectLst/>
                <a:uLnTx/>
                <a:uFillTx/>
                <a:latin typeface="Times New Roman"/>
                <a:cs typeface="Times New Roman"/>
                <a:sym typeface="Times New Roman"/>
              </a:rPr>
              <a:t>                                                                                            </a:t>
            </a:r>
            <a:r>
              <a:rPr kumimoji="0" lang="zh-CN" altLang="en-US" sz="2000" b="0" i="0" u="none" strike="noStrike" kern="0" cap="none" spc="0" normalizeH="0" baseline="0" noProof="0" dirty="0">
                <a:ln>
                  <a:noFill/>
                </a:ln>
                <a:solidFill>
                  <a:srgbClr val="800000"/>
                </a:solidFill>
                <a:effectLst/>
                <a:uLnTx/>
                <a:uFillTx/>
                <a:latin typeface="SimSun"/>
                <a:ea typeface="SimSun"/>
                <a:cs typeface="SimSun"/>
                <a:sym typeface="SimSun"/>
              </a:rPr>
              <a:t>数据库的物理结构</a:t>
            </a:r>
            <a:endParaRPr kumimoji="0" lang="zh-CN" altLang="en-US" sz="3200" b="1" i="0" u="none" strike="noStrike" kern="0" cap="none" spc="0" normalizeH="0" baseline="0" noProof="0" dirty="0">
              <a:ln>
                <a:noFill/>
              </a:ln>
              <a:solidFill>
                <a:srgbClr val="990033"/>
              </a:solidFill>
              <a:effectLst/>
              <a:uLnTx/>
              <a:uFillTx/>
              <a:latin typeface="Times New Roman"/>
              <a:cs typeface="Times New Roman"/>
              <a:sym typeface="Times New Roman"/>
            </a:endParaRPr>
          </a:p>
        </p:txBody>
      </p:sp>
      <p:sp>
        <p:nvSpPr>
          <p:cNvPr id="305" name="Text Box 11"/>
          <p:cNvSpPr/>
          <p:nvPr/>
        </p:nvSpPr>
        <p:spPr>
          <a:xfrm>
            <a:off x="5786437" y="1749425"/>
            <a:ext cx="1011238" cy="452438"/>
          </a:xfrm>
          <a:prstGeom prst="rect">
            <a:avLst/>
          </a:prstGeom>
          <a:blipFill>
            <a:blip r:embed="rId7"/>
          </a:blipFill>
          <a:ln>
            <a:solidFill>
              <a:srgbClr val="000000"/>
            </a:solidFill>
            <a:miter/>
          </a:ln>
        </p:spPr>
        <p:txBody>
          <a:bodyPr lIns="45719" rIns="45719"/>
          <a:lstStyle/>
          <a:p>
            <a:pPr marL="0" marR="0" lvl="0" indent="0" algn="just" defTabSz="914400" rtl="0" eaLnBrk="1" fontAlgn="auto" latinLnBrk="0" hangingPunct="0">
              <a:lnSpc>
                <a:spcPct val="180000"/>
              </a:lnSpc>
              <a:spcBef>
                <a:spcPts val="0"/>
              </a:spcBef>
              <a:spcAft>
                <a:spcPts val="0"/>
              </a:spcAft>
              <a:buClrTx/>
              <a:buSzTx/>
              <a:buFontTx/>
              <a:buNone/>
              <a:tabLst/>
              <a:defRPr sz="1000">
                <a:solidFill>
                  <a:srgbClr val="FFFFFF"/>
                </a:solidFill>
              </a:defRPr>
            </a:pPr>
            <a:endParaRPr kumimoji="0" sz="10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grpSp>
        <p:nvGrpSpPr>
          <p:cNvPr id="311" name="AutoShape 14"/>
          <p:cNvGrpSpPr/>
          <p:nvPr/>
        </p:nvGrpSpPr>
        <p:grpSpPr>
          <a:xfrm>
            <a:off x="3182937" y="5159375"/>
            <a:ext cx="1622428" cy="1009651"/>
            <a:chOff x="-1" y="0"/>
            <a:chExt cx="1622427" cy="1009650"/>
          </a:xfrm>
        </p:grpSpPr>
        <p:grpSp>
          <p:nvGrpSpPr>
            <p:cNvPr id="309" name="成组"/>
            <p:cNvGrpSpPr/>
            <p:nvPr/>
          </p:nvGrpSpPr>
          <p:grpSpPr>
            <a:xfrm>
              <a:off x="-2" y="0"/>
              <a:ext cx="1622429" cy="1009651"/>
              <a:chOff x="-1" y="0"/>
              <a:chExt cx="1622427" cy="1009650"/>
            </a:xfrm>
          </p:grpSpPr>
          <p:sp>
            <p:nvSpPr>
              <p:cNvPr id="307" name="形状"/>
              <p:cNvSpPr/>
              <p:nvPr/>
            </p:nvSpPr>
            <p:spPr>
              <a:xfrm>
                <a:off x="-2" y="0"/>
                <a:ext cx="1622429" cy="1009651"/>
              </a:xfrm>
              <a:custGeom>
                <a:avLst/>
                <a:gdLst/>
                <a:ahLst/>
                <a:cxnLst>
                  <a:cxn ang="0">
                    <a:pos x="wd2" y="hd2"/>
                  </a:cxn>
                  <a:cxn ang="5400000">
                    <a:pos x="wd2" y="hd2"/>
                  </a:cxn>
                  <a:cxn ang="10800000">
                    <a:pos x="wd2" y="hd2"/>
                  </a:cxn>
                  <a:cxn ang="16200000">
                    <a:pos x="wd2" y="hd2"/>
                  </a:cxn>
                </a:cxnLst>
                <a:rect l="0" t="0" r="r" b="b"/>
                <a:pathLst>
                  <a:path w="21600" h="21600" extrusionOk="0">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gradFill flip="none" rotWithShape="1">
                <a:gsLst>
                  <a:gs pos="0">
                    <a:srgbClr val="FFFFFF"/>
                  </a:gs>
                  <a:gs pos="50000">
                    <a:srgbClr val="767676"/>
                  </a:gs>
                  <a:gs pos="100000">
                    <a:srgbClr val="FFFFFF"/>
                  </a:gs>
                </a:gsLst>
                <a:lin ang="5400000" scaled="0"/>
              </a:gradFill>
              <a:ln w="12700" cap="flat">
                <a:noFill/>
                <a:miter lim="400000"/>
              </a:ln>
              <a:effectLst/>
            </p:spPr>
            <p:txBody>
              <a:bodyPr wrap="square" lIns="45719" tIns="45719" rIns="45719" bIns="45719" numCol="1" anchor="t">
                <a:noAutofit/>
              </a:bodyPr>
              <a:lstStyle/>
              <a:p>
                <a:pPr marL="0" marR="0" lvl="0" indent="609600" algn="just" defTabSz="914400" rtl="0" eaLnBrk="1" fontAlgn="auto" latinLnBrk="0" hangingPunct="0">
                  <a:lnSpc>
                    <a:spcPct val="180000"/>
                  </a:lnSpc>
                  <a:spcBef>
                    <a:spcPts val="0"/>
                  </a:spcBef>
                  <a:spcAft>
                    <a:spcPts val="0"/>
                  </a:spcAft>
                  <a:buClrTx/>
                  <a:buSzTx/>
                  <a:buFontTx/>
                  <a:buNone/>
                  <a:tabLst/>
                  <a:defRPr>
                    <a:latin typeface="SimSun"/>
                    <a:ea typeface="SimSun"/>
                    <a:cs typeface="SimSun"/>
                    <a:sym typeface="SimSun"/>
                  </a:defRPr>
                </a:pPr>
                <a:endParaRPr kumimoji="0" sz="2800" b="0" i="0" u="none" strike="noStrike" kern="0" cap="none" spc="0" normalizeH="0" baseline="0" noProof="0">
                  <a:ln>
                    <a:noFill/>
                  </a:ln>
                  <a:solidFill>
                    <a:srgbClr val="000000"/>
                  </a:solidFill>
                  <a:effectLst/>
                  <a:uLnTx/>
                  <a:uFillTx/>
                  <a:latin typeface="SimSun"/>
                  <a:ea typeface="SimSun"/>
                  <a:sym typeface="SimSun"/>
                </a:endParaRPr>
              </a:p>
            </p:txBody>
          </p:sp>
          <p:sp>
            <p:nvSpPr>
              <p:cNvPr id="308" name="形状"/>
              <p:cNvSpPr/>
              <p:nvPr/>
            </p:nvSpPr>
            <p:spPr>
              <a:xfrm>
                <a:off x="-2" y="0"/>
                <a:ext cx="1622429" cy="1009651"/>
              </a:xfrm>
              <a:custGeom>
                <a:avLst/>
                <a:gdLst/>
                <a:ahLst/>
                <a:cxnLst>
                  <a:cxn ang="0">
                    <a:pos x="wd2" y="hd2"/>
                  </a:cxn>
                  <a:cxn ang="5400000">
                    <a:pos x="wd2" y="hd2"/>
                  </a:cxn>
                  <a:cxn ang="10800000">
                    <a:pos x="wd2" y="hd2"/>
                  </a:cxn>
                  <a:cxn ang="16200000">
                    <a:pos x="wd2" y="hd2"/>
                  </a:cxn>
                </a:cxnLst>
                <a:rect l="0" t="0" r="r" b="b"/>
                <a:pathLst>
                  <a:path w="21600" h="21600" extrusionOk="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w="28575" cap="flat">
                <a:solidFill>
                  <a:srgbClr val="000000"/>
                </a:solidFill>
                <a:prstDash val="solid"/>
                <a:round/>
              </a:ln>
              <a:effectLst/>
            </p:spPr>
            <p:txBody>
              <a:bodyPr wrap="square" lIns="45719" tIns="45719" rIns="45719" bIns="45719" numCol="1" anchor="t">
                <a:noAutofit/>
              </a:bodyPr>
              <a:lstStyle/>
              <a:p>
                <a:pPr marL="0" marR="0" lvl="0" indent="609600" algn="just" defTabSz="914400" rtl="0" eaLnBrk="1" fontAlgn="auto" latinLnBrk="0" hangingPunct="0">
                  <a:lnSpc>
                    <a:spcPct val="180000"/>
                  </a:lnSpc>
                  <a:spcBef>
                    <a:spcPts val="0"/>
                  </a:spcBef>
                  <a:spcAft>
                    <a:spcPts val="0"/>
                  </a:spcAft>
                  <a:buClrTx/>
                  <a:buSzTx/>
                  <a:buFontTx/>
                  <a:buNone/>
                  <a:tabLst/>
                  <a:defRPr>
                    <a:latin typeface="SimSun"/>
                    <a:ea typeface="SimSun"/>
                    <a:cs typeface="SimSun"/>
                    <a:sym typeface="SimSun"/>
                  </a:defRPr>
                </a:pPr>
                <a:endParaRPr kumimoji="0" sz="2800" b="0" i="0" u="none" strike="noStrike" kern="0" cap="none" spc="0" normalizeH="0" baseline="0" noProof="0">
                  <a:ln>
                    <a:noFill/>
                  </a:ln>
                  <a:solidFill>
                    <a:srgbClr val="000000"/>
                  </a:solidFill>
                  <a:effectLst/>
                  <a:uLnTx/>
                  <a:uFillTx/>
                  <a:latin typeface="SimSun"/>
                  <a:ea typeface="SimSun"/>
                  <a:sym typeface="SimSun"/>
                </a:endParaRPr>
              </a:p>
            </p:txBody>
          </p:sp>
        </p:grpSp>
        <p:sp>
          <p:nvSpPr>
            <p:cNvPr id="310" name="DB"/>
            <p:cNvSpPr txBox="1"/>
            <p:nvPr/>
          </p:nvSpPr>
          <p:spPr>
            <a:xfrm>
              <a:off x="60007" y="350837"/>
              <a:ext cx="1502411" cy="44704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indent="609600">
                <a:defRPr>
                  <a:latin typeface="SimSun"/>
                  <a:ea typeface="SimSun"/>
                  <a:cs typeface="SimSun"/>
                  <a:sym typeface="SimSun"/>
                </a:defRPr>
              </a:lvl1pPr>
            </a:lstStyle>
            <a:p>
              <a:pPr marL="0" marR="0" lvl="0" indent="609600" algn="just" defTabSz="914400" rtl="0" eaLnBrk="1" fontAlgn="auto" latinLnBrk="0" hangingPunct="0">
                <a:lnSpc>
                  <a:spcPct val="180000"/>
                </a:lnSpc>
                <a:spcBef>
                  <a:spcPts val="0"/>
                </a:spcBef>
                <a:spcAft>
                  <a:spcPts val="0"/>
                </a:spcAft>
                <a:buClrTx/>
                <a:buSzTx/>
                <a:buFontTx/>
                <a:buNone/>
                <a:tabLst/>
                <a:defRPr/>
              </a:pPr>
              <a:r>
                <a:rPr kumimoji="0" sz="2800" b="0" i="0" u="none" strike="noStrike" kern="0" cap="none" spc="0" normalizeH="0" baseline="0" noProof="0">
                  <a:ln>
                    <a:noFill/>
                  </a:ln>
                  <a:solidFill>
                    <a:srgbClr val="000000"/>
                  </a:solidFill>
                  <a:effectLst/>
                  <a:uLnTx/>
                  <a:uFillTx/>
                  <a:latin typeface="SimSun"/>
                  <a:ea typeface="SimSun"/>
                  <a:sym typeface="SimSun"/>
                </a:rPr>
                <a:t>DB</a:t>
              </a:r>
            </a:p>
          </p:txBody>
        </p:sp>
      </p:grpSp>
      <p:grpSp>
        <p:nvGrpSpPr>
          <p:cNvPr id="314" name="Text Box 19"/>
          <p:cNvGrpSpPr/>
          <p:nvPr/>
        </p:nvGrpSpPr>
        <p:grpSpPr>
          <a:xfrm>
            <a:off x="1719263" y="4365625"/>
            <a:ext cx="4857593" cy="533400"/>
            <a:chOff x="0" y="0"/>
            <a:chExt cx="4857592" cy="533400"/>
          </a:xfrm>
        </p:grpSpPr>
        <p:sp>
          <p:nvSpPr>
            <p:cNvPr id="312" name="矩形"/>
            <p:cNvSpPr/>
            <p:nvPr/>
          </p:nvSpPr>
          <p:spPr>
            <a:xfrm>
              <a:off x="0" y="0"/>
              <a:ext cx="4733925" cy="533400"/>
            </a:xfrm>
            <a:prstGeom prst="rect">
              <a:avLst/>
            </a:prstGeom>
            <a:noFill/>
            <a:ln w="28575" cap="flat">
              <a:solidFill>
                <a:srgbClr val="000000"/>
              </a:solidFill>
              <a:prstDash val="dash"/>
              <a:miter lim="800000"/>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313" name="文本"/>
            <p:cNvSpPr txBox="1"/>
            <p:nvPr/>
          </p:nvSpPr>
          <p:spPr>
            <a:xfrm>
              <a:off x="243681" y="104224"/>
              <a:ext cx="4613911" cy="225746"/>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defRPr sz="1000">
                  <a:solidFill>
                    <a:srgbClr val="FFFFFF"/>
                  </a:solidFill>
                </a:defRPr>
              </a:lvl1pPr>
            </a:lstStyle>
            <a:p>
              <a:pPr marL="0" marR="0" lvl="0" indent="0" algn="just" defTabSz="914400" rtl="0" eaLnBrk="1" fontAlgn="auto" latinLnBrk="0" hangingPunct="0">
                <a:lnSpc>
                  <a:spcPct val="180000"/>
                </a:lnSpc>
                <a:spcBef>
                  <a:spcPts val="0"/>
                </a:spcBef>
                <a:spcAft>
                  <a:spcPts val="0"/>
                </a:spcAft>
                <a:buClrTx/>
                <a:buSzTx/>
                <a:buFontTx/>
                <a:buNone/>
                <a:tabLst/>
                <a:defRPr/>
              </a:pPr>
              <a:r>
                <a:rPr kumimoji="0" sz="1000" b="0" i="0" u="none" strike="noStrike" kern="0" cap="none" spc="0" normalizeH="0" baseline="0" noProof="0">
                  <a:ln>
                    <a:noFill/>
                  </a:ln>
                  <a:solidFill>
                    <a:srgbClr val="FFFFFF"/>
                  </a:solidFill>
                  <a:effectLst/>
                  <a:uLnTx/>
                  <a:uFillTx/>
                  <a:latin typeface="Times New Roman"/>
                  <a:cs typeface="Times New Roman"/>
                  <a:sym typeface="Times New Roman"/>
                </a:rPr>
                <a:t>                                       </a:t>
              </a:r>
            </a:p>
          </p:txBody>
        </p:sp>
      </p:grpSp>
      <p:sp>
        <p:nvSpPr>
          <p:cNvPr id="315" name="Line 6"/>
          <p:cNvSpPr/>
          <p:nvPr/>
        </p:nvSpPr>
        <p:spPr>
          <a:xfrm>
            <a:off x="1719263" y="1303337"/>
            <a:ext cx="1" cy="452438"/>
          </a:xfrm>
          <a:prstGeom prst="line">
            <a:avLst/>
          </a:prstGeom>
          <a:ln w="28575">
            <a:solidFill>
              <a:srgbClr val="000000"/>
            </a:solidFill>
            <a:tailEnd type="triangle"/>
          </a:ln>
        </p:spPr>
        <p:txBody>
          <a:bodyPr lIns="45719" rIns="45719"/>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sp>
        <p:nvSpPr>
          <p:cNvPr id="316" name="Line 9"/>
          <p:cNvSpPr/>
          <p:nvPr/>
        </p:nvSpPr>
        <p:spPr>
          <a:xfrm>
            <a:off x="3357562" y="1289050"/>
            <a:ext cx="1" cy="452438"/>
          </a:xfrm>
          <a:prstGeom prst="line">
            <a:avLst/>
          </a:prstGeom>
          <a:ln w="28575">
            <a:solidFill>
              <a:srgbClr val="000000"/>
            </a:solidFill>
            <a:tailEnd type="triangle"/>
          </a:ln>
        </p:spPr>
        <p:txBody>
          <a:bodyPr lIns="45719" rIns="45719"/>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sp>
        <p:nvSpPr>
          <p:cNvPr id="317" name="Line 12"/>
          <p:cNvSpPr/>
          <p:nvPr/>
        </p:nvSpPr>
        <p:spPr>
          <a:xfrm>
            <a:off x="6223000" y="1289050"/>
            <a:ext cx="0" cy="452438"/>
          </a:xfrm>
          <a:prstGeom prst="line">
            <a:avLst/>
          </a:prstGeom>
          <a:ln w="28575">
            <a:solidFill>
              <a:srgbClr val="000000"/>
            </a:solidFill>
            <a:tailEnd type="triangle"/>
          </a:ln>
        </p:spPr>
        <p:txBody>
          <a:bodyPr lIns="45719" rIns="45719"/>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grpSp>
        <p:nvGrpSpPr>
          <p:cNvPr id="320" name="Text Box 3"/>
          <p:cNvGrpSpPr/>
          <p:nvPr/>
        </p:nvGrpSpPr>
        <p:grpSpPr>
          <a:xfrm>
            <a:off x="1666875" y="2462213"/>
            <a:ext cx="4797425" cy="395288"/>
            <a:chOff x="0" y="0"/>
            <a:chExt cx="4797425" cy="395287"/>
          </a:xfrm>
        </p:grpSpPr>
        <p:sp>
          <p:nvSpPr>
            <p:cNvPr id="318" name="矩形"/>
            <p:cNvSpPr/>
            <p:nvPr/>
          </p:nvSpPr>
          <p:spPr>
            <a:xfrm>
              <a:off x="0" y="-1"/>
              <a:ext cx="4797425" cy="395289"/>
            </a:xfrm>
            <a:prstGeom prst="rect">
              <a:avLst/>
            </a:prstGeom>
            <a:noFill/>
            <a:ln w="9525" cap="flat">
              <a:solidFill>
                <a:srgbClr val="000000"/>
              </a:solidFill>
              <a:prstDash val="dash"/>
              <a:miter lim="800000"/>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319" name="文本"/>
            <p:cNvSpPr txBox="1"/>
            <p:nvPr/>
          </p:nvSpPr>
          <p:spPr>
            <a:xfrm>
              <a:off x="50482" y="4762"/>
              <a:ext cx="4696461" cy="225746"/>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defRPr sz="1000">
                  <a:solidFill>
                    <a:srgbClr val="FFFFFF"/>
                  </a:solidFill>
                </a:defRPr>
              </a:lvl1pPr>
            </a:lstStyle>
            <a:p>
              <a:pPr marL="0" marR="0" lvl="0" indent="0" algn="just" defTabSz="914400" rtl="0" eaLnBrk="1" fontAlgn="auto" latinLnBrk="0" hangingPunct="0">
                <a:lnSpc>
                  <a:spcPct val="180000"/>
                </a:lnSpc>
                <a:spcBef>
                  <a:spcPts val="0"/>
                </a:spcBef>
                <a:spcAft>
                  <a:spcPts val="0"/>
                </a:spcAft>
                <a:buClrTx/>
                <a:buSzTx/>
                <a:buFontTx/>
                <a:buNone/>
                <a:tabLst/>
                <a:defRPr/>
              </a:pPr>
              <a:r>
                <a:rPr kumimoji="0" sz="1000" b="0" i="0" u="none" strike="noStrike" kern="0" cap="none" spc="0" normalizeH="0" baseline="0" noProof="0">
                  <a:ln>
                    <a:noFill/>
                  </a:ln>
                  <a:solidFill>
                    <a:srgbClr val="FFFFFF"/>
                  </a:solidFill>
                  <a:effectLst/>
                  <a:uLnTx/>
                  <a:uFillTx/>
                  <a:latin typeface="Times New Roman"/>
                  <a:cs typeface="Times New Roman"/>
                  <a:sym typeface="Times New Roman"/>
                </a:rPr>
                <a:t>                                                           </a:t>
              </a:r>
            </a:p>
          </p:txBody>
        </p:sp>
      </p:grpSp>
      <p:sp>
        <p:nvSpPr>
          <p:cNvPr id="322" name="Text Box 8"/>
          <p:cNvSpPr/>
          <p:nvPr/>
        </p:nvSpPr>
        <p:spPr>
          <a:xfrm>
            <a:off x="2900363" y="1755775"/>
            <a:ext cx="1011238" cy="452438"/>
          </a:xfrm>
          <a:prstGeom prst="rect">
            <a:avLst/>
          </a:prstGeom>
          <a:blipFill>
            <a:blip r:embed="rId8"/>
          </a:blipFill>
          <a:ln>
            <a:solidFill>
              <a:srgbClr val="000000"/>
            </a:solidFill>
            <a:miter/>
          </a:ln>
        </p:spPr>
        <p:txBody>
          <a:bodyPr lIns="45719" rIns="45719"/>
          <a:lstStyle/>
          <a:p>
            <a:pPr marL="0" marR="0" lvl="0" indent="0" algn="just" defTabSz="914400" rtl="0" eaLnBrk="1" fontAlgn="auto" latinLnBrk="0" hangingPunct="0">
              <a:lnSpc>
                <a:spcPct val="180000"/>
              </a:lnSpc>
              <a:spcBef>
                <a:spcPts val="0"/>
              </a:spcBef>
              <a:spcAft>
                <a:spcPts val="0"/>
              </a:spcAft>
              <a:buClrTx/>
              <a:buSzTx/>
              <a:buFontTx/>
              <a:buNone/>
              <a:tabLst/>
              <a:defRPr sz="1000">
                <a:solidFill>
                  <a:srgbClr val="FFFFFF"/>
                </a:solidFill>
              </a:defRPr>
            </a:pPr>
            <a:endParaRPr kumimoji="0" sz="10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sp>
        <p:nvSpPr>
          <p:cNvPr id="323" name="Line 49"/>
          <p:cNvSpPr/>
          <p:nvPr/>
        </p:nvSpPr>
        <p:spPr>
          <a:xfrm>
            <a:off x="3357562" y="2219325"/>
            <a:ext cx="1" cy="1020764"/>
          </a:xfrm>
          <a:prstGeom prst="line">
            <a:avLst/>
          </a:prstGeom>
          <a:ln w="28575">
            <a:solidFill>
              <a:srgbClr val="000000"/>
            </a:solidFill>
          </a:ln>
        </p:spPr>
        <p:txBody>
          <a:bodyPr lIns="45719" rIns="45719"/>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sp>
        <p:nvSpPr>
          <p:cNvPr id="324" name="Line 56"/>
          <p:cNvSpPr/>
          <p:nvPr/>
        </p:nvSpPr>
        <p:spPr>
          <a:xfrm flipH="1">
            <a:off x="3743324" y="1287462"/>
            <a:ext cx="649290" cy="431801"/>
          </a:xfrm>
          <a:prstGeom prst="line">
            <a:avLst/>
          </a:prstGeom>
          <a:ln w="28575">
            <a:solidFill>
              <a:srgbClr val="000000"/>
            </a:solidFill>
            <a:tailEnd type="triangle"/>
          </a:ln>
        </p:spPr>
        <p:txBody>
          <a:bodyPr lIns="45719" rIns="45719"/>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grpSp>
        <p:nvGrpSpPr>
          <p:cNvPr id="327" name="AutoShape 62">
            <a:hlinkClick r:id="rId3" action="ppaction://hlinksldjump"/>
          </p:cNvPr>
          <p:cNvGrpSpPr/>
          <p:nvPr/>
        </p:nvGrpSpPr>
        <p:grpSpPr>
          <a:xfrm>
            <a:off x="1077711" y="6087081"/>
            <a:ext cx="760615" cy="640744"/>
            <a:chOff x="0" y="0"/>
            <a:chExt cx="760613" cy="640743"/>
          </a:xfrm>
        </p:grpSpPr>
        <p:sp>
          <p:nvSpPr>
            <p:cNvPr id="325" name="形状"/>
            <p:cNvSpPr/>
            <p:nvPr/>
          </p:nvSpPr>
          <p:spPr>
            <a:xfrm rot="10800000">
              <a:off x="0" y="0"/>
              <a:ext cx="760614" cy="640744"/>
            </a:xfrm>
            <a:custGeom>
              <a:avLst/>
              <a:gdLst/>
              <a:ahLst/>
              <a:cxnLst>
                <a:cxn ang="0">
                  <a:pos x="wd2" y="hd2"/>
                </a:cxn>
                <a:cxn ang="5400000">
                  <a:pos x="wd2" y="hd2"/>
                </a:cxn>
                <a:cxn ang="10800000">
                  <a:pos x="wd2" y="hd2"/>
                </a:cxn>
                <a:cxn ang="16200000">
                  <a:pos x="wd2" y="hd2"/>
                </a:cxn>
              </a:cxnLst>
              <a:rect l="0" t="0" r="r" b="b"/>
              <a:pathLst>
                <a:path w="19049" h="21600" extrusionOk="0">
                  <a:moveTo>
                    <a:pt x="0" y="16630"/>
                  </a:moveTo>
                  <a:lnTo>
                    <a:pt x="5406" y="11084"/>
                  </a:lnTo>
                  <a:lnTo>
                    <a:pt x="5406" y="13713"/>
                  </a:lnTo>
                  <a:lnTo>
                    <a:pt x="5406" y="13713"/>
                  </a:lnTo>
                  <a:cubicBezTo>
                    <a:pt x="10966" y="13108"/>
                    <a:pt x="15473" y="11605"/>
                    <a:pt x="17651" y="9629"/>
                  </a:cubicBezTo>
                  <a:cubicBezTo>
                    <a:pt x="21600" y="13213"/>
                    <a:pt x="16899" y="17294"/>
                    <a:pt x="7151" y="18746"/>
                  </a:cubicBezTo>
                  <a:cubicBezTo>
                    <a:pt x="6580" y="18831"/>
                    <a:pt x="5997" y="18906"/>
                    <a:pt x="5406" y="18970"/>
                  </a:cubicBezTo>
                  <a:lnTo>
                    <a:pt x="5406" y="21600"/>
                  </a:lnTo>
                  <a:close/>
                  <a:moveTo>
                    <a:pt x="19044" y="12258"/>
                  </a:moveTo>
                  <a:cubicBezTo>
                    <a:pt x="19044" y="8392"/>
                    <a:pt x="10518" y="5257"/>
                    <a:pt x="0" y="5257"/>
                  </a:cubicBezTo>
                  <a:lnTo>
                    <a:pt x="0" y="0"/>
                  </a:lnTo>
                  <a:cubicBezTo>
                    <a:pt x="10518" y="0"/>
                    <a:pt x="19044" y="3134"/>
                    <a:pt x="19044" y="7001"/>
                  </a:cubicBezTo>
                  <a:close/>
                </a:path>
              </a:pathLst>
            </a:custGeom>
            <a:solidFill>
              <a:schemeClr val="accent2"/>
            </a:solidFill>
            <a:ln w="12700" cap="flat">
              <a:noFill/>
              <a:miter lim="400000"/>
            </a:ln>
            <a:effectLst/>
          </p:spPr>
          <p:txBody>
            <a:bodyPr wrap="square" lIns="45719" tIns="45719" rIns="45719" bIns="45719" numCol="1" anchor="ctr">
              <a:noAutofit/>
            </a:bodyPr>
            <a:lstStyle/>
            <a:p>
              <a:pPr marL="0" marR="0" lvl="0" indent="609600" algn="ctr" defTabSz="914400" rtl="0" eaLnBrk="1" fontAlgn="auto" latinLnBrk="0" hangingPunct="0">
                <a:lnSpc>
                  <a:spcPct val="180000"/>
                </a:lnSpc>
                <a:spcBef>
                  <a:spcPts val="0"/>
                </a:spcBef>
                <a:spcAft>
                  <a:spcPts val="0"/>
                </a:spcAft>
                <a:buClrTx/>
                <a:buSzTx/>
                <a:buFontTx/>
                <a:buNone/>
                <a:tabLst/>
                <a:defRPr>
                  <a:latin typeface="SimSun"/>
                  <a:ea typeface="SimSun"/>
                  <a:cs typeface="SimSun"/>
                  <a:sym typeface="SimSun"/>
                </a:defRPr>
              </a:pPr>
              <a:endParaRPr kumimoji="0" sz="2800" b="0" i="0" u="none" strike="noStrike" kern="0" cap="none" spc="0" normalizeH="0" baseline="0" noProof="0">
                <a:ln>
                  <a:noFill/>
                </a:ln>
                <a:solidFill>
                  <a:srgbClr val="000000"/>
                </a:solidFill>
                <a:effectLst/>
                <a:uLnTx/>
                <a:uFillTx/>
                <a:latin typeface="SimSun"/>
                <a:ea typeface="SimSun"/>
                <a:sym typeface="SimSun"/>
              </a:endParaRPr>
            </a:p>
          </p:txBody>
        </p:sp>
        <p:sp>
          <p:nvSpPr>
            <p:cNvPr id="326" name="形状"/>
            <p:cNvSpPr/>
            <p:nvPr/>
          </p:nvSpPr>
          <p:spPr>
            <a:xfrm rot="10800000">
              <a:off x="201" y="277124"/>
              <a:ext cx="760413" cy="363620"/>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21600" y="14787"/>
                    <a:pt x="11929" y="9264"/>
                    <a:pt x="0" y="9264"/>
                  </a:cubicBezTo>
                  <a:lnTo>
                    <a:pt x="0" y="0"/>
                  </a:lnTo>
                  <a:cubicBezTo>
                    <a:pt x="11929" y="0"/>
                    <a:pt x="21600" y="5523"/>
                    <a:pt x="21600" y="12336"/>
                  </a:cubicBezTo>
                  <a:close/>
                </a:path>
              </a:pathLst>
            </a:custGeom>
            <a:solidFill>
              <a:srgbClr val="000000">
                <a:alpha val="20000"/>
              </a:srgbClr>
            </a:solidFill>
            <a:ln w="12700" cap="flat">
              <a:noFill/>
              <a:miter lim="400000"/>
            </a:ln>
            <a:effectLst/>
          </p:spPr>
          <p:txBody>
            <a:bodyPr wrap="square" lIns="45719" tIns="45719" rIns="45719" bIns="45719" numCol="1" anchor="ctr">
              <a:noAutofit/>
            </a:bodyPr>
            <a:lstStyle/>
            <a:p>
              <a:pPr marL="0" marR="0" lvl="0" indent="609600" algn="ctr" defTabSz="914400" rtl="0" eaLnBrk="1" fontAlgn="auto" latinLnBrk="0" hangingPunct="0">
                <a:lnSpc>
                  <a:spcPct val="180000"/>
                </a:lnSpc>
                <a:spcBef>
                  <a:spcPts val="0"/>
                </a:spcBef>
                <a:spcAft>
                  <a:spcPts val="0"/>
                </a:spcAft>
                <a:buClrTx/>
                <a:buSzTx/>
                <a:buFontTx/>
                <a:buNone/>
                <a:tabLst/>
                <a:defRPr>
                  <a:latin typeface="SimSun"/>
                  <a:ea typeface="SimSun"/>
                  <a:cs typeface="SimSun"/>
                  <a:sym typeface="SimSun"/>
                </a:defRPr>
              </a:pPr>
              <a:endParaRPr kumimoji="0" sz="2800" b="0" i="0" u="none" strike="noStrike" kern="0" cap="none" spc="0" normalizeH="0" baseline="0" noProof="0">
                <a:ln>
                  <a:noFill/>
                </a:ln>
                <a:solidFill>
                  <a:srgbClr val="000000"/>
                </a:solidFill>
                <a:effectLst/>
                <a:uLnTx/>
                <a:uFillTx/>
                <a:latin typeface="SimSun"/>
                <a:ea typeface="SimSun"/>
                <a:sym typeface="SimSun"/>
              </a:endParaRPr>
            </a:p>
          </p:txBody>
        </p:sp>
      </p:grpSp>
      <p:grpSp>
        <p:nvGrpSpPr>
          <p:cNvPr id="330" name="AutoShape 63">
            <a:hlinkClick r:id="rId9" action="ppaction://hlinksldjump"/>
          </p:cNvPr>
          <p:cNvGrpSpPr/>
          <p:nvPr/>
        </p:nvGrpSpPr>
        <p:grpSpPr>
          <a:xfrm>
            <a:off x="7596188" y="458787"/>
            <a:ext cx="846315" cy="288927"/>
            <a:chOff x="0" y="0"/>
            <a:chExt cx="846314" cy="288925"/>
          </a:xfrm>
        </p:grpSpPr>
        <p:sp>
          <p:nvSpPr>
            <p:cNvPr id="328" name="形状"/>
            <p:cNvSpPr/>
            <p:nvPr/>
          </p:nvSpPr>
          <p:spPr>
            <a:xfrm>
              <a:off x="0" y="0"/>
              <a:ext cx="846315" cy="288926"/>
            </a:xfrm>
            <a:custGeom>
              <a:avLst/>
              <a:gdLst/>
              <a:ahLst/>
              <a:cxnLst>
                <a:cxn ang="0">
                  <a:pos x="wd2" y="hd2"/>
                </a:cxn>
                <a:cxn ang="5400000">
                  <a:pos x="wd2" y="hd2"/>
                </a:cxn>
                <a:cxn ang="10800000">
                  <a:pos x="wd2" y="hd2"/>
                </a:cxn>
                <a:cxn ang="16200000">
                  <a:pos x="wd2" y="hd2"/>
                </a:cxn>
              </a:cxnLst>
              <a:rect l="0" t="0" r="r" b="b"/>
              <a:pathLst>
                <a:path w="21600" h="21600" extrusionOk="0">
                  <a:moveTo>
                    <a:pt x="17633" y="21600"/>
                  </a:moveTo>
                  <a:lnTo>
                    <a:pt x="12784" y="14400"/>
                  </a:lnTo>
                  <a:lnTo>
                    <a:pt x="14988" y="14400"/>
                  </a:lnTo>
                  <a:lnTo>
                    <a:pt x="14988" y="14400"/>
                  </a:lnTo>
                  <a:cubicBezTo>
                    <a:pt x="13898" y="5770"/>
                    <a:pt x="10984" y="0"/>
                    <a:pt x="7714" y="0"/>
                  </a:cubicBezTo>
                  <a:lnTo>
                    <a:pt x="12123" y="0"/>
                  </a:lnTo>
                  <a:cubicBezTo>
                    <a:pt x="15392" y="0"/>
                    <a:pt x="18306" y="5770"/>
                    <a:pt x="19396" y="14400"/>
                  </a:cubicBezTo>
                  <a:lnTo>
                    <a:pt x="21600" y="14400"/>
                  </a:lnTo>
                  <a:close/>
                  <a:moveTo>
                    <a:pt x="9919" y="900"/>
                  </a:moveTo>
                  <a:cubicBezTo>
                    <a:pt x="6649" y="3630"/>
                    <a:pt x="4408" y="12048"/>
                    <a:pt x="4408" y="21600"/>
                  </a:cubicBezTo>
                  <a:lnTo>
                    <a:pt x="0" y="21600"/>
                  </a:lnTo>
                  <a:cubicBezTo>
                    <a:pt x="0" y="9671"/>
                    <a:pt x="3454" y="0"/>
                    <a:pt x="7714" y="0"/>
                  </a:cubicBezTo>
                  <a:cubicBezTo>
                    <a:pt x="8461" y="0"/>
                    <a:pt x="9203" y="303"/>
                    <a:pt x="9919" y="900"/>
                  </a:cubicBezTo>
                  <a:close/>
                </a:path>
              </a:pathLst>
            </a:custGeom>
            <a:solidFill>
              <a:schemeClr val="accent2"/>
            </a:solidFill>
            <a:ln w="12700" cap="flat">
              <a:noFill/>
              <a:miter lim="400000"/>
            </a:ln>
            <a:effectLst/>
          </p:spPr>
          <p:txBody>
            <a:bodyPr wrap="square" lIns="45719" tIns="45719" rIns="45719" bIns="45719" numCol="1" anchor="ctr">
              <a:noAutofit/>
            </a:bodyPr>
            <a:lstStyle/>
            <a:p>
              <a:pPr marL="0" marR="0" lvl="0" indent="609600" algn="ctr" defTabSz="914400" rtl="0" eaLnBrk="1" fontAlgn="auto" latinLnBrk="0" hangingPunct="0">
                <a:lnSpc>
                  <a:spcPct val="180000"/>
                </a:lnSpc>
                <a:spcBef>
                  <a:spcPts val="0"/>
                </a:spcBef>
                <a:spcAft>
                  <a:spcPts val="0"/>
                </a:spcAft>
                <a:buClrTx/>
                <a:buSzTx/>
                <a:buFontTx/>
                <a:buNone/>
                <a:tabLst/>
                <a:defRPr>
                  <a:latin typeface="SimSun"/>
                  <a:ea typeface="SimSun"/>
                  <a:cs typeface="SimSun"/>
                  <a:sym typeface="SimSun"/>
                </a:defRPr>
              </a:pPr>
              <a:endParaRPr kumimoji="0" sz="2800" b="0" i="0" u="none" strike="noStrike" kern="0" cap="none" spc="0" normalizeH="0" baseline="0" noProof="0">
                <a:ln>
                  <a:noFill/>
                </a:ln>
                <a:solidFill>
                  <a:srgbClr val="000000"/>
                </a:solidFill>
                <a:effectLst/>
                <a:uLnTx/>
                <a:uFillTx/>
                <a:latin typeface="SimSun"/>
                <a:ea typeface="SimSun"/>
                <a:sym typeface="SimSun"/>
              </a:endParaRPr>
            </a:p>
          </p:txBody>
        </p:sp>
        <p:sp>
          <p:nvSpPr>
            <p:cNvPr id="329" name="形状"/>
            <p:cNvSpPr/>
            <p:nvPr/>
          </p:nvSpPr>
          <p:spPr>
            <a:xfrm>
              <a:off x="0" y="0"/>
              <a:ext cx="388621" cy="288926"/>
            </a:xfrm>
            <a:custGeom>
              <a:avLst/>
              <a:gdLst/>
              <a:ahLst/>
              <a:cxnLst>
                <a:cxn ang="0">
                  <a:pos x="wd2" y="hd2"/>
                </a:cxn>
                <a:cxn ang="5400000">
                  <a:pos x="wd2" y="hd2"/>
                </a:cxn>
                <a:cxn ang="10800000">
                  <a:pos x="wd2" y="hd2"/>
                </a:cxn>
                <a:cxn ang="16200000">
                  <a:pos x="wd2" y="hd2"/>
                </a:cxn>
              </a:cxnLst>
              <a:rect l="0" t="0" r="r" b="b"/>
              <a:pathLst>
                <a:path w="21600" h="21600" extrusionOk="0">
                  <a:moveTo>
                    <a:pt x="21600" y="900"/>
                  </a:moveTo>
                  <a:cubicBezTo>
                    <a:pt x="14480" y="3630"/>
                    <a:pt x="9600" y="12048"/>
                    <a:pt x="9600" y="21600"/>
                  </a:cubicBezTo>
                  <a:lnTo>
                    <a:pt x="0" y="21600"/>
                  </a:lnTo>
                  <a:cubicBezTo>
                    <a:pt x="0" y="9671"/>
                    <a:pt x="7522" y="0"/>
                    <a:pt x="16800" y="0"/>
                  </a:cubicBezTo>
                  <a:cubicBezTo>
                    <a:pt x="18425" y="0"/>
                    <a:pt x="20042" y="303"/>
                    <a:pt x="21600" y="900"/>
                  </a:cubicBezTo>
                  <a:close/>
                </a:path>
              </a:pathLst>
            </a:custGeom>
            <a:solidFill>
              <a:srgbClr val="000000">
                <a:alpha val="20000"/>
              </a:srgbClr>
            </a:solidFill>
            <a:ln w="12700" cap="flat">
              <a:noFill/>
              <a:miter lim="400000"/>
            </a:ln>
            <a:effectLst/>
          </p:spPr>
          <p:txBody>
            <a:bodyPr wrap="square" lIns="45719" tIns="45719" rIns="45719" bIns="45719" numCol="1" anchor="ctr">
              <a:noAutofit/>
            </a:bodyPr>
            <a:lstStyle/>
            <a:p>
              <a:pPr marL="0" marR="0" lvl="0" indent="609600" algn="ctr" defTabSz="914400" rtl="0" eaLnBrk="1" fontAlgn="auto" latinLnBrk="0" hangingPunct="0">
                <a:lnSpc>
                  <a:spcPct val="180000"/>
                </a:lnSpc>
                <a:spcBef>
                  <a:spcPts val="0"/>
                </a:spcBef>
                <a:spcAft>
                  <a:spcPts val="0"/>
                </a:spcAft>
                <a:buClrTx/>
                <a:buSzTx/>
                <a:buFontTx/>
                <a:buNone/>
                <a:tabLst/>
                <a:defRPr>
                  <a:latin typeface="SimSun"/>
                  <a:ea typeface="SimSun"/>
                  <a:cs typeface="SimSun"/>
                  <a:sym typeface="SimSun"/>
                </a:defRPr>
              </a:pPr>
              <a:endParaRPr kumimoji="0" sz="2800" b="0" i="0" u="none" strike="noStrike" kern="0" cap="none" spc="0" normalizeH="0" baseline="0" noProof="0">
                <a:ln>
                  <a:noFill/>
                </a:ln>
                <a:solidFill>
                  <a:srgbClr val="000000"/>
                </a:solidFill>
                <a:effectLst/>
                <a:uLnTx/>
                <a:uFillTx/>
                <a:latin typeface="SimSun"/>
                <a:ea typeface="SimSun"/>
                <a:sym typeface="SimSun"/>
              </a:endParaRPr>
            </a:p>
          </p:txBody>
        </p:sp>
      </p:grpSp>
      <p:sp>
        <p:nvSpPr>
          <p:cNvPr id="331" name="文本框 22"/>
          <p:cNvSpPr txBox="1"/>
          <p:nvPr/>
        </p:nvSpPr>
        <p:spPr>
          <a:xfrm>
            <a:off x="716941" y="-92965"/>
            <a:ext cx="8900162" cy="8263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marL="0" marR="0" lvl="0" indent="0" algn="just" defTabSz="914400" rtl="0" eaLnBrk="1" fontAlgn="auto" latinLnBrk="0" hangingPunct="0">
              <a:lnSpc>
                <a:spcPct val="180000"/>
              </a:lnSpc>
              <a:spcBef>
                <a:spcPts val="0"/>
              </a:spcBef>
              <a:spcAft>
                <a:spcPts val="0"/>
              </a:spcAft>
              <a:buClrTx/>
              <a:buSzTx/>
              <a:buFontTx/>
              <a:buNone/>
              <a:tabLst/>
              <a:defRPr sz="3200" b="1">
                <a:solidFill>
                  <a:srgbClr val="0000D5"/>
                </a:solidFill>
                <a:latin typeface="楷体"/>
                <a:ea typeface="楷体"/>
                <a:cs typeface="楷体"/>
                <a:sym typeface="楷体"/>
              </a:defRPr>
            </a:pPr>
            <a:r>
              <a:rPr kumimoji="0" sz="3200" b="1" i="0" u="none" strike="noStrike" kern="0" cap="none" spc="0" normalizeH="0" baseline="0" noProof="0" dirty="0" err="1">
                <a:ln>
                  <a:noFill/>
                </a:ln>
                <a:solidFill>
                  <a:srgbClr val="0000D5"/>
                </a:solidFill>
                <a:effectLst/>
                <a:uLnTx/>
                <a:uFillTx/>
                <a:latin typeface="楷体"/>
                <a:ea typeface="楷体"/>
                <a:sym typeface="楷体"/>
              </a:rPr>
              <a:t>数据库的三级模式结构</a:t>
            </a:r>
            <a:endParaRPr kumimoji="0" sz="3200" b="1" i="0" u="none" strike="noStrike" kern="0" cap="none" spc="0" normalizeH="0" baseline="0" noProof="0" dirty="0">
              <a:ln>
                <a:noFill/>
              </a:ln>
              <a:solidFill>
                <a:srgbClr val="0000D5"/>
              </a:solidFill>
              <a:effectLst/>
              <a:uLnTx/>
              <a:uFillTx/>
              <a:latin typeface="楷体"/>
              <a:ea typeface="楷体"/>
              <a:sym typeface="楷体"/>
            </a:endParaRPr>
          </a:p>
        </p:txBody>
      </p:sp>
      <p:sp>
        <p:nvSpPr>
          <p:cNvPr id="36" name="Text Box 5">
            <a:extLst>
              <a:ext uri="{FF2B5EF4-FFF2-40B4-BE49-F238E27FC236}">
                <a16:creationId xmlns:a16="http://schemas.microsoft.com/office/drawing/2014/main" id="{56A90603-67AD-0843-995E-BAF12D5FC8F0}"/>
              </a:ext>
            </a:extLst>
          </p:cNvPr>
          <p:cNvSpPr txBox="1">
            <a:spLocks noChangeArrowheads="1"/>
          </p:cNvSpPr>
          <p:nvPr/>
        </p:nvSpPr>
        <p:spPr bwMode="auto">
          <a:xfrm>
            <a:off x="1298575" y="1755775"/>
            <a:ext cx="1011238" cy="452438"/>
          </a:xfrm>
          <a:prstGeom prst="rect">
            <a:avLst/>
          </a:prstGeom>
          <a:pattFill prst="solidDmnd">
            <a:fgClr>
              <a:srgbClr val="AAFFFF"/>
            </a:fgClr>
            <a:bgClr>
              <a:srgbClr val="FFFFFF"/>
            </a:bgClr>
          </a:pattFill>
          <a:ln w="9525">
            <a:solidFill>
              <a:srgbClr val="000000"/>
            </a:solidFill>
            <a:miter lim="800000"/>
            <a:headEnd/>
            <a:tailEnd/>
          </a:ln>
          <a:effectLst/>
        </p:spPr>
        <p:txBody>
          <a:bodyPr/>
          <a:lstStyle/>
          <a:p>
            <a:pPr marL="0" marR="0" lvl="0" indent="0" algn="just" defTabSz="914400" rtl="0" eaLnBrk="0" fontAlgn="base" latinLnBrk="0" hangingPunct="1">
              <a:lnSpc>
                <a:spcPct val="100000"/>
              </a:lnSpc>
              <a:spcBef>
                <a:spcPct val="0"/>
              </a:spcBef>
              <a:spcAft>
                <a:spcPct val="0"/>
              </a:spcAft>
              <a:buClrTx/>
              <a:buSzTx/>
              <a:buFontTx/>
              <a:buNone/>
              <a:tabLst/>
              <a:defRPr/>
            </a:pPr>
            <a:endParaRPr kumimoji="0" lang="zh-CN" altLang="zh-CN" sz="1000" b="0" i="0" u="none" strike="noStrike" kern="1200" cap="none" spc="0" normalizeH="0" baseline="0" noProof="0">
              <a:ln>
                <a:noFill/>
              </a:ln>
              <a:solidFill>
                <a:srgbClr val="FFFFFF"/>
              </a:solidFill>
              <a:effectLst/>
              <a:uLnTx/>
              <a:uFillTx/>
              <a:latin typeface="Times New Roman"/>
              <a:ea typeface="宋体" pitchFamily="2" charset="-122"/>
              <a:cs typeface="Times New Roman"/>
              <a:sym typeface="Times New Roman"/>
            </a:endParaRPr>
          </a:p>
        </p:txBody>
      </p:sp>
      <p:pic>
        <p:nvPicPr>
          <p:cNvPr id="33" name="图片 32">
            <a:extLst>
              <a:ext uri="{FF2B5EF4-FFF2-40B4-BE49-F238E27FC236}">
                <a16:creationId xmlns:a16="http://schemas.microsoft.com/office/drawing/2014/main" id="{E59397AC-7E89-C14B-AC93-A61FBAF32267}"/>
              </a:ext>
            </a:extLst>
          </p:cNvPr>
          <p:cNvPicPr>
            <a:picLocks noChangeAspect="1"/>
          </p:cNvPicPr>
          <p:nvPr/>
        </p:nvPicPr>
        <p:blipFill rotWithShape="1">
          <a:blip r:embed="rId10"/>
          <a:srcRect l="676" t="20973" r="54062" b="13716"/>
          <a:stretch/>
        </p:blipFill>
        <p:spPr>
          <a:xfrm>
            <a:off x="123526" y="183866"/>
            <a:ext cx="577970" cy="550431"/>
          </a:xfrm>
          <a:prstGeom prst="rect">
            <a:avLst/>
          </a:prstGeom>
        </p:spPr>
      </p:pic>
      <p:sp>
        <p:nvSpPr>
          <p:cNvPr id="2" name="文本框 1">
            <a:extLst>
              <a:ext uri="{FF2B5EF4-FFF2-40B4-BE49-F238E27FC236}">
                <a16:creationId xmlns:a16="http://schemas.microsoft.com/office/drawing/2014/main" id="{1155CBA8-DB02-95F6-0303-5BC436414835}"/>
              </a:ext>
            </a:extLst>
          </p:cNvPr>
          <p:cNvSpPr txBox="1"/>
          <p:nvPr/>
        </p:nvSpPr>
        <p:spPr>
          <a:xfrm>
            <a:off x="80965" y="883227"/>
            <a:ext cx="861772"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just" defTabSz="914400" rtl="0" fontAlgn="auto" latinLnBrk="0" hangingPunct="0">
              <a:lnSpc>
                <a:spcPct val="180000"/>
              </a:lnSpc>
              <a:spcBef>
                <a:spcPts val="0"/>
              </a:spcBef>
              <a:spcAft>
                <a:spcPts val="0"/>
              </a:spcAft>
              <a:buClrTx/>
              <a:buSzTx/>
              <a:buFontTx/>
              <a:buNone/>
              <a:tabLst/>
            </a:pPr>
            <a:r>
              <a:rPr kumimoji="0" lang="zh-CN" altLang="en-US" sz="2000" b="0" i="0" u="none" strike="noStrike" cap="none" spc="0" normalizeH="0" baseline="0" dirty="0">
                <a:ln>
                  <a:noFill/>
                </a:ln>
                <a:solidFill>
                  <a:srgbClr val="000000"/>
                </a:solidFill>
                <a:effectLst/>
                <a:uFillTx/>
                <a:latin typeface="+mn-lt"/>
                <a:ea typeface="+mn-ea"/>
                <a:cs typeface="+mn-cs"/>
                <a:sym typeface="Times New Roman"/>
              </a:rPr>
              <a:t>外部级</a:t>
            </a:r>
          </a:p>
        </p:txBody>
      </p:sp>
      <p:sp>
        <p:nvSpPr>
          <p:cNvPr id="3" name="文本框 2">
            <a:extLst>
              <a:ext uri="{FF2B5EF4-FFF2-40B4-BE49-F238E27FC236}">
                <a16:creationId xmlns:a16="http://schemas.microsoft.com/office/drawing/2014/main" id="{AEA3DB46-C9E1-48F9-9FF1-9B19CDB3758A}"/>
              </a:ext>
            </a:extLst>
          </p:cNvPr>
          <p:cNvSpPr txBox="1"/>
          <p:nvPr/>
        </p:nvSpPr>
        <p:spPr>
          <a:xfrm>
            <a:off x="80965" y="2579848"/>
            <a:ext cx="924241"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just" defTabSz="914400" rtl="0" fontAlgn="auto" latinLnBrk="0" hangingPunct="0">
              <a:lnSpc>
                <a:spcPct val="180000"/>
              </a:lnSpc>
              <a:spcBef>
                <a:spcPts val="0"/>
              </a:spcBef>
              <a:spcAft>
                <a:spcPts val="0"/>
              </a:spcAft>
              <a:buClrTx/>
              <a:buSzTx/>
              <a:buFontTx/>
              <a:buNone/>
              <a:tabLst/>
            </a:pPr>
            <a:r>
              <a:rPr kumimoji="0" lang="zh-CN" altLang="en-US" sz="2000" b="0" i="0" u="none" strike="noStrike" cap="none" spc="0" normalizeH="0" baseline="0" dirty="0">
                <a:ln>
                  <a:noFill/>
                </a:ln>
                <a:solidFill>
                  <a:srgbClr val="000000"/>
                </a:solidFill>
                <a:effectLst/>
                <a:uFillTx/>
                <a:latin typeface="+mn-lt"/>
                <a:ea typeface="+mn-ea"/>
                <a:cs typeface="+mn-cs"/>
                <a:sym typeface="Times New Roman"/>
              </a:rPr>
              <a:t>概念级</a:t>
            </a:r>
          </a:p>
        </p:txBody>
      </p:sp>
      <p:sp>
        <p:nvSpPr>
          <p:cNvPr id="4" name="文本框 3">
            <a:extLst>
              <a:ext uri="{FF2B5EF4-FFF2-40B4-BE49-F238E27FC236}">
                <a16:creationId xmlns:a16="http://schemas.microsoft.com/office/drawing/2014/main" id="{7102DA6B-0413-F425-4AD5-9F7A08E24A19}"/>
              </a:ext>
            </a:extLst>
          </p:cNvPr>
          <p:cNvSpPr txBox="1"/>
          <p:nvPr/>
        </p:nvSpPr>
        <p:spPr>
          <a:xfrm>
            <a:off x="95447" y="4749445"/>
            <a:ext cx="861772"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just" defTabSz="914400" rtl="0" fontAlgn="auto" latinLnBrk="0" hangingPunct="0">
              <a:lnSpc>
                <a:spcPct val="180000"/>
              </a:lnSpc>
              <a:spcBef>
                <a:spcPts val="0"/>
              </a:spcBef>
              <a:spcAft>
                <a:spcPts val="0"/>
              </a:spcAft>
              <a:buClrTx/>
              <a:buSzTx/>
              <a:buFontTx/>
              <a:buNone/>
              <a:tabLst/>
            </a:pPr>
            <a:r>
              <a:rPr kumimoji="0" lang="zh-CN" altLang="en-US" sz="2000" b="0" i="0" u="none" strike="noStrike" cap="none" spc="0" normalizeH="0" baseline="0" dirty="0">
                <a:ln>
                  <a:noFill/>
                </a:ln>
                <a:solidFill>
                  <a:srgbClr val="000000"/>
                </a:solidFill>
                <a:effectLst/>
                <a:uFillTx/>
                <a:latin typeface="+mn-lt"/>
                <a:ea typeface="+mn-ea"/>
                <a:cs typeface="+mn-cs"/>
                <a:sym typeface="Times New Roman"/>
              </a:rPr>
              <a:t>内部级</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 name="Rectangle 2"/>
          <p:cNvSpPr txBox="1">
            <a:spLocks noGrp="1"/>
          </p:cNvSpPr>
          <p:nvPr>
            <p:ph type="title"/>
          </p:nvPr>
        </p:nvSpPr>
        <p:spPr>
          <a:xfrm>
            <a:off x="76200" y="836712"/>
            <a:ext cx="9144000" cy="1752601"/>
          </a:xfrm>
          <a:prstGeom prst="rect">
            <a:avLst/>
          </a:prstGeom>
        </p:spPr>
        <p:txBody>
          <a:bodyPr>
            <a:normAutofit/>
          </a:bodyPr>
          <a:lstStyle/>
          <a:p>
            <a:pPr marL="342900" indent="-342900" algn="l">
              <a:lnSpc>
                <a:spcPct val="130000"/>
              </a:lnSpc>
              <a:buSzPct val="100000"/>
              <a:buChar char="p"/>
              <a:defRPr sz="2400" b="1">
                <a:solidFill>
                  <a:srgbClr val="990033"/>
                </a:solidFill>
              </a:defRPr>
            </a:pPr>
            <a:r>
              <a:rPr b="0" dirty="0" err="1">
                <a:latin typeface="SimSun"/>
                <a:ea typeface="SimSun"/>
                <a:cs typeface="SimSun"/>
                <a:sym typeface="SimSun"/>
              </a:rPr>
              <a:t>概念模式</a:t>
            </a:r>
            <a:r>
              <a:rPr b="0" dirty="0">
                <a:latin typeface="SimSun"/>
                <a:ea typeface="SimSun"/>
                <a:cs typeface="SimSun"/>
                <a:sym typeface="SimSun"/>
              </a:rPr>
              <a:t>  </a:t>
            </a:r>
            <a:r>
              <a:rPr b="0" dirty="0">
                <a:solidFill>
                  <a:srgbClr val="000000"/>
                </a:solidFill>
                <a:latin typeface="SimSun"/>
                <a:ea typeface="SimSun"/>
                <a:cs typeface="SimSun"/>
                <a:sym typeface="SimSun"/>
              </a:rPr>
              <a:t>（ </a:t>
            </a:r>
            <a:r>
              <a:rPr dirty="0">
                <a:solidFill>
                  <a:srgbClr val="000000"/>
                </a:solidFill>
              </a:rPr>
              <a:t>Conceptual  Schema</a:t>
            </a:r>
            <a:r>
              <a:rPr b="0" dirty="0">
                <a:solidFill>
                  <a:srgbClr val="000000"/>
                </a:solidFill>
                <a:latin typeface="SimSun"/>
                <a:ea typeface="SimSun"/>
                <a:cs typeface="SimSun"/>
                <a:sym typeface="SimSun"/>
              </a:rPr>
              <a:t>）</a:t>
            </a:r>
            <a:br>
              <a:rPr b="0" dirty="0">
                <a:solidFill>
                  <a:srgbClr val="000000"/>
                </a:solidFill>
                <a:latin typeface="SimSun"/>
                <a:ea typeface="SimSun"/>
                <a:cs typeface="SimSun"/>
                <a:sym typeface="SimSun"/>
              </a:rPr>
            </a:br>
            <a:r>
              <a:rPr b="0" dirty="0">
                <a:solidFill>
                  <a:srgbClr val="000000"/>
                </a:solidFill>
                <a:latin typeface="SimSun"/>
                <a:ea typeface="SimSun"/>
                <a:cs typeface="SimSun"/>
                <a:sym typeface="SimSun"/>
              </a:rPr>
              <a:t>           </a:t>
            </a:r>
            <a:r>
              <a:rPr b="0" dirty="0" err="1">
                <a:solidFill>
                  <a:srgbClr val="000000"/>
                </a:solidFill>
                <a:latin typeface="SimSun"/>
                <a:ea typeface="SimSun"/>
                <a:cs typeface="SimSun"/>
                <a:sym typeface="SimSun"/>
              </a:rPr>
              <a:t>也称</a:t>
            </a:r>
            <a:r>
              <a:rPr b="0" dirty="0" err="1">
                <a:solidFill>
                  <a:srgbClr val="800000"/>
                </a:solidFill>
                <a:latin typeface="SimSun"/>
                <a:ea typeface="SimSun"/>
                <a:cs typeface="SimSun"/>
                <a:sym typeface="SimSun"/>
              </a:rPr>
              <a:t>整体逻辑结构</a:t>
            </a:r>
            <a:r>
              <a:rPr b="0" dirty="0" err="1">
                <a:solidFill>
                  <a:srgbClr val="000000"/>
                </a:solidFill>
                <a:latin typeface="SimSun"/>
                <a:ea typeface="SimSun"/>
                <a:cs typeface="SimSun"/>
                <a:sym typeface="SimSun"/>
              </a:rPr>
              <a:t>或</a:t>
            </a:r>
            <a:r>
              <a:rPr b="0" dirty="0" err="1">
                <a:solidFill>
                  <a:srgbClr val="800000"/>
                </a:solidFill>
                <a:latin typeface="SimSun"/>
                <a:ea typeface="SimSun"/>
                <a:cs typeface="SimSun"/>
                <a:sym typeface="SimSun"/>
              </a:rPr>
              <a:t>模式</a:t>
            </a:r>
            <a:r>
              <a:rPr b="0" dirty="0" err="1">
                <a:solidFill>
                  <a:srgbClr val="000000"/>
                </a:solidFill>
                <a:latin typeface="SimSun"/>
                <a:ea typeface="SimSun"/>
                <a:cs typeface="SimSun"/>
                <a:sym typeface="SimSun"/>
              </a:rPr>
              <a:t>或</a:t>
            </a:r>
            <a:r>
              <a:rPr b="0" dirty="0" err="1">
                <a:solidFill>
                  <a:srgbClr val="800000"/>
                </a:solidFill>
                <a:latin typeface="SimSun"/>
                <a:ea typeface="SimSun"/>
                <a:cs typeface="SimSun"/>
                <a:sym typeface="SimSun"/>
              </a:rPr>
              <a:t>全局模式</a:t>
            </a:r>
            <a:br>
              <a:rPr b="0" dirty="0">
                <a:solidFill>
                  <a:srgbClr val="800000"/>
                </a:solidFill>
                <a:latin typeface="SimSun"/>
                <a:ea typeface="SimSun"/>
                <a:cs typeface="SimSun"/>
                <a:sym typeface="SimSun"/>
              </a:rPr>
            </a:br>
            <a:r>
              <a:rPr dirty="0"/>
              <a:t>                   </a:t>
            </a:r>
          </a:p>
        </p:txBody>
      </p:sp>
      <p:sp>
        <p:nvSpPr>
          <p:cNvPr id="334" name="文本框 1"/>
          <p:cNvSpPr txBox="1"/>
          <p:nvPr/>
        </p:nvSpPr>
        <p:spPr>
          <a:xfrm>
            <a:off x="198119" y="92075"/>
            <a:ext cx="8900162" cy="6629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3200" b="1">
                <a:solidFill>
                  <a:srgbClr val="0000FF"/>
                </a:solidFill>
                <a:latin typeface="楷体"/>
                <a:ea typeface="楷体"/>
                <a:cs typeface="楷体"/>
                <a:sym typeface="楷体"/>
              </a:defRPr>
            </a:lvl1pPr>
          </a:lstStyle>
          <a:p>
            <a:pPr marL="0" marR="0" lvl="0" indent="0" algn="just" defTabSz="914400" rtl="0" eaLnBrk="1" fontAlgn="auto" latinLnBrk="0" hangingPunct="0">
              <a:lnSpc>
                <a:spcPct val="180000"/>
              </a:lnSpc>
              <a:spcBef>
                <a:spcPts val="0"/>
              </a:spcBef>
              <a:spcAft>
                <a:spcPts val="0"/>
              </a:spcAft>
              <a:buClrTx/>
              <a:buSzTx/>
              <a:buFontTx/>
              <a:buNone/>
              <a:tabLst/>
              <a:defRPr/>
            </a:pPr>
            <a:r>
              <a:rPr kumimoji="0" sz="3200" b="1" i="0" u="none" strike="noStrike" kern="0" cap="none" spc="0" normalizeH="0" baseline="0" noProof="0">
                <a:ln>
                  <a:noFill/>
                </a:ln>
                <a:solidFill>
                  <a:srgbClr val="0000FF"/>
                </a:solidFill>
                <a:effectLst/>
                <a:uLnTx/>
                <a:uFillTx/>
                <a:latin typeface="楷体"/>
                <a:ea typeface="楷体"/>
                <a:sym typeface="楷体"/>
              </a:rPr>
              <a:t>数据库的三级模式结构</a:t>
            </a:r>
          </a:p>
        </p:txBody>
      </p:sp>
      <p:sp>
        <p:nvSpPr>
          <p:cNvPr id="335" name="Rectangle 3"/>
          <p:cNvSpPr txBox="1"/>
          <p:nvPr/>
        </p:nvSpPr>
        <p:spPr>
          <a:xfrm>
            <a:off x="-13018" y="2084616"/>
            <a:ext cx="9052561" cy="78785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marL="342900" marR="0" lvl="0" indent="-342900" algn="l" defTabSz="914400" rtl="0" eaLnBrk="1" fontAlgn="auto" latinLnBrk="0" hangingPunct="0">
              <a:lnSpc>
                <a:spcPct val="150000"/>
              </a:lnSpc>
              <a:spcBef>
                <a:spcPts val="400"/>
              </a:spcBef>
              <a:spcAft>
                <a:spcPts val="0"/>
              </a:spcAft>
              <a:buClr>
                <a:srgbClr val="3366FF"/>
              </a:buClr>
              <a:buSzPct val="80000"/>
              <a:buFontTx/>
              <a:buChar char="➢"/>
              <a:tabLst/>
              <a:defRPr sz="2000">
                <a:solidFill>
                  <a:srgbClr val="800000"/>
                </a:solidFill>
                <a:latin typeface="华文楷体"/>
                <a:ea typeface="华文楷体"/>
                <a:cs typeface="华文楷体"/>
                <a:sym typeface="华文楷体"/>
              </a:defRPr>
            </a:pPr>
            <a:r>
              <a:rPr kumimoji="0" sz="2000" b="0" i="0" u="none" strike="noStrike" kern="0" cap="none" spc="0" normalizeH="0" baseline="0" noProof="0" dirty="0" err="1">
                <a:ln>
                  <a:noFill/>
                </a:ln>
                <a:solidFill>
                  <a:srgbClr val="800000"/>
                </a:solidFill>
                <a:effectLst/>
                <a:uLnTx/>
                <a:uFillTx/>
                <a:latin typeface="华文楷体"/>
                <a:ea typeface="华文楷体"/>
                <a:sym typeface="华文楷体"/>
              </a:rPr>
              <a:t>模式</a:t>
            </a:r>
            <a:r>
              <a:rPr kumimoji="0" sz="2000" b="0" i="0" u="none" strike="noStrike" kern="0" cap="none" spc="0" normalizeH="0" baseline="0" noProof="0" dirty="0" err="1">
                <a:ln>
                  <a:noFill/>
                </a:ln>
                <a:solidFill>
                  <a:srgbClr val="0000FF"/>
                </a:solidFill>
                <a:effectLst/>
                <a:uLnTx/>
                <a:uFillTx/>
                <a:latin typeface="华文楷体"/>
                <a:ea typeface="华文楷体"/>
                <a:sym typeface="华文楷体"/>
              </a:rPr>
              <a:t>是数据库中</a:t>
            </a:r>
            <a:r>
              <a:rPr kumimoji="0" sz="2000" b="0" i="0" u="none" strike="noStrike" kern="0" cap="none" spc="0" normalizeH="0" baseline="0" noProof="0" dirty="0" err="1">
                <a:ln>
                  <a:noFill/>
                </a:ln>
                <a:solidFill>
                  <a:srgbClr val="800000"/>
                </a:solidFill>
                <a:effectLst/>
                <a:uLnTx/>
                <a:uFillTx/>
                <a:latin typeface="华文楷体"/>
                <a:ea typeface="华文楷体"/>
                <a:sym typeface="华文楷体"/>
              </a:rPr>
              <a:t>全部数据</a:t>
            </a:r>
            <a:r>
              <a:rPr kumimoji="0" sz="2000" b="0" i="0" u="none" strike="noStrike" kern="0" cap="none" spc="0" normalizeH="0" baseline="0" noProof="0" dirty="0" err="1">
                <a:ln>
                  <a:noFill/>
                </a:ln>
                <a:solidFill>
                  <a:srgbClr val="0000BF"/>
                </a:solidFill>
                <a:effectLst/>
                <a:uLnTx/>
                <a:uFillTx/>
                <a:latin typeface="华文楷体"/>
                <a:ea typeface="华文楷体"/>
                <a:sym typeface="华文楷体"/>
              </a:rPr>
              <a:t>的整体逻辑结构的描述</a:t>
            </a:r>
            <a:r>
              <a:rPr kumimoji="0" sz="2000" b="0" i="0" u="none" strike="noStrike" kern="0" cap="none" spc="0" normalizeH="0" baseline="0" noProof="0" dirty="0">
                <a:ln>
                  <a:noFill/>
                </a:ln>
                <a:solidFill>
                  <a:srgbClr val="0000FF"/>
                </a:solidFill>
                <a:effectLst/>
                <a:uLnTx/>
                <a:uFillTx/>
                <a:latin typeface="华文楷体"/>
                <a:ea typeface="华文楷体"/>
                <a:sym typeface="华文楷体"/>
              </a:rPr>
              <a:t>。</a:t>
            </a:r>
            <a:endParaRPr kumimoji="0" sz="2000" b="0" i="0" u="none" strike="noStrike" kern="0" cap="none" spc="0" normalizeH="0" baseline="0" noProof="0" dirty="0">
              <a:ln>
                <a:noFill/>
              </a:ln>
              <a:solidFill>
                <a:srgbClr val="0000D5"/>
              </a:solidFill>
              <a:effectLst/>
              <a:uLnTx/>
              <a:uFillTx/>
              <a:latin typeface="华文楷体"/>
              <a:ea typeface="华文楷体"/>
              <a:sym typeface="华文楷体"/>
            </a:endParaRPr>
          </a:p>
          <a:p>
            <a:pPr marL="342900" marR="0" lvl="0" indent="-342900" algn="l" defTabSz="914400" rtl="0" eaLnBrk="1" fontAlgn="auto" latinLnBrk="0" hangingPunct="0">
              <a:lnSpc>
                <a:spcPct val="150000"/>
              </a:lnSpc>
              <a:spcBef>
                <a:spcPts val="400"/>
              </a:spcBef>
              <a:spcAft>
                <a:spcPts val="0"/>
              </a:spcAft>
              <a:buClr>
                <a:srgbClr val="3366FF"/>
              </a:buClr>
              <a:buSzPct val="80000"/>
              <a:buFontTx/>
              <a:buChar char="➢"/>
              <a:tabLst/>
              <a:defRPr sz="2000">
                <a:solidFill>
                  <a:srgbClr val="800000"/>
                </a:solidFill>
                <a:latin typeface="华文楷体"/>
                <a:ea typeface="华文楷体"/>
                <a:cs typeface="华文楷体"/>
                <a:sym typeface="华文楷体"/>
              </a:defRPr>
            </a:pPr>
            <a:r>
              <a:rPr kumimoji="0" sz="2000" b="0" i="0" u="none" strike="noStrike" kern="0" cap="none" spc="0" normalizeH="0" baseline="0" noProof="0" dirty="0" err="1">
                <a:ln>
                  <a:noFill/>
                </a:ln>
                <a:solidFill>
                  <a:srgbClr val="800000"/>
                </a:solidFill>
                <a:effectLst/>
                <a:uLnTx/>
                <a:uFillTx/>
                <a:latin typeface="华文楷体"/>
                <a:ea typeface="华文楷体"/>
                <a:sym typeface="华文楷体"/>
              </a:rPr>
              <a:t>模式中描述了</a:t>
            </a:r>
            <a:r>
              <a:rPr kumimoji="0" sz="2000" b="0" i="0" u="none" strike="noStrike" kern="0" cap="none" spc="0" normalizeH="0" baseline="0" noProof="0" dirty="0" err="1">
                <a:ln>
                  <a:noFill/>
                </a:ln>
                <a:solidFill>
                  <a:srgbClr val="000000"/>
                </a:solidFill>
                <a:effectLst/>
                <a:uLnTx/>
                <a:uFillTx/>
                <a:latin typeface="华文楷体"/>
                <a:ea typeface="华文楷体"/>
                <a:sym typeface="华文楷体"/>
              </a:rPr>
              <a:t>所有用户的数据定义</a:t>
            </a:r>
            <a:r>
              <a:rPr kumimoji="0" sz="2000" b="0" i="0" u="none" strike="noStrike" kern="0" cap="none" spc="0" normalizeH="0" baseline="0" noProof="0" dirty="0" err="1">
                <a:ln>
                  <a:noFill/>
                </a:ln>
                <a:solidFill>
                  <a:srgbClr val="800000"/>
                </a:solidFill>
                <a:effectLst/>
                <a:uLnTx/>
                <a:uFillTx/>
                <a:latin typeface="华文楷体"/>
                <a:ea typeface="华文楷体"/>
                <a:sym typeface="华文楷体"/>
              </a:rPr>
              <a:t>（全局数据视图）</a:t>
            </a:r>
            <a:r>
              <a:rPr kumimoji="0" sz="2000" b="0" i="0" u="none" strike="noStrike" kern="0" cap="none" spc="0" normalizeH="0" baseline="0" noProof="0" dirty="0" err="1">
                <a:ln>
                  <a:noFill/>
                </a:ln>
                <a:solidFill>
                  <a:srgbClr val="000000"/>
                </a:solidFill>
                <a:effectLst/>
                <a:uLnTx/>
                <a:uFillTx/>
                <a:latin typeface="华文楷体"/>
                <a:ea typeface="华文楷体"/>
                <a:sym typeface="华文楷体"/>
              </a:rPr>
              <a:t>综合了所有用户的需求</a:t>
            </a:r>
            <a:r>
              <a:rPr kumimoji="0" sz="2000" b="0" i="0" u="none" strike="noStrike" kern="0" cap="none" spc="0" normalizeH="0" baseline="0" noProof="0" dirty="0">
                <a:ln>
                  <a:noFill/>
                </a:ln>
                <a:solidFill>
                  <a:srgbClr val="000000"/>
                </a:solidFill>
                <a:effectLst/>
                <a:uLnTx/>
                <a:uFillTx/>
                <a:latin typeface="华文楷体"/>
                <a:ea typeface="华文楷体"/>
                <a:sym typeface="华文楷体"/>
              </a:rPr>
              <a:t>      </a:t>
            </a:r>
            <a:r>
              <a:rPr kumimoji="0" sz="2000" b="0" i="0" u="none" strike="noStrike" kern="0" cap="none" spc="0" normalizeH="0" baseline="0" noProof="0" dirty="0" err="1">
                <a:ln>
                  <a:noFill/>
                </a:ln>
                <a:solidFill>
                  <a:srgbClr val="0000FF"/>
                </a:solidFill>
                <a:effectLst/>
                <a:uLnTx/>
                <a:uFillTx/>
                <a:latin typeface="华文楷体"/>
                <a:ea typeface="华文楷体"/>
                <a:sym typeface="华文楷体"/>
              </a:rPr>
              <a:t>数据的逻辑结构</a:t>
            </a:r>
            <a:r>
              <a:rPr kumimoji="0" sz="2000" b="0" i="0" u="none" strike="noStrike" kern="0" cap="none" spc="0" normalizeH="0" baseline="0" noProof="0" dirty="0">
                <a:ln>
                  <a:noFill/>
                </a:ln>
                <a:solidFill>
                  <a:srgbClr val="0000FF"/>
                </a:solidFill>
                <a:effectLst/>
                <a:uLnTx/>
                <a:uFillTx/>
                <a:latin typeface="华文楷体"/>
                <a:ea typeface="华文楷体"/>
                <a:sym typeface="华文楷体"/>
              </a:rPr>
              <a:t>(</a:t>
            </a:r>
            <a:r>
              <a:rPr kumimoji="0" sz="2000" b="0" i="0" u="none" strike="noStrike" kern="0" cap="none" spc="0" normalizeH="0" baseline="0" noProof="0" dirty="0" err="1">
                <a:ln>
                  <a:noFill/>
                </a:ln>
                <a:solidFill>
                  <a:srgbClr val="0000FF"/>
                </a:solidFill>
                <a:effectLst/>
                <a:uLnTx/>
                <a:uFillTx/>
                <a:latin typeface="华文楷体"/>
                <a:ea typeface="华文楷体"/>
                <a:sym typeface="华文楷体"/>
              </a:rPr>
              <a:t>概念记录类型的组成</a:t>
            </a:r>
            <a:r>
              <a:rPr kumimoji="0" sz="2000" b="0" i="0" u="none" strike="noStrike" kern="0" cap="none" spc="0" normalizeH="0" baseline="0" noProof="0" dirty="0">
                <a:ln>
                  <a:noFill/>
                </a:ln>
                <a:solidFill>
                  <a:srgbClr val="0000FF"/>
                </a:solidFill>
                <a:effectLst/>
                <a:uLnTx/>
                <a:uFillTx/>
                <a:latin typeface="华文楷体"/>
                <a:ea typeface="华文楷体"/>
                <a:sym typeface="华文楷体"/>
              </a:rPr>
              <a:t>)</a:t>
            </a:r>
            <a:endParaRPr kumimoji="0" sz="3200" b="0" i="0" u="none" strike="noStrike" kern="0" cap="none" spc="0" normalizeH="0" baseline="0" noProof="0" dirty="0">
              <a:ln>
                <a:noFill/>
              </a:ln>
              <a:solidFill>
                <a:srgbClr val="800000"/>
              </a:solidFill>
              <a:effectLst/>
              <a:uLnTx/>
              <a:uFillTx/>
              <a:latin typeface="华文楷体"/>
              <a:ea typeface="华文楷体"/>
              <a:sym typeface="华文楷体"/>
            </a:endParaRPr>
          </a:p>
          <a:p>
            <a:pPr marL="342900" marR="0" lvl="0" indent="-342900" algn="l" defTabSz="914400" rtl="0" eaLnBrk="1" fontAlgn="auto" latinLnBrk="0" hangingPunct="0">
              <a:lnSpc>
                <a:spcPct val="150000"/>
              </a:lnSpc>
              <a:spcBef>
                <a:spcPts val="400"/>
              </a:spcBef>
              <a:spcAft>
                <a:spcPts val="0"/>
              </a:spcAft>
              <a:buClr>
                <a:srgbClr val="3366FF"/>
              </a:buClr>
              <a:buSzPct val="80000"/>
              <a:buFont typeface="Arial"/>
              <a:buChar char="•"/>
              <a:tabLst/>
              <a:defRPr sz="2000">
                <a:solidFill>
                  <a:srgbClr val="0000FF"/>
                </a:solidFill>
                <a:latin typeface="华文楷体"/>
                <a:ea typeface="华文楷体"/>
                <a:cs typeface="华文楷体"/>
                <a:sym typeface="华文楷体"/>
              </a:defRPr>
            </a:pPr>
            <a:r>
              <a:rPr kumimoji="0" sz="2000" b="0" i="0" u="none" strike="noStrike" kern="0" cap="none" spc="0" normalizeH="0" baseline="0" noProof="0" dirty="0" err="1">
                <a:ln>
                  <a:noFill/>
                </a:ln>
                <a:solidFill>
                  <a:srgbClr val="0000FF"/>
                </a:solidFill>
                <a:effectLst/>
                <a:uLnTx/>
                <a:uFillTx/>
                <a:latin typeface="华文楷体"/>
                <a:ea typeface="华文楷体"/>
                <a:sym typeface="华文楷体"/>
              </a:rPr>
              <a:t>记录间的联系</a:t>
            </a:r>
            <a:endParaRPr kumimoji="0" sz="2000" b="0" i="0" u="none" strike="noStrike" kern="0" cap="none" spc="0" normalizeH="0" baseline="0" noProof="0" dirty="0">
              <a:ln>
                <a:noFill/>
              </a:ln>
              <a:solidFill>
                <a:srgbClr val="0000FF"/>
              </a:solidFill>
              <a:effectLst/>
              <a:uLnTx/>
              <a:uFillTx/>
              <a:latin typeface="华文楷体"/>
              <a:ea typeface="华文楷体"/>
              <a:sym typeface="华文楷体"/>
            </a:endParaRPr>
          </a:p>
          <a:p>
            <a:pPr marL="342900" marR="0" lvl="0" indent="-342900" algn="l" defTabSz="914400" rtl="0" eaLnBrk="1" fontAlgn="auto" latinLnBrk="0" hangingPunct="0">
              <a:lnSpc>
                <a:spcPct val="150000"/>
              </a:lnSpc>
              <a:spcBef>
                <a:spcPts val="400"/>
              </a:spcBef>
              <a:spcAft>
                <a:spcPts val="0"/>
              </a:spcAft>
              <a:buClr>
                <a:srgbClr val="3366FF"/>
              </a:buClr>
              <a:buSzPct val="80000"/>
              <a:buFont typeface="Arial"/>
              <a:buChar char="•"/>
              <a:tabLst/>
              <a:defRPr sz="2000">
                <a:solidFill>
                  <a:srgbClr val="0000FF"/>
                </a:solidFill>
                <a:latin typeface="华文楷体"/>
                <a:ea typeface="华文楷体"/>
                <a:cs typeface="华文楷体"/>
                <a:sym typeface="华文楷体"/>
              </a:defRPr>
            </a:pPr>
            <a:r>
              <a:rPr kumimoji="0" sz="2000" b="0" i="0" u="none" strike="noStrike" kern="0" cap="none" spc="0" normalizeH="0" baseline="0" noProof="0" dirty="0" err="1">
                <a:ln>
                  <a:noFill/>
                </a:ln>
                <a:solidFill>
                  <a:srgbClr val="0000FF"/>
                </a:solidFill>
                <a:effectLst/>
                <a:uLnTx/>
                <a:uFillTx/>
                <a:latin typeface="华文楷体"/>
                <a:ea typeface="华文楷体"/>
                <a:sym typeface="华文楷体"/>
              </a:rPr>
              <a:t>数据的完整性和安全性要求</a:t>
            </a:r>
            <a:endParaRPr kumimoji="0" sz="2000" b="0" i="0" u="none" strike="noStrike" kern="0" cap="none" spc="0" normalizeH="0" baseline="0" noProof="0" dirty="0">
              <a:ln>
                <a:noFill/>
              </a:ln>
              <a:solidFill>
                <a:srgbClr val="0000FF"/>
              </a:solidFill>
              <a:effectLst/>
              <a:uLnTx/>
              <a:uFillTx/>
              <a:latin typeface="华文楷体"/>
              <a:ea typeface="华文楷体"/>
              <a:sym typeface="华文楷体"/>
            </a:endParaRPr>
          </a:p>
          <a:p>
            <a:pPr marL="342900" marR="0" lvl="0" indent="-342900" algn="l" defTabSz="914400" rtl="0" eaLnBrk="1" fontAlgn="auto" latinLnBrk="0" hangingPunct="0">
              <a:lnSpc>
                <a:spcPct val="150000"/>
              </a:lnSpc>
              <a:spcBef>
                <a:spcPts val="400"/>
              </a:spcBef>
              <a:spcAft>
                <a:spcPts val="0"/>
              </a:spcAft>
              <a:buClr>
                <a:srgbClr val="3366FF"/>
              </a:buClr>
              <a:buSzPct val="80000"/>
              <a:buFontTx/>
              <a:buChar char="➢"/>
              <a:tabLst/>
              <a:defRPr sz="2000">
                <a:solidFill>
                  <a:srgbClr val="800000"/>
                </a:solidFill>
                <a:latin typeface="华文楷体"/>
                <a:ea typeface="华文楷体"/>
                <a:cs typeface="华文楷体"/>
                <a:sym typeface="华文楷体"/>
              </a:defRPr>
            </a:pPr>
            <a:r>
              <a:rPr kumimoji="0" sz="2000" b="0" i="0" u="none" strike="noStrike" kern="0" cap="none" spc="0" normalizeH="0" baseline="0" noProof="0" dirty="0" err="1">
                <a:ln>
                  <a:noFill/>
                </a:ln>
                <a:solidFill>
                  <a:srgbClr val="800000"/>
                </a:solidFill>
                <a:effectLst/>
                <a:uLnTx/>
                <a:uFillTx/>
                <a:latin typeface="华文楷体"/>
                <a:ea typeface="华文楷体"/>
                <a:sym typeface="华文楷体"/>
              </a:rPr>
              <a:t>模式位于</a:t>
            </a:r>
            <a:r>
              <a:rPr kumimoji="0" sz="2000" b="0" i="0" u="none" strike="noStrike" kern="0" cap="none" spc="0" normalizeH="0" baseline="0" noProof="0" dirty="0" err="1">
                <a:ln>
                  <a:noFill/>
                </a:ln>
                <a:solidFill>
                  <a:srgbClr val="000000"/>
                </a:solidFill>
                <a:effectLst/>
                <a:uLnTx/>
                <a:uFillTx/>
                <a:latin typeface="华文楷体"/>
                <a:ea typeface="华文楷体"/>
                <a:sym typeface="华文楷体"/>
              </a:rPr>
              <a:t>数据库系统模式结构的中间层</a:t>
            </a:r>
            <a:r>
              <a:rPr kumimoji="0" sz="2000" b="0" i="0" u="none" strike="noStrike" kern="0" cap="none" spc="0" normalizeH="0" baseline="0" noProof="0" dirty="0">
                <a:ln>
                  <a:noFill/>
                </a:ln>
                <a:solidFill>
                  <a:srgbClr val="000000"/>
                </a:solidFill>
                <a:effectLst/>
                <a:uLnTx/>
                <a:uFillTx/>
                <a:latin typeface="华文楷体"/>
                <a:ea typeface="华文楷体"/>
                <a:sym typeface="华文楷体"/>
              </a:rPr>
              <a:t>；</a:t>
            </a:r>
            <a:endParaRPr kumimoji="0" sz="3200" b="0" i="0" u="none" strike="noStrike" kern="0" cap="none" spc="0" normalizeH="0" baseline="0" noProof="0" dirty="0">
              <a:ln>
                <a:noFill/>
              </a:ln>
              <a:solidFill>
                <a:srgbClr val="800000"/>
              </a:solidFill>
              <a:effectLst/>
              <a:uLnTx/>
              <a:uFillTx/>
              <a:latin typeface="华文楷体"/>
              <a:ea typeface="华文楷体"/>
              <a:sym typeface="华文楷体"/>
            </a:endParaRPr>
          </a:p>
          <a:p>
            <a:pPr marL="342900" marR="0" lvl="0" indent="-342900" algn="l" defTabSz="914400" rtl="0" eaLnBrk="1" fontAlgn="auto" latinLnBrk="0" hangingPunct="0">
              <a:lnSpc>
                <a:spcPct val="180000"/>
              </a:lnSpc>
              <a:spcBef>
                <a:spcPts val="400"/>
              </a:spcBef>
              <a:spcAft>
                <a:spcPts val="0"/>
              </a:spcAft>
              <a:buClrTx/>
              <a:buSzTx/>
              <a:buFontTx/>
              <a:buNone/>
              <a:tabLst/>
              <a:defRPr sz="2000">
                <a:latin typeface="华文楷体"/>
                <a:ea typeface="华文楷体"/>
                <a:cs typeface="华文楷体"/>
                <a:sym typeface="华文楷体"/>
              </a:defRPr>
            </a:pPr>
            <a:r>
              <a:rPr kumimoji="0" sz="2000" b="0" i="0" u="none" strike="noStrike" kern="0" cap="none" spc="0" normalizeH="0" baseline="0" noProof="0" dirty="0">
                <a:ln>
                  <a:noFill/>
                </a:ln>
                <a:solidFill>
                  <a:srgbClr val="000000"/>
                </a:solidFill>
                <a:effectLst/>
                <a:uLnTx/>
                <a:uFillTx/>
                <a:latin typeface="华文楷体"/>
                <a:ea typeface="华文楷体"/>
                <a:sym typeface="华文楷体"/>
              </a:rPr>
              <a:t>            </a:t>
            </a:r>
            <a:r>
              <a:rPr kumimoji="0" sz="2000" b="0" i="0" u="none" strike="noStrike" kern="0" cap="none" spc="0" normalizeH="0" baseline="0" noProof="0" dirty="0" err="1">
                <a:ln>
                  <a:noFill/>
                </a:ln>
                <a:solidFill>
                  <a:srgbClr val="0000FF"/>
                </a:solidFill>
                <a:effectLst/>
                <a:uLnTx/>
                <a:uFillTx/>
                <a:latin typeface="华文楷体"/>
                <a:ea typeface="华文楷体"/>
                <a:sym typeface="华文楷体"/>
              </a:rPr>
              <a:t>与数据的物理存储结构和硬件环境无关</a:t>
            </a:r>
            <a:r>
              <a:rPr kumimoji="0" sz="2000" b="0" i="0" u="none" strike="noStrike" kern="0" cap="none" spc="0" normalizeH="0" baseline="0" noProof="0" dirty="0">
                <a:ln>
                  <a:noFill/>
                </a:ln>
                <a:solidFill>
                  <a:srgbClr val="0000FF"/>
                </a:solidFill>
                <a:effectLst/>
                <a:uLnTx/>
                <a:uFillTx/>
                <a:latin typeface="华文楷体"/>
                <a:ea typeface="华文楷体"/>
                <a:sym typeface="华文楷体"/>
              </a:rPr>
              <a:t>；   </a:t>
            </a:r>
            <a:endParaRPr kumimoji="0" sz="3200" b="0" i="0" u="none" strike="noStrike" kern="0" cap="none" spc="0" normalizeH="0" baseline="0" noProof="0" dirty="0">
              <a:ln>
                <a:noFill/>
              </a:ln>
              <a:solidFill>
                <a:srgbClr val="000000"/>
              </a:solidFill>
              <a:effectLst/>
              <a:uLnTx/>
              <a:uFillTx/>
              <a:latin typeface="华文楷体"/>
              <a:ea typeface="华文楷体"/>
              <a:sym typeface="华文楷体"/>
            </a:endParaRPr>
          </a:p>
          <a:p>
            <a:pPr marL="342900" marR="0" lvl="0" indent="-342900" algn="l" defTabSz="914400" rtl="0" eaLnBrk="1" fontAlgn="auto" latinLnBrk="0" hangingPunct="0">
              <a:lnSpc>
                <a:spcPct val="180000"/>
              </a:lnSpc>
              <a:spcBef>
                <a:spcPts val="400"/>
              </a:spcBef>
              <a:spcAft>
                <a:spcPts val="0"/>
              </a:spcAft>
              <a:buClrTx/>
              <a:buSzTx/>
              <a:buFontTx/>
              <a:buNone/>
              <a:tabLst/>
              <a:defRPr sz="2000">
                <a:solidFill>
                  <a:srgbClr val="0000FF"/>
                </a:solidFill>
                <a:latin typeface="华文楷体"/>
                <a:ea typeface="华文楷体"/>
                <a:cs typeface="华文楷体"/>
                <a:sym typeface="华文楷体"/>
              </a:defRPr>
            </a:pPr>
            <a:r>
              <a:rPr kumimoji="0" sz="2000" b="0" i="0" u="none" strike="noStrike" kern="0" cap="none" spc="0" normalizeH="0" baseline="0" noProof="0" dirty="0">
                <a:ln>
                  <a:noFill/>
                </a:ln>
                <a:solidFill>
                  <a:srgbClr val="0000FF"/>
                </a:solidFill>
                <a:effectLst/>
                <a:uLnTx/>
                <a:uFillTx/>
                <a:latin typeface="华文楷体"/>
                <a:ea typeface="华文楷体"/>
                <a:sym typeface="华文楷体"/>
              </a:rPr>
              <a:t>            </a:t>
            </a:r>
            <a:r>
              <a:rPr kumimoji="0" sz="2000" b="0" i="0" u="none" strike="noStrike" kern="0" cap="none" spc="0" normalizeH="0" baseline="0" noProof="0" dirty="0" err="1">
                <a:ln>
                  <a:noFill/>
                </a:ln>
                <a:solidFill>
                  <a:srgbClr val="0000FF"/>
                </a:solidFill>
                <a:effectLst/>
                <a:uLnTx/>
                <a:uFillTx/>
                <a:latin typeface="华文楷体"/>
                <a:ea typeface="华文楷体"/>
                <a:sym typeface="华文楷体"/>
              </a:rPr>
              <a:t>与具体的用户应用程序、开发工具及高级程序设计语言无关</a:t>
            </a:r>
            <a:r>
              <a:rPr kumimoji="0" sz="2000" b="0" i="0" u="none" strike="noStrike" kern="0" cap="none" spc="0" normalizeH="0" baseline="0" noProof="0" dirty="0">
                <a:ln>
                  <a:noFill/>
                </a:ln>
                <a:solidFill>
                  <a:srgbClr val="0000FF"/>
                </a:solidFill>
                <a:effectLst/>
                <a:uLnTx/>
                <a:uFillTx/>
                <a:latin typeface="华文楷体"/>
                <a:ea typeface="华文楷体"/>
                <a:sym typeface="华文楷体"/>
              </a:rPr>
              <a:t>。</a:t>
            </a:r>
            <a:endParaRPr kumimoji="0" lang="en-US" sz="2000" b="0" i="0" u="none" strike="noStrike" kern="0" cap="none" spc="0" normalizeH="0" baseline="0" noProof="0" dirty="0">
              <a:ln>
                <a:noFill/>
              </a:ln>
              <a:solidFill>
                <a:srgbClr val="0000FF"/>
              </a:solidFill>
              <a:effectLst/>
              <a:uLnTx/>
              <a:uFillTx/>
              <a:latin typeface="华文楷体"/>
              <a:ea typeface="华文楷体"/>
              <a:sym typeface="华文楷体"/>
            </a:endParaRPr>
          </a:p>
          <a:p>
            <a:pPr marL="342900" marR="0" lvl="0" indent="-342900" algn="l" defTabSz="914400" rtl="0" eaLnBrk="1" fontAlgn="auto" latinLnBrk="0" hangingPunct="0">
              <a:lnSpc>
                <a:spcPct val="180000"/>
              </a:lnSpc>
              <a:spcBef>
                <a:spcPts val="400"/>
              </a:spcBef>
              <a:spcAft>
                <a:spcPts val="0"/>
              </a:spcAft>
              <a:buClrTx/>
              <a:buSzTx/>
              <a:buFontTx/>
              <a:buNone/>
              <a:tabLst/>
              <a:defRPr sz="2000">
                <a:solidFill>
                  <a:srgbClr val="0000FF"/>
                </a:solidFill>
                <a:latin typeface="华文楷体"/>
                <a:ea typeface="华文楷体"/>
                <a:cs typeface="华文楷体"/>
                <a:sym typeface="华文楷体"/>
              </a:defRPr>
            </a:pPr>
            <a:r>
              <a:rPr kumimoji="0" lang="zh-CN" altLang="en-US" sz="2000" kern="0" dirty="0">
                <a:solidFill>
                  <a:srgbClr val="0000FF"/>
                </a:solidFill>
                <a:latin typeface="华文楷体"/>
                <a:ea typeface="华文楷体"/>
                <a:sym typeface="华文楷体"/>
              </a:rPr>
              <a:t>描述概念模式的数据定义语言为模式</a:t>
            </a:r>
            <a:r>
              <a:rPr kumimoji="0" lang="en-US" altLang="zh-CN" sz="2000" kern="0" dirty="0">
                <a:solidFill>
                  <a:srgbClr val="0000FF"/>
                </a:solidFill>
                <a:latin typeface="华文楷体"/>
                <a:ea typeface="华文楷体"/>
                <a:sym typeface="华文楷体"/>
              </a:rPr>
              <a:t>DDL(Schema Data Definition Language)</a:t>
            </a:r>
            <a:endParaRPr kumimoji="0" sz="3200" b="0" i="0" u="none" strike="noStrike" kern="0" cap="none" spc="0" normalizeH="0" baseline="0" noProof="0" dirty="0">
              <a:ln>
                <a:noFill/>
              </a:ln>
              <a:solidFill>
                <a:srgbClr val="0000FF"/>
              </a:solidFill>
              <a:effectLst/>
              <a:uLnTx/>
              <a:uFillTx/>
              <a:latin typeface="华文楷体"/>
              <a:ea typeface="华文楷体"/>
              <a:sym typeface="华文楷体"/>
            </a:endParaRPr>
          </a:p>
          <a:p>
            <a:pPr marL="342900" marR="0" lvl="0" indent="-342900" algn="l" defTabSz="914400" rtl="0" eaLnBrk="1" fontAlgn="auto" latinLnBrk="0" hangingPunct="0">
              <a:lnSpc>
                <a:spcPct val="150000"/>
              </a:lnSpc>
              <a:spcBef>
                <a:spcPts val="700"/>
              </a:spcBef>
              <a:spcAft>
                <a:spcPts val="0"/>
              </a:spcAft>
              <a:buClr>
                <a:srgbClr val="3366FF"/>
              </a:buClr>
              <a:buSzPct val="80000"/>
              <a:buFontTx/>
              <a:buChar char="➢"/>
              <a:tabLst/>
              <a:defRPr sz="2000">
                <a:solidFill>
                  <a:srgbClr val="0000FF"/>
                </a:solidFill>
                <a:latin typeface="华文楷体"/>
                <a:ea typeface="华文楷体"/>
                <a:cs typeface="华文楷体"/>
                <a:sym typeface="华文楷体"/>
              </a:defRPr>
            </a:pPr>
            <a:endParaRPr kumimoji="0" sz="3200" b="0" i="0" u="none" strike="noStrike" kern="0" cap="none" spc="0" normalizeH="0" baseline="0" noProof="0" dirty="0">
              <a:ln>
                <a:noFill/>
              </a:ln>
              <a:solidFill>
                <a:srgbClr val="0000FF"/>
              </a:solidFill>
              <a:effectLst/>
              <a:uLnTx/>
              <a:uFillTx/>
              <a:latin typeface="华文楷体"/>
              <a:ea typeface="华文楷体"/>
              <a:sym typeface="华文楷体"/>
            </a:endParaRPr>
          </a:p>
          <a:p>
            <a:pPr marL="342900" marR="0" lvl="0" indent="-342900" algn="l" defTabSz="914400" rtl="0" eaLnBrk="1" fontAlgn="auto" latinLnBrk="0" hangingPunct="0">
              <a:lnSpc>
                <a:spcPct val="150000"/>
              </a:lnSpc>
              <a:spcBef>
                <a:spcPts val="700"/>
              </a:spcBef>
              <a:spcAft>
                <a:spcPts val="0"/>
              </a:spcAft>
              <a:buClr>
                <a:srgbClr val="3366FF"/>
              </a:buClr>
              <a:buSzPct val="80000"/>
              <a:buFontTx/>
              <a:buChar char="➢"/>
              <a:tabLst/>
              <a:defRPr sz="2000">
                <a:solidFill>
                  <a:srgbClr val="0000FF"/>
                </a:solidFill>
                <a:latin typeface="华文楷体"/>
                <a:ea typeface="华文楷体"/>
                <a:cs typeface="华文楷体"/>
                <a:sym typeface="华文楷体"/>
              </a:defRPr>
            </a:pPr>
            <a:endParaRPr kumimoji="0" sz="3200" b="0" i="0" u="none" strike="noStrike" kern="0" cap="none" spc="0" normalizeH="0" baseline="0" noProof="0" dirty="0">
              <a:ln>
                <a:noFill/>
              </a:ln>
              <a:solidFill>
                <a:srgbClr val="0000FF"/>
              </a:solidFill>
              <a:effectLst/>
              <a:uLnTx/>
              <a:uFillTx/>
              <a:latin typeface="华文楷体"/>
              <a:ea typeface="华文楷体"/>
              <a:sym typeface="华文楷体"/>
            </a:endParaRPr>
          </a:p>
          <a:p>
            <a:pPr marL="342900" marR="0" lvl="0" indent="-342900" algn="l" defTabSz="914400" rtl="0" eaLnBrk="1" fontAlgn="auto" latinLnBrk="0" hangingPunct="0">
              <a:lnSpc>
                <a:spcPct val="150000"/>
              </a:lnSpc>
              <a:spcBef>
                <a:spcPts val="700"/>
              </a:spcBef>
              <a:spcAft>
                <a:spcPts val="0"/>
              </a:spcAft>
              <a:buClr>
                <a:srgbClr val="3366FF"/>
              </a:buClr>
              <a:buSzPct val="80000"/>
              <a:buFontTx/>
              <a:buChar char="➢"/>
              <a:tabLst/>
              <a:defRPr sz="2000">
                <a:latin typeface="华文楷体"/>
                <a:ea typeface="华文楷体"/>
                <a:cs typeface="华文楷体"/>
                <a:sym typeface="华文楷体"/>
              </a:defRPr>
            </a:pPr>
            <a:endParaRPr kumimoji="0" sz="3200" b="0" i="0" u="none" strike="noStrike" kern="0" cap="none" spc="0" normalizeH="0" baseline="0" noProof="0" dirty="0">
              <a:ln>
                <a:noFill/>
              </a:ln>
              <a:solidFill>
                <a:srgbClr val="000000"/>
              </a:solidFill>
              <a:effectLst/>
              <a:uLnTx/>
              <a:uFillTx/>
              <a:latin typeface="华文楷体"/>
              <a:ea typeface="华文楷体"/>
              <a:sym typeface="华文楷体"/>
            </a:endParaRPr>
          </a:p>
          <a:p>
            <a:pPr marL="342900" marR="0" lvl="0" indent="-342900" algn="l" defTabSz="914400" rtl="0" eaLnBrk="1" fontAlgn="auto" latinLnBrk="0" hangingPunct="0">
              <a:lnSpc>
                <a:spcPct val="180000"/>
              </a:lnSpc>
              <a:spcBef>
                <a:spcPts val="400"/>
              </a:spcBef>
              <a:spcAft>
                <a:spcPts val="0"/>
              </a:spcAft>
              <a:buClrTx/>
              <a:buSzTx/>
              <a:buFontTx/>
              <a:buNone/>
              <a:tabLst/>
              <a:defRPr sz="2000">
                <a:latin typeface="华文楷体"/>
                <a:ea typeface="华文楷体"/>
                <a:cs typeface="华文楷体"/>
                <a:sym typeface="华文楷体"/>
              </a:defRPr>
            </a:pPr>
            <a:r>
              <a:rPr kumimoji="0" sz="2000" b="0" i="0" u="none" strike="noStrike" kern="0" cap="none" spc="0" normalizeH="0" baseline="0" noProof="0" dirty="0">
                <a:ln>
                  <a:noFill/>
                </a:ln>
                <a:solidFill>
                  <a:srgbClr val="000000"/>
                </a:solidFill>
                <a:effectLst/>
                <a:uLnTx/>
                <a:uFillTx/>
                <a:latin typeface="华文楷体"/>
                <a:ea typeface="华文楷体"/>
                <a:sym typeface="华文楷体"/>
              </a:rPr>
              <a:t>   </a:t>
            </a:r>
          </a:p>
        </p:txBody>
      </p:sp>
      <p:grpSp>
        <p:nvGrpSpPr>
          <p:cNvPr id="338" name="AutoShape 62">
            <a:hlinkClick r:id="rId3" action="ppaction://hlinksldjump"/>
          </p:cNvPr>
          <p:cNvGrpSpPr/>
          <p:nvPr/>
        </p:nvGrpSpPr>
        <p:grpSpPr>
          <a:xfrm>
            <a:off x="8172327" y="6032670"/>
            <a:ext cx="503362" cy="564980"/>
            <a:chOff x="0" y="0"/>
            <a:chExt cx="503360" cy="564979"/>
          </a:xfrm>
        </p:grpSpPr>
        <p:sp>
          <p:nvSpPr>
            <p:cNvPr id="336" name="形状"/>
            <p:cNvSpPr/>
            <p:nvPr/>
          </p:nvSpPr>
          <p:spPr>
            <a:xfrm rot="10800000">
              <a:off x="0" y="0"/>
              <a:ext cx="503361" cy="564980"/>
            </a:xfrm>
            <a:custGeom>
              <a:avLst/>
              <a:gdLst/>
              <a:ahLst/>
              <a:cxnLst>
                <a:cxn ang="0">
                  <a:pos x="wd2" y="hd2"/>
                </a:cxn>
                <a:cxn ang="5400000">
                  <a:pos x="wd2" y="hd2"/>
                </a:cxn>
                <a:cxn ang="10800000">
                  <a:pos x="wd2" y="hd2"/>
                </a:cxn>
                <a:cxn ang="16200000">
                  <a:pos x="wd2" y="hd2"/>
                </a:cxn>
              </a:cxnLst>
              <a:rect l="0" t="0" r="r" b="b"/>
              <a:pathLst>
                <a:path w="19326" h="21600" extrusionOk="0">
                  <a:moveTo>
                    <a:pt x="0" y="17401"/>
                  </a:moveTo>
                  <a:lnTo>
                    <a:pt x="6440" y="12339"/>
                  </a:lnTo>
                  <a:lnTo>
                    <a:pt x="6440" y="14654"/>
                  </a:lnTo>
                  <a:lnTo>
                    <a:pt x="6440" y="14654"/>
                  </a:lnTo>
                  <a:cubicBezTo>
                    <a:pt x="12121" y="13870"/>
                    <a:pt x="16539" y="12096"/>
                    <a:pt x="18389" y="9858"/>
                  </a:cubicBezTo>
                  <a:cubicBezTo>
                    <a:pt x="21600" y="13745"/>
                    <a:pt x="16304" y="17923"/>
                    <a:pt x="6440" y="19285"/>
                  </a:cubicBezTo>
                  <a:lnTo>
                    <a:pt x="6440" y="21600"/>
                  </a:lnTo>
                  <a:close/>
                  <a:moveTo>
                    <a:pt x="19322" y="12173"/>
                  </a:moveTo>
                  <a:cubicBezTo>
                    <a:pt x="19322" y="8008"/>
                    <a:pt x="10671" y="4631"/>
                    <a:pt x="0" y="4631"/>
                  </a:cubicBezTo>
                  <a:lnTo>
                    <a:pt x="0" y="0"/>
                  </a:lnTo>
                  <a:cubicBezTo>
                    <a:pt x="10671" y="0"/>
                    <a:pt x="19322" y="3377"/>
                    <a:pt x="19322" y="7543"/>
                  </a:cubicBezTo>
                  <a:close/>
                </a:path>
              </a:pathLst>
            </a:custGeom>
            <a:solidFill>
              <a:schemeClr val="accent2"/>
            </a:solidFill>
            <a:ln w="12700" cap="flat">
              <a:noFill/>
              <a:miter lim="400000"/>
            </a:ln>
            <a:effectLst/>
          </p:spPr>
          <p:txBody>
            <a:bodyPr wrap="square" lIns="45719" tIns="45719" rIns="45719" bIns="45719" numCol="1" anchor="ctr">
              <a:noAutofit/>
            </a:bodyPr>
            <a:lstStyle/>
            <a:p>
              <a:pPr marL="0" marR="0" lvl="0" indent="609600" algn="ctr" defTabSz="914400" rtl="0" eaLnBrk="1" fontAlgn="auto" latinLnBrk="0" hangingPunct="0">
                <a:lnSpc>
                  <a:spcPct val="180000"/>
                </a:lnSpc>
                <a:spcBef>
                  <a:spcPts val="0"/>
                </a:spcBef>
                <a:spcAft>
                  <a:spcPts val="0"/>
                </a:spcAft>
                <a:buClrTx/>
                <a:buSzTx/>
                <a:buFontTx/>
                <a:buNone/>
                <a:tabLst/>
                <a:defRPr>
                  <a:latin typeface="SimSun"/>
                  <a:ea typeface="SimSun"/>
                  <a:cs typeface="SimSun"/>
                  <a:sym typeface="SimSun"/>
                </a:defRPr>
              </a:pPr>
              <a:endParaRPr kumimoji="0" sz="2800" b="0" i="0" u="none" strike="noStrike" kern="0" cap="none" spc="0" normalizeH="0" baseline="0" noProof="0">
                <a:ln>
                  <a:noFill/>
                </a:ln>
                <a:solidFill>
                  <a:srgbClr val="000000"/>
                </a:solidFill>
                <a:effectLst/>
                <a:uLnTx/>
                <a:uFillTx/>
                <a:latin typeface="SimSun"/>
                <a:ea typeface="SimSun"/>
                <a:sym typeface="SimSun"/>
              </a:endParaRPr>
            </a:p>
          </p:txBody>
        </p:sp>
        <p:sp>
          <p:nvSpPr>
            <p:cNvPr id="337" name="形状"/>
            <p:cNvSpPr/>
            <p:nvPr/>
          </p:nvSpPr>
          <p:spPr>
            <a:xfrm rot="10800000">
              <a:off x="122" y="246568"/>
              <a:ext cx="503239" cy="31841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21600" y="14208"/>
                    <a:pt x="11929" y="8216"/>
                    <a:pt x="0" y="8216"/>
                  </a:cubicBezTo>
                  <a:lnTo>
                    <a:pt x="0" y="0"/>
                  </a:lnTo>
                  <a:cubicBezTo>
                    <a:pt x="11929" y="0"/>
                    <a:pt x="21600" y="5992"/>
                    <a:pt x="21600" y="13384"/>
                  </a:cubicBezTo>
                  <a:close/>
                </a:path>
              </a:pathLst>
            </a:custGeom>
            <a:solidFill>
              <a:srgbClr val="000000">
                <a:alpha val="20000"/>
              </a:srgbClr>
            </a:solidFill>
            <a:ln w="12700" cap="flat">
              <a:noFill/>
              <a:miter lim="400000"/>
            </a:ln>
            <a:effectLst/>
          </p:spPr>
          <p:txBody>
            <a:bodyPr wrap="square" lIns="45719" tIns="45719" rIns="45719" bIns="45719" numCol="1" anchor="ctr">
              <a:noAutofit/>
            </a:bodyPr>
            <a:lstStyle/>
            <a:p>
              <a:pPr marL="0" marR="0" lvl="0" indent="609600" algn="ctr" defTabSz="914400" rtl="0" eaLnBrk="1" fontAlgn="auto" latinLnBrk="0" hangingPunct="0">
                <a:lnSpc>
                  <a:spcPct val="180000"/>
                </a:lnSpc>
                <a:spcBef>
                  <a:spcPts val="0"/>
                </a:spcBef>
                <a:spcAft>
                  <a:spcPts val="0"/>
                </a:spcAft>
                <a:buClrTx/>
                <a:buSzTx/>
                <a:buFontTx/>
                <a:buNone/>
                <a:tabLst/>
                <a:defRPr>
                  <a:latin typeface="SimSun"/>
                  <a:ea typeface="SimSun"/>
                  <a:cs typeface="SimSun"/>
                  <a:sym typeface="SimSun"/>
                </a:defRPr>
              </a:pPr>
              <a:endParaRPr kumimoji="0" sz="2800" b="0" i="0" u="none" strike="noStrike" kern="0" cap="none" spc="0" normalizeH="0" baseline="0" noProof="0">
                <a:ln>
                  <a:noFill/>
                </a:ln>
                <a:solidFill>
                  <a:srgbClr val="000000"/>
                </a:solidFill>
                <a:effectLst/>
                <a:uLnTx/>
                <a:uFillTx/>
                <a:latin typeface="SimSun"/>
                <a:ea typeface="SimSun"/>
                <a:sym typeface="SimSun"/>
              </a:endParaRPr>
            </a:p>
          </p:txBody>
        </p:sp>
      </p:grpSp>
    </p:spTree>
  </p:cSld>
  <p:clrMapOvr>
    <a:masterClrMapping/>
  </p:clrMapOvr>
  <p:transition spd="slow">
    <p:fade/>
  </p:transition>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iterate>
                                    <p:tmAbs val="0"/>
                                  </p:iterate>
                                  <p:childTnLst>
                                    <p:set>
                                      <p:cBhvr>
                                        <p:cTn id="6" fill="hold"/>
                                        <p:tgtEl>
                                          <p:spTgt spid="335">
                                            <p:bg/>
                                          </p:spTgt>
                                        </p:tgtEl>
                                        <p:attrNameLst>
                                          <p:attrName>style.visibility</p:attrName>
                                        </p:attrNameLst>
                                      </p:cBhvr>
                                      <p:to>
                                        <p:strVal val="visible"/>
                                      </p:to>
                                    </p:set>
                                    <p:animEffect transition="in" filter="blinds(horizontal)">
                                      <p:cBhvr>
                                        <p:cTn id="7" dur="500"/>
                                        <p:tgtEl>
                                          <p:spTgt spid="335">
                                            <p:bg/>
                                          </p:spTgt>
                                        </p:tgtEl>
                                      </p:cBhvr>
                                    </p:animEffect>
                                  </p:childTnLst>
                                </p:cTn>
                              </p:par>
                              <p:par>
                                <p:cTn id="8" presetID="3" presetClass="entr" presetSubtype="10" fill="hold" grpId="0" nodeType="withEffect">
                                  <p:stCondLst>
                                    <p:cond delay="0"/>
                                  </p:stCondLst>
                                  <p:iterate>
                                    <p:tmAbs val="0"/>
                                  </p:iterate>
                                  <p:childTnLst>
                                    <p:set>
                                      <p:cBhvr>
                                        <p:cTn id="9" fill="hold"/>
                                        <p:tgtEl>
                                          <p:spTgt spid="335">
                                            <p:txEl>
                                              <p:pRg st="0" end="0"/>
                                            </p:txEl>
                                          </p:spTgt>
                                        </p:tgtEl>
                                        <p:attrNameLst>
                                          <p:attrName>style.visibility</p:attrName>
                                        </p:attrNameLst>
                                      </p:cBhvr>
                                      <p:to>
                                        <p:strVal val="visible"/>
                                      </p:to>
                                    </p:set>
                                    <p:animEffect transition="in" filter="blinds(horizontal)">
                                      <p:cBhvr>
                                        <p:cTn id="10" dur="500"/>
                                        <p:tgtEl>
                                          <p:spTgt spid="33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iterate>
                                    <p:tmAbs val="0"/>
                                  </p:iterate>
                                  <p:childTnLst>
                                    <p:set>
                                      <p:cBhvr>
                                        <p:cTn id="14" fill="hold"/>
                                        <p:tgtEl>
                                          <p:spTgt spid="335">
                                            <p:txEl>
                                              <p:pRg st="1" end="1"/>
                                            </p:txEl>
                                          </p:spTgt>
                                        </p:tgtEl>
                                        <p:attrNameLst>
                                          <p:attrName>style.visibility</p:attrName>
                                        </p:attrNameLst>
                                      </p:cBhvr>
                                      <p:to>
                                        <p:strVal val="visible"/>
                                      </p:to>
                                    </p:set>
                                    <p:animEffect transition="in" filter="blinds(horizontal)">
                                      <p:cBhvr>
                                        <p:cTn id="15" dur="500"/>
                                        <p:tgtEl>
                                          <p:spTgt spid="335">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iterate>
                                    <p:tmAbs val="0"/>
                                  </p:iterate>
                                  <p:childTnLst>
                                    <p:set>
                                      <p:cBhvr>
                                        <p:cTn id="19" fill="hold"/>
                                        <p:tgtEl>
                                          <p:spTgt spid="335">
                                            <p:txEl>
                                              <p:pRg st="2" end="2"/>
                                            </p:txEl>
                                          </p:spTgt>
                                        </p:tgtEl>
                                        <p:attrNameLst>
                                          <p:attrName>style.visibility</p:attrName>
                                        </p:attrNameLst>
                                      </p:cBhvr>
                                      <p:to>
                                        <p:strVal val="visible"/>
                                      </p:to>
                                    </p:set>
                                    <p:animEffect transition="in" filter="blinds(horizontal)">
                                      <p:cBhvr>
                                        <p:cTn id="20" dur="500"/>
                                        <p:tgtEl>
                                          <p:spTgt spid="33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iterate>
                                    <p:tmAbs val="0"/>
                                  </p:iterate>
                                  <p:childTnLst>
                                    <p:set>
                                      <p:cBhvr>
                                        <p:cTn id="24" fill="hold"/>
                                        <p:tgtEl>
                                          <p:spTgt spid="335">
                                            <p:txEl>
                                              <p:pRg st="3" end="3"/>
                                            </p:txEl>
                                          </p:spTgt>
                                        </p:tgtEl>
                                        <p:attrNameLst>
                                          <p:attrName>style.visibility</p:attrName>
                                        </p:attrNameLst>
                                      </p:cBhvr>
                                      <p:to>
                                        <p:strVal val="visible"/>
                                      </p:to>
                                    </p:set>
                                    <p:animEffect transition="in" filter="blinds(horizontal)">
                                      <p:cBhvr>
                                        <p:cTn id="25" dur="500"/>
                                        <p:tgtEl>
                                          <p:spTgt spid="335">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iterate>
                                    <p:tmAbs val="0"/>
                                  </p:iterate>
                                  <p:childTnLst>
                                    <p:set>
                                      <p:cBhvr>
                                        <p:cTn id="29" fill="hold"/>
                                        <p:tgtEl>
                                          <p:spTgt spid="335">
                                            <p:txEl>
                                              <p:pRg st="4" end="4"/>
                                            </p:txEl>
                                          </p:spTgt>
                                        </p:tgtEl>
                                        <p:attrNameLst>
                                          <p:attrName>style.visibility</p:attrName>
                                        </p:attrNameLst>
                                      </p:cBhvr>
                                      <p:to>
                                        <p:strVal val="visible"/>
                                      </p:to>
                                    </p:set>
                                    <p:animEffect transition="in" filter="blinds(horizontal)">
                                      <p:cBhvr>
                                        <p:cTn id="30" dur="500"/>
                                        <p:tgtEl>
                                          <p:spTgt spid="335">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iterate>
                                    <p:tmAbs val="0"/>
                                  </p:iterate>
                                  <p:childTnLst>
                                    <p:set>
                                      <p:cBhvr>
                                        <p:cTn id="34" fill="hold"/>
                                        <p:tgtEl>
                                          <p:spTgt spid="335">
                                            <p:txEl>
                                              <p:pRg st="5" end="5"/>
                                            </p:txEl>
                                          </p:spTgt>
                                        </p:tgtEl>
                                        <p:attrNameLst>
                                          <p:attrName>style.visibility</p:attrName>
                                        </p:attrNameLst>
                                      </p:cBhvr>
                                      <p:to>
                                        <p:strVal val="visible"/>
                                      </p:to>
                                    </p:set>
                                    <p:animEffect transition="in" filter="blinds(horizontal)">
                                      <p:cBhvr>
                                        <p:cTn id="35" dur="500"/>
                                        <p:tgtEl>
                                          <p:spTgt spid="335">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iterate>
                                    <p:tmAbs val="0"/>
                                  </p:iterate>
                                  <p:childTnLst>
                                    <p:set>
                                      <p:cBhvr>
                                        <p:cTn id="39" fill="hold"/>
                                        <p:tgtEl>
                                          <p:spTgt spid="335">
                                            <p:txEl>
                                              <p:pRg st="6" end="6"/>
                                            </p:txEl>
                                          </p:spTgt>
                                        </p:tgtEl>
                                        <p:attrNameLst>
                                          <p:attrName>style.visibility</p:attrName>
                                        </p:attrNameLst>
                                      </p:cBhvr>
                                      <p:to>
                                        <p:strVal val="visible"/>
                                      </p:to>
                                    </p:set>
                                    <p:animEffect transition="in" filter="blinds(horizontal)">
                                      <p:cBhvr>
                                        <p:cTn id="40" dur="500"/>
                                        <p:tgtEl>
                                          <p:spTgt spid="335">
                                            <p:txEl>
                                              <p:pRg st="6" end="6"/>
                                            </p:txEl>
                                          </p:spTgt>
                                        </p:tgtEl>
                                      </p:cBhvr>
                                    </p:animEffect>
                                  </p:childTnLst>
                                </p:cTn>
                              </p:par>
                            </p:childTnLst>
                          </p:cTn>
                        </p:par>
                        <p:par>
                          <p:cTn id="41" fill="hold">
                            <p:stCondLst>
                              <p:cond delay="500"/>
                            </p:stCondLst>
                            <p:childTnLst>
                              <p:par>
                                <p:cTn id="42" presetID="3" presetClass="entr" presetSubtype="10" fill="hold" grpId="0" nodeType="afterEffect">
                                  <p:stCondLst>
                                    <p:cond delay="0"/>
                                  </p:stCondLst>
                                  <p:iterate>
                                    <p:tmAbs val="0"/>
                                  </p:iterate>
                                  <p:childTnLst>
                                    <p:set>
                                      <p:cBhvr>
                                        <p:cTn id="43" fill="hold"/>
                                        <p:tgtEl>
                                          <p:spTgt spid="335">
                                            <p:txEl>
                                              <p:pRg st="7" end="7"/>
                                            </p:txEl>
                                          </p:spTgt>
                                        </p:tgtEl>
                                        <p:attrNameLst>
                                          <p:attrName>style.visibility</p:attrName>
                                        </p:attrNameLst>
                                      </p:cBhvr>
                                      <p:to>
                                        <p:strVal val="visible"/>
                                      </p:to>
                                    </p:set>
                                    <p:animEffect transition="in" filter="blinds(horizontal)">
                                      <p:cBhvr>
                                        <p:cTn id="44" dur="500"/>
                                        <p:tgtEl>
                                          <p:spTgt spid="335">
                                            <p:txEl>
                                              <p:pRg st="7" end="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iterate>
                                    <p:tmAbs val="0"/>
                                  </p:iterate>
                                  <p:childTnLst>
                                    <p:set>
                                      <p:cBhvr>
                                        <p:cTn id="48" fill="hold"/>
                                        <p:tgtEl>
                                          <p:spTgt spid="335">
                                            <p:txEl>
                                              <p:pRg st="11" end="11"/>
                                            </p:txEl>
                                          </p:spTgt>
                                        </p:tgtEl>
                                        <p:attrNameLst>
                                          <p:attrName>style.visibility</p:attrName>
                                        </p:attrNameLst>
                                      </p:cBhvr>
                                      <p:to>
                                        <p:strVal val="visible"/>
                                      </p:to>
                                    </p:set>
                                    <p:animEffect transition="in" filter="blinds(horizontal)">
                                      <p:cBhvr>
                                        <p:cTn id="49" dur="500"/>
                                        <p:tgtEl>
                                          <p:spTgt spid="33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5" grpId="0" build="p" bldLvl="5" animBg="1" advAuto="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 name="Rectangle 2"/>
          <p:cNvSpPr txBox="1">
            <a:spLocks noGrp="1"/>
          </p:cNvSpPr>
          <p:nvPr>
            <p:ph type="title"/>
          </p:nvPr>
        </p:nvSpPr>
        <p:spPr>
          <a:xfrm>
            <a:off x="192087" y="549274"/>
            <a:ext cx="8759826" cy="1728790"/>
          </a:xfrm>
          <a:prstGeom prst="rect">
            <a:avLst/>
          </a:prstGeom>
        </p:spPr>
        <p:txBody>
          <a:bodyPr/>
          <a:lstStyle/>
          <a:p>
            <a:pPr marL="342900" indent="-342900" algn="l">
              <a:lnSpc>
                <a:spcPct val="150000"/>
              </a:lnSpc>
              <a:buSzPct val="100000"/>
              <a:buChar char="p"/>
              <a:defRPr sz="2400">
                <a:solidFill>
                  <a:srgbClr val="800000"/>
                </a:solidFill>
                <a:effectLst/>
                <a:latin typeface="SimSun"/>
                <a:ea typeface="SimSun"/>
                <a:cs typeface="SimSun"/>
                <a:sym typeface="SimSun"/>
              </a:defRPr>
            </a:pPr>
            <a:r>
              <a:t>外模式 </a:t>
            </a:r>
            <a:r>
              <a:rPr>
                <a:solidFill>
                  <a:srgbClr val="000000"/>
                </a:solidFill>
              </a:rPr>
              <a:t>（External Schema）</a:t>
            </a:r>
            <a:br>
              <a:rPr>
                <a:solidFill>
                  <a:srgbClr val="000000"/>
                </a:solidFill>
              </a:rPr>
            </a:br>
            <a:r>
              <a:rPr>
                <a:solidFill>
                  <a:srgbClr val="006600"/>
                </a:solidFill>
                <a:effectLst>
                  <a:outerShdw blurRad="38100" dist="38100" dir="2700000" rotWithShape="0">
                    <a:srgbClr val="C0C0C0"/>
                  </a:outerShdw>
                </a:effectLst>
              </a:rPr>
              <a:t>                   </a:t>
            </a:r>
            <a:r>
              <a:rPr>
                <a:solidFill>
                  <a:srgbClr val="000000"/>
                </a:solidFill>
              </a:rPr>
              <a:t>也称</a:t>
            </a:r>
            <a:r>
              <a:rPr>
                <a:effectLst>
                  <a:outerShdw blurRad="38100" dist="38100" dir="2700000" rotWithShape="0">
                    <a:srgbClr val="C0C0C0"/>
                  </a:outerShdw>
                </a:effectLst>
              </a:rPr>
              <a:t>局部逻辑结构</a:t>
            </a:r>
            <a:r>
              <a:rPr>
                <a:solidFill>
                  <a:srgbClr val="000000"/>
                </a:solidFill>
                <a:effectLst>
                  <a:outerShdw blurRad="38100" dist="38100" dir="2700000" rotWithShape="0">
                    <a:srgbClr val="C0C0C0"/>
                  </a:outerShdw>
                </a:effectLst>
              </a:rPr>
              <a:t>或</a:t>
            </a:r>
            <a:r>
              <a:rPr>
                <a:effectLst>
                  <a:outerShdw blurRad="38100" dist="38100" dir="2700000" rotWithShape="0">
                    <a:srgbClr val="C0C0C0"/>
                  </a:outerShdw>
                </a:effectLst>
              </a:rPr>
              <a:t>子模式</a:t>
            </a:r>
            <a:r>
              <a:rPr>
                <a:solidFill>
                  <a:srgbClr val="000000"/>
                </a:solidFill>
                <a:effectLst>
                  <a:outerShdw blurRad="38100" dist="38100" dir="2700000" rotWithShape="0">
                    <a:srgbClr val="C0C0C0"/>
                  </a:outerShdw>
                </a:effectLst>
              </a:rPr>
              <a:t>或</a:t>
            </a:r>
            <a:r>
              <a:rPr>
                <a:effectLst>
                  <a:outerShdw blurRad="38100" dist="38100" dir="2700000" rotWithShape="0">
                    <a:srgbClr val="C0C0C0"/>
                  </a:outerShdw>
                </a:effectLst>
              </a:rPr>
              <a:t>用户模式</a:t>
            </a:r>
          </a:p>
        </p:txBody>
      </p:sp>
      <p:sp>
        <p:nvSpPr>
          <p:cNvPr id="341" name="Rectangle 3"/>
          <p:cNvSpPr txBox="1">
            <a:spLocks noGrp="1"/>
          </p:cNvSpPr>
          <p:nvPr>
            <p:ph type="body" idx="1"/>
          </p:nvPr>
        </p:nvSpPr>
        <p:spPr>
          <a:xfrm>
            <a:off x="111124" y="2420938"/>
            <a:ext cx="9072565" cy="4608513"/>
          </a:xfrm>
          <a:prstGeom prst="rect">
            <a:avLst/>
          </a:prstGeom>
        </p:spPr>
        <p:txBody>
          <a:bodyPr/>
          <a:lstStyle/>
          <a:p>
            <a:pPr>
              <a:lnSpc>
                <a:spcPct val="150000"/>
              </a:lnSpc>
              <a:spcBef>
                <a:spcPts val="400"/>
              </a:spcBef>
              <a:buChar char="➢"/>
              <a:defRPr sz="2000">
                <a:solidFill>
                  <a:srgbClr val="800000"/>
                </a:solidFill>
                <a:latin typeface="华文楷体"/>
                <a:ea typeface="华文楷体"/>
                <a:cs typeface="华文楷体"/>
                <a:sym typeface="华文楷体"/>
              </a:defRPr>
            </a:pPr>
            <a:r>
              <a:rPr dirty="0" err="1"/>
              <a:t>外模式</a:t>
            </a:r>
            <a:r>
              <a:rPr dirty="0" err="1">
                <a:solidFill>
                  <a:srgbClr val="0000D5"/>
                </a:solidFill>
              </a:rPr>
              <a:t>是用户与数据库系统的</a:t>
            </a:r>
            <a:r>
              <a:rPr dirty="0" err="1"/>
              <a:t>接口</a:t>
            </a:r>
            <a:r>
              <a:rPr dirty="0" err="1">
                <a:solidFill>
                  <a:srgbClr val="0000D5"/>
                </a:solidFill>
              </a:rPr>
              <a:t>，是</a:t>
            </a:r>
            <a:r>
              <a:rPr dirty="0" err="1"/>
              <a:t>用户用到的那部分数据</a:t>
            </a:r>
            <a:r>
              <a:rPr dirty="0" err="1">
                <a:solidFill>
                  <a:srgbClr val="0000D5"/>
                </a:solidFill>
              </a:rPr>
              <a:t>（用户的局部逻辑结构）的描述</a:t>
            </a:r>
            <a:r>
              <a:rPr dirty="0">
                <a:solidFill>
                  <a:srgbClr val="0000D5"/>
                </a:solidFill>
              </a:rPr>
              <a:t>；</a:t>
            </a:r>
          </a:p>
          <a:p>
            <a:pPr>
              <a:lnSpc>
                <a:spcPct val="150000"/>
              </a:lnSpc>
              <a:spcBef>
                <a:spcPts val="400"/>
              </a:spcBef>
              <a:buChar char="➢"/>
              <a:defRPr sz="2000">
                <a:solidFill>
                  <a:srgbClr val="800000"/>
                </a:solidFill>
                <a:latin typeface="华文楷体"/>
                <a:ea typeface="华文楷体"/>
                <a:cs typeface="华文楷体"/>
                <a:sym typeface="华文楷体"/>
              </a:defRPr>
            </a:pPr>
            <a:r>
              <a:rPr dirty="0" err="1"/>
              <a:t>用户用到的那部分数据（用户的数据视图）</a:t>
            </a:r>
            <a:r>
              <a:rPr dirty="0" err="1">
                <a:solidFill>
                  <a:srgbClr val="000000"/>
                </a:solidFill>
              </a:rPr>
              <a:t>是与某一特定应用有关的数据的逻辑表示</a:t>
            </a:r>
            <a:r>
              <a:rPr dirty="0">
                <a:solidFill>
                  <a:srgbClr val="000000"/>
                </a:solidFill>
              </a:rPr>
              <a:t>；</a:t>
            </a:r>
          </a:p>
          <a:p>
            <a:pPr>
              <a:lnSpc>
                <a:spcPct val="150000"/>
              </a:lnSpc>
              <a:spcBef>
                <a:spcPts val="400"/>
              </a:spcBef>
              <a:buChar char="➢"/>
              <a:defRPr sz="2000">
                <a:solidFill>
                  <a:srgbClr val="800000"/>
                </a:solidFill>
                <a:latin typeface="华文楷体"/>
                <a:ea typeface="华文楷体"/>
                <a:cs typeface="华文楷体"/>
                <a:sym typeface="华文楷体"/>
              </a:defRPr>
            </a:pPr>
            <a:r>
              <a:rPr dirty="0" err="1"/>
              <a:t>外模式介于</a:t>
            </a:r>
            <a:r>
              <a:rPr dirty="0" err="1">
                <a:solidFill>
                  <a:srgbClr val="000000"/>
                </a:solidFill>
              </a:rPr>
              <a:t>模式与应用之间</a:t>
            </a:r>
            <a:r>
              <a:rPr dirty="0">
                <a:solidFill>
                  <a:srgbClr val="000000"/>
                </a:solidFill>
              </a:rPr>
              <a:t>；</a:t>
            </a:r>
          </a:p>
          <a:p>
            <a:pPr>
              <a:lnSpc>
                <a:spcPct val="150000"/>
              </a:lnSpc>
              <a:spcBef>
                <a:spcPts val="400"/>
              </a:spcBef>
              <a:buChar char="➢"/>
              <a:defRPr sz="2000">
                <a:solidFill>
                  <a:srgbClr val="800000"/>
                </a:solidFill>
                <a:latin typeface="华文楷体"/>
                <a:ea typeface="华文楷体"/>
                <a:cs typeface="华文楷体"/>
                <a:sym typeface="华文楷体"/>
              </a:defRPr>
            </a:pPr>
            <a:r>
              <a:rPr dirty="0" err="1"/>
              <a:t>外模式</a:t>
            </a:r>
            <a:r>
              <a:rPr dirty="0" err="1">
                <a:solidFill>
                  <a:srgbClr val="000000"/>
                </a:solidFill>
              </a:rPr>
              <a:t>通常是</a:t>
            </a:r>
            <a:r>
              <a:rPr dirty="0" err="1"/>
              <a:t>模式的子集</a:t>
            </a:r>
            <a:r>
              <a:rPr dirty="0" err="1">
                <a:solidFill>
                  <a:srgbClr val="000000"/>
                </a:solidFill>
              </a:rPr>
              <a:t>，一个数据库可以有多个外模式</a:t>
            </a:r>
            <a:r>
              <a:rPr dirty="0">
                <a:solidFill>
                  <a:srgbClr val="000000"/>
                </a:solidFill>
              </a:rPr>
              <a:t>；</a:t>
            </a:r>
          </a:p>
          <a:p>
            <a:pPr>
              <a:lnSpc>
                <a:spcPct val="150000"/>
              </a:lnSpc>
              <a:spcBef>
                <a:spcPts val="400"/>
              </a:spcBef>
              <a:buChar char="➢"/>
              <a:defRPr sz="2000">
                <a:latin typeface="华文楷体"/>
                <a:ea typeface="华文楷体"/>
                <a:cs typeface="华文楷体"/>
                <a:sym typeface="华文楷体"/>
              </a:defRPr>
            </a:pPr>
            <a:r>
              <a:rPr dirty="0"/>
              <a:t> </a:t>
            </a:r>
            <a:r>
              <a:rPr dirty="0" err="1"/>
              <a:t>为保证了</a:t>
            </a:r>
            <a:r>
              <a:rPr dirty="0" err="1">
                <a:solidFill>
                  <a:srgbClr val="800000"/>
                </a:solidFill>
              </a:rPr>
              <a:t>数据库的安全性</a:t>
            </a:r>
            <a:r>
              <a:rPr dirty="0" err="1"/>
              <a:t>提供了有力的措施</a:t>
            </a:r>
            <a:r>
              <a:rPr dirty="0"/>
              <a:t>。</a:t>
            </a:r>
            <a:endParaRPr lang="en-US" dirty="0"/>
          </a:p>
          <a:p>
            <a:pPr>
              <a:lnSpc>
                <a:spcPct val="150000"/>
              </a:lnSpc>
              <a:spcBef>
                <a:spcPts val="400"/>
              </a:spcBef>
              <a:buFontTx/>
              <a:buChar char="➢"/>
              <a:defRPr sz="2000">
                <a:latin typeface="华文楷体"/>
                <a:ea typeface="华文楷体"/>
                <a:cs typeface="华文楷体"/>
                <a:sym typeface="华文楷体"/>
              </a:defRPr>
            </a:pPr>
            <a:r>
              <a:rPr lang="zh-CN" altLang="en-US" sz="2000" dirty="0">
                <a:solidFill>
                  <a:srgbClr val="0000FF"/>
                </a:solidFill>
                <a:latin typeface="华文楷体"/>
                <a:ea typeface="华文楷体"/>
                <a:sym typeface="华文楷体"/>
              </a:rPr>
              <a:t>用户使用数据操作语言</a:t>
            </a:r>
            <a:r>
              <a:rPr lang="en-US" altLang="zh-CN" sz="2000" dirty="0">
                <a:solidFill>
                  <a:srgbClr val="0000FF"/>
                </a:solidFill>
                <a:latin typeface="华文楷体"/>
                <a:ea typeface="华文楷体"/>
                <a:sym typeface="华文楷体"/>
              </a:rPr>
              <a:t>DML</a:t>
            </a:r>
            <a:r>
              <a:rPr lang="zh-CN" altLang="en-US" sz="2000" dirty="0">
                <a:solidFill>
                  <a:srgbClr val="0000FF"/>
                </a:solidFill>
                <a:latin typeface="华文楷体"/>
                <a:ea typeface="华文楷体"/>
                <a:sym typeface="华文楷体"/>
              </a:rPr>
              <a:t>语句对数据进行奥做</a:t>
            </a:r>
            <a:endParaRPr lang="en-US" altLang="zh-CN" sz="2000" dirty="0">
              <a:solidFill>
                <a:srgbClr val="0000FF"/>
              </a:solidFill>
              <a:latin typeface="华文楷体"/>
              <a:ea typeface="华文楷体"/>
              <a:sym typeface="华文楷体"/>
            </a:endParaRPr>
          </a:p>
          <a:p>
            <a:pPr>
              <a:lnSpc>
                <a:spcPct val="150000"/>
              </a:lnSpc>
              <a:spcBef>
                <a:spcPts val="400"/>
              </a:spcBef>
              <a:buFontTx/>
              <a:buChar char="➢"/>
              <a:defRPr sz="2000">
                <a:latin typeface="华文楷体"/>
                <a:ea typeface="华文楷体"/>
                <a:cs typeface="华文楷体"/>
                <a:sym typeface="华文楷体"/>
              </a:defRPr>
            </a:pPr>
            <a:r>
              <a:rPr lang="zh-CN" altLang="en-US" sz="2000" dirty="0">
                <a:solidFill>
                  <a:srgbClr val="0000FF"/>
                </a:solidFill>
                <a:latin typeface="华文楷体"/>
                <a:ea typeface="华文楷体"/>
                <a:sym typeface="华文楷体"/>
              </a:rPr>
              <a:t>描述外模式的数据定义语言为外模式</a:t>
            </a:r>
            <a:r>
              <a:rPr lang="en-US" altLang="zh-CN" sz="2000" dirty="0">
                <a:solidFill>
                  <a:srgbClr val="0000FF"/>
                </a:solidFill>
                <a:latin typeface="华文楷体"/>
                <a:ea typeface="华文楷体"/>
                <a:sym typeface="华文楷体"/>
              </a:rPr>
              <a:t>DDL</a:t>
            </a:r>
            <a:endParaRPr dirty="0"/>
          </a:p>
        </p:txBody>
      </p:sp>
      <p:sp>
        <p:nvSpPr>
          <p:cNvPr id="342" name="文本框 1"/>
          <p:cNvSpPr txBox="1"/>
          <p:nvPr/>
        </p:nvSpPr>
        <p:spPr>
          <a:xfrm>
            <a:off x="237807" y="188912"/>
            <a:ext cx="8900161" cy="6629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3200" b="1">
                <a:solidFill>
                  <a:srgbClr val="0000D5"/>
                </a:solidFill>
                <a:latin typeface="楷体"/>
                <a:ea typeface="楷体"/>
                <a:cs typeface="楷体"/>
                <a:sym typeface="楷体"/>
              </a:defRPr>
            </a:lvl1pPr>
          </a:lstStyle>
          <a:p>
            <a:pPr marL="0" marR="0" lvl="0" indent="0" algn="just" defTabSz="914400" rtl="0" eaLnBrk="1" fontAlgn="auto" latinLnBrk="0" hangingPunct="0">
              <a:lnSpc>
                <a:spcPct val="180000"/>
              </a:lnSpc>
              <a:spcBef>
                <a:spcPts val="0"/>
              </a:spcBef>
              <a:spcAft>
                <a:spcPts val="0"/>
              </a:spcAft>
              <a:buClrTx/>
              <a:buSzTx/>
              <a:buFontTx/>
              <a:buNone/>
              <a:tabLst/>
              <a:defRPr/>
            </a:pPr>
            <a:r>
              <a:rPr kumimoji="0" sz="3200" b="1" i="0" u="none" strike="noStrike" kern="0" cap="none" spc="0" normalizeH="0" baseline="0" noProof="0">
                <a:ln>
                  <a:noFill/>
                </a:ln>
                <a:solidFill>
                  <a:srgbClr val="0000D5"/>
                </a:solidFill>
                <a:effectLst/>
                <a:uLnTx/>
                <a:uFillTx/>
                <a:latin typeface="楷体"/>
                <a:ea typeface="楷体"/>
                <a:sym typeface="楷体"/>
              </a:rPr>
              <a:t>数据库的三级模式结构</a:t>
            </a:r>
          </a:p>
        </p:txBody>
      </p:sp>
      <p:grpSp>
        <p:nvGrpSpPr>
          <p:cNvPr id="345" name="AutoShape 62">
            <a:hlinkClick r:id="rId2" action="ppaction://hlinksldjump"/>
          </p:cNvPr>
          <p:cNvGrpSpPr/>
          <p:nvPr/>
        </p:nvGrpSpPr>
        <p:grpSpPr>
          <a:xfrm>
            <a:off x="8172327" y="6032670"/>
            <a:ext cx="503362" cy="564980"/>
            <a:chOff x="0" y="0"/>
            <a:chExt cx="503360" cy="564979"/>
          </a:xfrm>
        </p:grpSpPr>
        <p:sp>
          <p:nvSpPr>
            <p:cNvPr id="343" name="形状"/>
            <p:cNvSpPr/>
            <p:nvPr/>
          </p:nvSpPr>
          <p:spPr>
            <a:xfrm rot="10800000">
              <a:off x="0" y="0"/>
              <a:ext cx="503361" cy="564980"/>
            </a:xfrm>
            <a:custGeom>
              <a:avLst/>
              <a:gdLst/>
              <a:ahLst/>
              <a:cxnLst>
                <a:cxn ang="0">
                  <a:pos x="wd2" y="hd2"/>
                </a:cxn>
                <a:cxn ang="5400000">
                  <a:pos x="wd2" y="hd2"/>
                </a:cxn>
                <a:cxn ang="10800000">
                  <a:pos x="wd2" y="hd2"/>
                </a:cxn>
                <a:cxn ang="16200000">
                  <a:pos x="wd2" y="hd2"/>
                </a:cxn>
              </a:cxnLst>
              <a:rect l="0" t="0" r="r" b="b"/>
              <a:pathLst>
                <a:path w="19326" h="21600" extrusionOk="0">
                  <a:moveTo>
                    <a:pt x="0" y="17401"/>
                  </a:moveTo>
                  <a:lnTo>
                    <a:pt x="6440" y="12339"/>
                  </a:lnTo>
                  <a:lnTo>
                    <a:pt x="6440" y="14654"/>
                  </a:lnTo>
                  <a:lnTo>
                    <a:pt x="6440" y="14654"/>
                  </a:lnTo>
                  <a:cubicBezTo>
                    <a:pt x="12121" y="13870"/>
                    <a:pt x="16539" y="12096"/>
                    <a:pt x="18389" y="9858"/>
                  </a:cubicBezTo>
                  <a:cubicBezTo>
                    <a:pt x="21600" y="13745"/>
                    <a:pt x="16304" y="17923"/>
                    <a:pt x="6440" y="19285"/>
                  </a:cubicBezTo>
                  <a:lnTo>
                    <a:pt x="6440" y="21600"/>
                  </a:lnTo>
                  <a:close/>
                  <a:moveTo>
                    <a:pt x="19322" y="12173"/>
                  </a:moveTo>
                  <a:cubicBezTo>
                    <a:pt x="19322" y="8008"/>
                    <a:pt x="10671" y="4631"/>
                    <a:pt x="0" y="4631"/>
                  </a:cubicBezTo>
                  <a:lnTo>
                    <a:pt x="0" y="0"/>
                  </a:lnTo>
                  <a:cubicBezTo>
                    <a:pt x="10671" y="0"/>
                    <a:pt x="19322" y="3377"/>
                    <a:pt x="19322" y="7543"/>
                  </a:cubicBezTo>
                  <a:close/>
                </a:path>
              </a:pathLst>
            </a:custGeom>
            <a:solidFill>
              <a:schemeClr val="accent2"/>
            </a:solidFill>
            <a:ln w="12700" cap="flat">
              <a:noFill/>
              <a:miter lim="400000"/>
            </a:ln>
            <a:effectLst/>
          </p:spPr>
          <p:txBody>
            <a:bodyPr wrap="square" lIns="45719" tIns="45719" rIns="45719" bIns="45719" numCol="1" anchor="ctr">
              <a:noAutofit/>
            </a:bodyPr>
            <a:lstStyle/>
            <a:p>
              <a:pPr marL="0" marR="0" lvl="0" indent="609600" algn="ctr" defTabSz="914400" rtl="0" eaLnBrk="1" fontAlgn="auto" latinLnBrk="0" hangingPunct="0">
                <a:lnSpc>
                  <a:spcPct val="180000"/>
                </a:lnSpc>
                <a:spcBef>
                  <a:spcPts val="0"/>
                </a:spcBef>
                <a:spcAft>
                  <a:spcPts val="0"/>
                </a:spcAft>
                <a:buClrTx/>
                <a:buSzTx/>
                <a:buFontTx/>
                <a:buNone/>
                <a:tabLst/>
                <a:defRPr>
                  <a:latin typeface="SimSun"/>
                  <a:ea typeface="SimSun"/>
                  <a:cs typeface="SimSun"/>
                  <a:sym typeface="SimSun"/>
                </a:defRPr>
              </a:pPr>
              <a:endParaRPr kumimoji="0" sz="2800" b="0" i="0" u="none" strike="noStrike" kern="0" cap="none" spc="0" normalizeH="0" baseline="0" noProof="0">
                <a:ln>
                  <a:noFill/>
                </a:ln>
                <a:solidFill>
                  <a:srgbClr val="000000"/>
                </a:solidFill>
                <a:effectLst/>
                <a:uLnTx/>
                <a:uFillTx/>
                <a:latin typeface="SimSun"/>
                <a:ea typeface="SimSun"/>
                <a:sym typeface="SimSun"/>
              </a:endParaRPr>
            </a:p>
          </p:txBody>
        </p:sp>
        <p:sp>
          <p:nvSpPr>
            <p:cNvPr id="344" name="形状"/>
            <p:cNvSpPr/>
            <p:nvPr/>
          </p:nvSpPr>
          <p:spPr>
            <a:xfrm rot="10800000">
              <a:off x="122" y="246568"/>
              <a:ext cx="503239" cy="31841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21600" y="14208"/>
                    <a:pt x="11929" y="8216"/>
                    <a:pt x="0" y="8216"/>
                  </a:cubicBezTo>
                  <a:lnTo>
                    <a:pt x="0" y="0"/>
                  </a:lnTo>
                  <a:cubicBezTo>
                    <a:pt x="11929" y="0"/>
                    <a:pt x="21600" y="5992"/>
                    <a:pt x="21600" y="13384"/>
                  </a:cubicBezTo>
                  <a:close/>
                </a:path>
              </a:pathLst>
            </a:custGeom>
            <a:solidFill>
              <a:srgbClr val="000000">
                <a:alpha val="20000"/>
              </a:srgbClr>
            </a:solidFill>
            <a:ln w="12700" cap="flat">
              <a:noFill/>
              <a:miter lim="400000"/>
            </a:ln>
            <a:effectLst/>
          </p:spPr>
          <p:txBody>
            <a:bodyPr wrap="square" lIns="45719" tIns="45719" rIns="45719" bIns="45719" numCol="1" anchor="ctr">
              <a:noAutofit/>
            </a:bodyPr>
            <a:lstStyle/>
            <a:p>
              <a:pPr marL="0" marR="0" lvl="0" indent="609600" algn="ctr" defTabSz="914400" rtl="0" eaLnBrk="1" fontAlgn="auto" latinLnBrk="0" hangingPunct="0">
                <a:lnSpc>
                  <a:spcPct val="180000"/>
                </a:lnSpc>
                <a:spcBef>
                  <a:spcPts val="0"/>
                </a:spcBef>
                <a:spcAft>
                  <a:spcPts val="0"/>
                </a:spcAft>
                <a:buClrTx/>
                <a:buSzTx/>
                <a:buFontTx/>
                <a:buNone/>
                <a:tabLst/>
                <a:defRPr>
                  <a:latin typeface="SimSun"/>
                  <a:ea typeface="SimSun"/>
                  <a:cs typeface="SimSun"/>
                  <a:sym typeface="SimSun"/>
                </a:defRPr>
              </a:pPr>
              <a:endParaRPr kumimoji="0" sz="2800" b="0" i="0" u="none" strike="noStrike" kern="0" cap="none" spc="0" normalizeH="0" baseline="0" noProof="0">
                <a:ln>
                  <a:noFill/>
                </a:ln>
                <a:solidFill>
                  <a:srgbClr val="000000"/>
                </a:solidFill>
                <a:effectLst/>
                <a:uLnTx/>
                <a:uFillTx/>
                <a:latin typeface="SimSun"/>
                <a:ea typeface="SimSun"/>
                <a:sym typeface="SimSun"/>
              </a:endParaRPr>
            </a:p>
          </p:txBody>
        </p:sp>
      </p:grpSp>
    </p:spTree>
  </p:cSld>
  <p:clrMapOvr>
    <a:masterClrMapping/>
  </p:clrMapOvr>
  <p:transition spd="slow">
    <p:fade/>
  </p:transition>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iterate>
                                    <p:tmAbs val="0"/>
                                  </p:iterate>
                                  <p:childTnLst>
                                    <p:set>
                                      <p:cBhvr>
                                        <p:cTn id="6" fill="hold"/>
                                        <p:tgtEl>
                                          <p:spTgt spid="341">
                                            <p:bg/>
                                          </p:spTgt>
                                        </p:tgtEl>
                                        <p:attrNameLst>
                                          <p:attrName>style.visibility</p:attrName>
                                        </p:attrNameLst>
                                      </p:cBhvr>
                                      <p:to>
                                        <p:strVal val="visible"/>
                                      </p:to>
                                    </p:set>
                                    <p:animEffect transition="in" filter="blinds(horizontal)">
                                      <p:cBhvr>
                                        <p:cTn id="7" dur="500"/>
                                        <p:tgtEl>
                                          <p:spTgt spid="341">
                                            <p:bg/>
                                          </p:spTgt>
                                        </p:tgtEl>
                                      </p:cBhvr>
                                    </p:animEffect>
                                  </p:childTnLst>
                                </p:cTn>
                              </p:par>
                              <p:par>
                                <p:cTn id="8" presetID="3" presetClass="entr" presetSubtype="10" fill="hold" grpId="0" nodeType="withEffect">
                                  <p:stCondLst>
                                    <p:cond delay="0"/>
                                  </p:stCondLst>
                                  <p:iterate>
                                    <p:tmAbs val="0"/>
                                  </p:iterate>
                                  <p:childTnLst>
                                    <p:set>
                                      <p:cBhvr>
                                        <p:cTn id="9" fill="hold"/>
                                        <p:tgtEl>
                                          <p:spTgt spid="341">
                                            <p:txEl>
                                              <p:pRg st="0" end="0"/>
                                            </p:txEl>
                                          </p:spTgt>
                                        </p:tgtEl>
                                        <p:attrNameLst>
                                          <p:attrName>style.visibility</p:attrName>
                                        </p:attrNameLst>
                                      </p:cBhvr>
                                      <p:to>
                                        <p:strVal val="visible"/>
                                      </p:to>
                                    </p:set>
                                    <p:animEffect transition="in" filter="blinds(horizontal)">
                                      <p:cBhvr>
                                        <p:cTn id="10" dur="500"/>
                                        <p:tgtEl>
                                          <p:spTgt spid="341">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iterate>
                                    <p:tmAbs val="0"/>
                                  </p:iterate>
                                  <p:childTnLst>
                                    <p:set>
                                      <p:cBhvr>
                                        <p:cTn id="14" fill="hold"/>
                                        <p:tgtEl>
                                          <p:spTgt spid="341">
                                            <p:txEl>
                                              <p:pRg st="1" end="1"/>
                                            </p:txEl>
                                          </p:spTgt>
                                        </p:tgtEl>
                                        <p:attrNameLst>
                                          <p:attrName>style.visibility</p:attrName>
                                        </p:attrNameLst>
                                      </p:cBhvr>
                                      <p:to>
                                        <p:strVal val="visible"/>
                                      </p:to>
                                    </p:set>
                                    <p:animEffect transition="in" filter="blinds(horizontal)">
                                      <p:cBhvr>
                                        <p:cTn id="15" dur="500"/>
                                        <p:tgtEl>
                                          <p:spTgt spid="341">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iterate>
                                    <p:tmAbs val="0"/>
                                  </p:iterate>
                                  <p:childTnLst>
                                    <p:set>
                                      <p:cBhvr>
                                        <p:cTn id="19" fill="hold"/>
                                        <p:tgtEl>
                                          <p:spTgt spid="341">
                                            <p:txEl>
                                              <p:pRg st="2" end="2"/>
                                            </p:txEl>
                                          </p:spTgt>
                                        </p:tgtEl>
                                        <p:attrNameLst>
                                          <p:attrName>style.visibility</p:attrName>
                                        </p:attrNameLst>
                                      </p:cBhvr>
                                      <p:to>
                                        <p:strVal val="visible"/>
                                      </p:to>
                                    </p:set>
                                    <p:animEffect transition="in" filter="blinds(horizontal)">
                                      <p:cBhvr>
                                        <p:cTn id="20" dur="500"/>
                                        <p:tgtEl>
                                          <p:spTgt spid="341">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iterate>
                                    <p:tmAbs val="0"/>
                                  </p:iterate>
                                  <p:childTnLst>
                                    <p:set>
                                      <p:cBhvr>
                                        <p:cTn id="24" fill="hold"/>
                                        <p:tgtEl>
                                          <p:spTgt spid="341">
                                            <p:txEl>
                                              <p:pRg st="3" end="3"/>
                                            </p:txEl>
                                          </p:spTgt>
                                        </p:tgtEl>
                                        <p:attrNameLst>
                                          <p:attrName>style.visibility</p:attrName>
                                        </p:attrNameLst>
                                      </p:cBhvr>
                                      <p:to>
                                        <p:strVal val="visible"/>
                                      </p:to>
                                    </p:set>
                                    <p:animEffect transition="in" filter="blinds(horizontal)">
                                      <p:cBhvr>
                                        <p:cTn id="25" dur="500"/>
                                        <p:tgtEl>
                                          <p:spTgt spid="341">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iterate>
                                    <p:tmAbs val="0"/>
                                  </p:iterate>
                                  <p:childTnLst>
                                    <p:set>
                                      <p:cBhvr>
                                        <p:cTn id="29" fill="hold"/>
                                        <p:tgtEl>
                                          <p:spTgt spid="341">
                                            <p:txEl>
                                              <p:pRg st="4" end="4"/>
                                            </p:txEl>
                                          </p:spTgt>
                                        </p:tgtEl>
                                        <p:attrNameLst>
                                          <p:attrName>style.visibility</p:attrName>
                                        </p:attrNameLst>
                                      </p:cBhvr>
                                      <p:to>
                                        <p:strVal val="visible"/>
                                      </p:to>
                                    </p:set>
                                    <p:animEffect transition="in" filter="blinds(horizontal)">
                                      <p:cBhvr>
                                        <p:cTn id="30" dur="500"/>
                                        <p:tgtEl>
                                          <p:spTgt spid="341">
                                            <p:txEl>
                                              <p:pRg st="4" end="4"/>
                                            </p:txEl>
                                          </p:spTgt>
                                        </p:tgtEl>
                                      </p:cBhvr>
                                    </p:animEffect>
                                  </p:childTnLst>
                                </p:cTn>
                              </p:par>
                            </p:childTnLst>
                          </p:cTn>
                        </p:par>
                        <p:par>
                          <p:cTn id="31" fill="hold">
                            <p:stCondLst>
                              <p:cond delay="500"/>
                            </p:stCondLst>
                            <p:childTnLst>
                              <p:par>
                                <p:cTn id="32" presetID="3" presetClass="entr" presetSubtype="10" fill="hold" grpId="0" nodeType="afterEffect">
                                  <p:stCondLst>
                                    <p:cond delay="0"/>
                                  </p:stCondLst>
                                  <p:iterate>
                                    <p:tmAbs val="0"/>
                                  </p:iterate>
                                  <p:childTnLst>
                                    <p:set>
                                      <p:cBhvr>
                                        <p:cTn id="33" fill="hold"/>
                                        <p:tgtEl>
                                          <p:spTgt spid="341">
                                            <p:txEl>
                                              <p:pRg st="5" end="5"/>
                                            </p:txEl>
                                          </p:spTgt>
                                        </p:tgtEl>
                                        <p:attrNameLst>
                                          <p:attrName>style.visibility</p:attrName>
                                        </p:attrNameLst>
                                      </p:cBhvr>
                                      <p:to>
                                        <p:strVal val="visible"/>
                                      </p:to>
                                    </p:set>
                                    <p:animEffect transition="in" filter="blinds(horizontal)">
                                      <p:cBhvr>
                                        <p:cTn id="34" dur="500"/>
                                        <p:tgtEl>
                                          <p:spTgt spid="341">
                                            <p:txEl>
                                              <p:pRg st="5" end="5"/>
                                            </p:txEl>
                                          </p:spTgt>
                                        </p:tgtEl>
                                      </p:cBhvr>
                                    </p:animEffect>
                                  </p:childTnLst>
                                </p:cTn>
                              </p:par>
                            </p:childTnLst>
                          </p:cTn>
                        </p:par>
                        <p:par>
                          <p:cTn id="35" fill="hold">
                            <p:stCondLst>
                              <p:cond delay="1000"/>
                            </p:stCondLst>
                            <p:childTnLst>
                              <p:par>
                                <p:cTn id="36" presetID="3" presetClass="entr" presetSubtype="10" fill="hold" grpId="0" nodeType="afterEffect">
                                  <p:stCondLst>
                                    <p:cond delay="0"/>
                                  </p:stCondLst>
                                  <p:iterate>
                                    <p:tmAbs val="0"/>
                                  </p:iterate>
                                  <p:childTnLst>
                                    <p:set>
                                      <p:cBhvr>
                                        <p:cTn id="37" fill="hold"/>
                                        <p:tgtEl>
                                          <p:spTgt spid="341">
                                            <p:txEl>
                                              <p:pRg st="6" end="6"/>
                                            </p:txEl>
                                          </p:spTgt>
                                        </p:tgtEl>
                                        <p:attrNameLst>
                                          <p:attrName>style.visibility</p:attrName>
                                        </p:attrNameLst>
                                      </p:cBhvr>
                                      <p:to>
                                        <p:strVal val="visible"/>
                                      </p:to>
                                    </p:set>
                                    <p:animEffect transition="in" filter="blinds(horizontal)">
                                      <p:cBhvr>
                                        <p:cTn id="38" dur="500"/>
                                        <p:tgtEl>
                                          <p:spTgt spid="34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1" grpId="0" build="p" animBg="1" advAuto="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 name="Rectangle 2"/>
          <p:cNvSpPr txBox="1">
            <a:spLocks noGrp="1"/>
          </p:cNvSpPr>
          <p:nvPr>
            <p:ph type="title"/>
          </p:nvPr>
        </p:nvSpPr>
        <p:spPr>
          <a:xfrm>
            <a:off x="198119" y="1022741"/>
            <a:ext cx="8812214" cy="1152526"/>
          </a:xfrm>
          <a:prstGeom prst="rect">
            <a:avLst/>
          </a:prstGeom>
        </p:spPr>
        <p:txBody>
          <a:bodyPr>
            <a:noAutofit/>
          </a:bodyPr>
          <a:lstStyle/>
          <a:p>
            <a:pPr marL="270890" indent="-270890" algn="l" defTabSz="722376">
              <a:lnSpc>
                <a:spcPct val="150000"/>
              </a:lnSpc>
              <a:buSzPct val="100000"/>
              <a:buChar char="p"/>
              <a:defRPr sz="1896">
                <a:solidFill>
                  <a:srgbClr val="800000"/>
                </a:solidFill>
                <a:effectLst/>
                <a:latin typeface="SimSun"/>
                <a:ea typeface="SimSun"/>
                <a:cs typeface="SimSun"/>
                <a:sym typeface="SimSun"/>
              </a:defRPr>
            </a:pPr>
            <a:r>
              <a:rPr sz="2000" dirty="0" err="1"/>
              <a:t>内模式（Internal</a:t>
            </a:r>
            <a:r>
              <a:rPr sz="2000" dirty="0"/>
              <a:t> </a:t>
            </a:r>
            <a:r>
              <a:rPr sz="2000" dirty="0" err="1"/>
              <a:t>Schema）</a:t>
            </a:r>
            <a:r>
              <a:rPr sz="2000" dirty="0" err="1">
                <a:solidFill>
                  <a:srgbClr val="000000"/>
                </a:solidFill>
              </a:rPr>
              <a:t>也称</a:t>
            </a:r>
            <a:r>
              <a:rPr sz="2000" dirty="0" err="1"/>
              <a:t>存储模式</a:t>
            </a:r>
            <a:r>
              <a:rPr sz="2000" dirty="0"/>
              <a:t> </a:t>
            </a:r>
            <a:r>
              <a:rPr sz="2000" dirty="0" err="1">
                <a:solidFill>
                  <a:srgbClr val="000000"/>
                </a:solidFill>
              </a:rPr>
              <a:t>或</a:t>
            </a:r>
            <a:r>
              <a:rPr sz="2000" dirty="0"/>
              <a:t> </a:t>
            </a:r>
            <a:r>
              <a:rPr sz="2000" dirty="0" err="1"/>
              <a:t>数据库的物理结构</a:t>
            </a:r>
            <a:endParaRPr sz="2800" dirty="0">
              <a:solidFill>
                <a:srgbClr val="006600"/>
              </a:solidFill>
            </a:endParaRPr>
          </a:p>
        </p:txBody>
      </p:sp>
      <p:sp>
        <p:nvSpPr>
          <p:cNvPr id="348" name="Rectangle 4"/>
          <p:cNvSpPr txBox="1"/>
          <p:nvPr/>
        </p:nvSpPr>
        <p:spPr>
          <a:xfrm>
            <a:off x="198119" y="2205038"/>
            <a:ext cx="8981125" cy="47452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marL="342900" marR="0" lvl="0" indent="-342900" algn="just" defTabSz="914400" rtl="0" eaLnBrk="1" fontAlgn="auto" latinLnBrk="0" hangingPunct="0">
              <a:lnSpc>
                <a:spcPct val="150000"/>
              </a:lnSpc>
              <a:spcBef>
                <a:spcPts val="400"/>
              </a:spcBef>
              <a:spcAft>
                <a:spcPts val="0"/>
              </a:spcAft>
              <a:buClr>
                <a:srgbClr val="3366FF"/>
              </a:buClr>
              <a:buSzPct val="80000"/>
              <a:buFontTx/>
              <a:buChar char="➢"/>
              <a:tabLst/>
              <a:defRPr sz="2000">
                <a:latin typeface="华文楷体"/>
                <a:ea typeface="华文楷体"/>
                <a:cs typeface="华文楷体"/>
                <a:sym typeface="华文楷体"/>
              </a:defRPr>
            </a:pPr>
            <a:r>
              <a:rPr kumimoji="0" sz="2400" b="0" i="0" u="none" strike="noStrike" kern="0" cap="none" spc="0" normalizeH="0" baseline="0" noProof="0" dirty="0">
                <a:ln>
                  <a:noFill/>
                </a:ln>
                <a:solidFill>
                  <a:srgbClr val="000000"/>
                </a:solidFill>
                <a:effectLst/>
                <a:uLnTx/>
                <a:uFillTx/>
                <a:latin typeface="华文楷体"/>
                <a:ea typeface="华文楷体"/>
                <a:sym typeface="华文楷体"/>
              </a:rPr>
              <a:t> </a:t>
            </a:r>
            <a:r>
              <a:rPr kumimoji="0" sz="2400" b="0" i="0" u="none" strike="noStrike" kern="0" cap="none" spc="0" normalizeH="0" baseline="0" noProof="0" dirty="0" err="1">
                <a:ln>
                  <a:noFill/>
                </a:ln>
                <a:solidFill>
                  <a:srgbClr val="800000"/>
                </a:solidFill>
                <a:effectLst/>
                <a:uLnTx/>
                <a:uFillTx/>
                <a:latin typeface="华文楷体"/>
                <a:ea typeface="华文楷体"/>
                <a:sym typeface="华文楷体"/>
              </a:rPr>
              <a:t>内模式</a:t>
            </a:r>
            <a:r>
              <a:rPr kumimoji="0" sz="2400" b="0" i="0" u="none" strike="noStrike" kern="0" cap="none" spc="0" normalizeH="0" baseline="0" noProof="0" dirty="0" err="1">
                <a:ln>
                  <a:noFill/>
                </a:ln>
                <a:solidFill>
                  <a:srgbClr val="0000FF"/>
                </a:solidFill>
                <a:effectLst/>
                <a:uLnTx/>
                <a:uFillTx/>
                <a:latin typeface="华文楷体"/>
                <a:ea typeface="华文楷体"/>
                <a:sym typeface="华文楷体"/>
              </a:rPr>
              <a:t>是数据库</a:t>
            </a:r>
            <a:r>
              <a:rPr kumimoji="0" sz="2400" b="0" i="0" u="none" strike="noStrike" kern="0" cap="none" spc="0" normalizeH="0" baseline="0" noProof="0" dirty="0" err="1">
                <a:ln>
                  <a:noFill/>
                </a:ln>
                <a:solidFill>
                  <a:srgbClr val="800000"/>
                </a:solidFill>
                <a:effectLst/>
                <a:uLnTx/>
                <a:uFillTx/>
                <a:latin typeface="华文楷体"/>
                <a:ea typeface="华文楷体"/>
                <a:sym typeface="华文楷体"/>
              </a:rPr>
              <a:t>在物理存储方面的描述</a:t>
            </a:r>
            <a:r>
              <a:rPr kumimoji="0" sz="2400" b="0" i="0" u="none" strike="noStrike" kern="0" cap="none" spc="0" normalizeH="0" baseline="0" noProof="0" dirty="0">
                <a:ln>
                  <a:noFill/>
                </a:ln>
                <a:solidFill>
                  <a:srgbClr val="0000FF"/>
                </a:solidFill>
                <a:effectLst/>
                <a:uLnTx/>
                <a:uFillTx/>
                <a:latin typeface="华文楷体"/>
                <a:ea typeface="华文楷体"/>
                <a:sym typeface="华文楷体"/>
              </a:rPr>
              <a:t>；</a:t>
            </a:r>
          </a:p>
          <a:p>
            <a:pPr marL="342900" marR="0" lvl="0" indent="-342900" algn="just" defTabSz="914400" rtl="0" eaLnBrk="1" fontAlgn="auto" latinLnBrk="0" hangingPunct="0">
              <a:lnSpc>
                <a:spcPct val="150000"/>
              </a:lnSpc>
              <a:spcBef>
                <a:spcPts val="400"/>
              </a:spcBef>
              <a:spcAft>
                <a:spcPts val="0"/>
              </a:spcAft>
              <a:buClr>
                <a:srgbClr val="3366FF"/>
              </a:buClr>
              <a:buSzPct val="80000"/>
              <a:buFontTx/>
              <a:buChar char="➢"/>
              <a:tabLst/>
              <a:defRPr sz="2000">
                <a:solidFill>
                  <a:srgbClr val="0000FF"/>
                </a:solidFill>
                <a:latin typeface="华文楷体"/>
                <a:ea typeface="华文楷体"/>
                <a:cs typeface="华文楷体"/>
                <a:sym typeface="华文楷体"/>
              </a:defRPr>
            </a:pPr>
            <a:r>
              <a:rPr kumimoji="0" sz="2400" b="0" i="0" u="none" strike="noStrike" kern="0" cap="none" spc="0" normalizeH="0" baseline="0" noProof="0" dirty="0" err="1">
                <a:ln>
                  <a:noFill/>
                </a:ln>
                <a:solidFill>
                  <a:srgbClr val="0000FF"/>
                </a:solidFill>
                <a:effectLst/>
                <a:uLnTx/>
                <a:uFillTx/>
                <a:latin typeface="华文楷体"/>
                <a:ea typeface="华文楷体"/>
                <a:sym typeface="华文楷体"/>
              </a:rPr>
              <a:t>定义了所有内部记录类型，即数据在数据库内部的表示方式</a:t>
            </a:r>
            <a:r>
              <a:rPr kumimoji="0" sz="2400" b="0" i="0" u="none" strike="noStrike" kern="0" cap="none" spc="0" normalizeH="0" baseline="0" noProof="0" dirty="0">
                <a:ln>
                  <a:noFill/>
                </a:ln>
                <a:solidFill>
                  <a:srgbClr val="0000FF"/>
                </a:solidFill>
                <a:effectLst/>
                <a:uLnTx/>
                <a:uFillTx/>
                <a:latin typeface="华文楷体"/>
                <a:ea typeface="华文楷体"/>
                <a:sym typeface="华文楷体"/>
              </a:rPr>
              <a:t>：</a:t>
            </a:r>
          </a:p>
          <a:p>
            <a:pPr marL="342900" marR="0" lvl="0" indent="-342900" algn="just" defTabSz="914400" rtl="0" eaLnBrk="1" fontAlgn="auto" latinLnBrk="0" hangingPunct="0">
              <a:lnSpc>
                <a:spcPct val="150000"/>
              </a:lnSpc>
              <a:spcBef>
                <a:spcPts val="400"/>
              </a:spcBef>
              <a:spcAft>
                <a:spcPts val="0"/>
              </a:spcAft>
              <a:buClr>
                <a:srgbClr val="3366FF"/>
              </a:buClr>
              <a:buSzPct val="80000"/>
              <a:buFont typeface="Arial"/>
              <a:buChar char="•"/>
              <a:tabLst/>
              <a:defRPr sz="2000">
                <a:solidFill>
                  <a:srgbClr val="660033"/>
                </a:solidFill>
                <a:latin typeface="华文楷体"/>
                <a:ea typeface="华文楷体"/>
                <a:cs typeface="华文楷体"/>
                <a:sym typeface="华文楷体"/>
              </a:defRPr>
            </a:pPr>
            <a:r>
              <a:rPr kumimoji="0" sz="2400" b="0" i="0" u="none" strike="noStrike" kern="0" cap="none" spc="0" normalizeH="0" baseline="0" noProof="0" dirty="0">
                <a:ln>
                  <a:noFill/>
                </a:ln>
                <a:solidFill>
                  <a:srgbClr val="660033"/>
                </a:solidFill>
                <a:effectLst/>
                <a:uLnTx/>
                <a:uFillTx/>
                <a:latin typeface="华文楷体"/>
                <a:ea typeface="华文楷体"/>
                <a:sym typeface="华文楷体"/>
              </a:rPr>
              <a:t>        </a:t>
            </a:r>
            <a:r>
              <a:rPr kumimoji="0" sz="2400" b="0" i="0" u="none" strike="noStrike" kern="0" cap="none" spc="0" normalizeH="0" baseline="0" noProof="0" dirty="0" err="1">
                <a:ln>
                  <a:noFill/>
                </a:ln>
                <a:solidFill>
                  <a:srgbClr val="660033"/>
                </a:solidFill>
                <a:effectLst/>
                <a:uLnTx/>
                <a:uFillTx/>
                <a:latin typeface="华文楷体"/>
                <a:ea typeface="华文楷体"/>
                <a:sym typeface="华文楷体"/>
              </a:rPr>
              <a:t>记录</a:t>
            </a:r>
            <a:r>
              <a:rPr kumimoji="0" sz="2400" b="0" i="0" u="none" strike="noStrike" kern="0" cap="none" spc="0" normalizeH="0" baseline="0" noProof="0" dirty="0" err="1">
                <a:ln>
                  <a:noFill/>
                </a:ln>
                <a:solidFill>
                  <a:srgbClr val="000000"/>
                </a:solidFill>
                <a:effectLst/>
                <a:uLnTx/>
                <a:uFillTx/>
                <a:latin typeface="华文楷体"/>
                <a:ea typeface="华文楷体"/>
                <a:sym typeface="华文楷体"/>
              </a:rPr>
              <a:t>的存储方式</a:t>
            </a:r>
            <a:r>
              <a:rPr kumimoji="0" sz="2400" b="0" i="0" u="none" strike="noStrike" kern="0" cap="none" spc="0" normalizeH="0" baseline="0" noProof="0" dirty="0">
                <a:ln>
                  <a:noFill/>
                </a:ln>
                <a:solidFill>
                  <a:srgbClr val="000000"/>
                </a:solidFill>
                <a:effectLst/>
                <a:uLnTx/>
                <a:uFillTx/>
                <a:latin typeface="华文楷体"/>
                <a:ea typeface="华文楷体"/>
                <a:sym typeface="华文楷体"/>
              </a:rPr>
              <a:t>（ </a:t>
            </a:r>
            <a:r>
              <a:rPr kumimoji="0" sz="2400" b="0" i="0" u="none" strike="noStrike" kern="0" cap="none" spc="0" normalizeH="0" baseline="0" noProof="0" dirty="0" err="1">
                <a:ln>
                  <a:noFill/>
                </a:ln>
                <a:solidFill>
                  <a:srgbClr val="000000"/>
                </a:solidFill>
                <a:effectLst/>
                <a:uLnTx/>
                <a:uFillTx/>
                <a:latin typeface="华文楷体"/>
                <a:ea typeface="华文楷体"/>
                <a:sym typeface="华文楷体"/>
              </a:rPr>
              <a:t>顺序存储、按照B树结构存储、按hash方法存储</a:t>
            </a:r>
            <a:r>
              <a:rPr kumimoji="0" sz="2400" b="0" i="0" u="none" strike="noStrike" kern="0" cap="none" spc="0" normalizeH="0" baseline="0" noProof="0" dirty="0">
                <a:ln>
                  <a:noFill/>
                </a:ln>
                <a:solidFill>
                  <a:srgbClr val="000000"/>
                </a:solidFill>
                <a:effectLst/>
                <a:uLnTx/>
                <a:uFillTx/>
                <a:latin typeface="华文楷体"/>
                <a:ea typeface="华文楷体"/>
                <a:sym typeface="华文楷体"/>
              </a:rPr>
              <a:t>）；</a:t>
            </a:r>
            <a:endParaRPr kumimoji="0" sz="3600" b="0" i="0" u="none" strike="noStrike" kern="0" cap="none" spc="0" normalizeH="0" baseline="0" noProof="0" dirty="0">
              <a:ln>
                <a:noFill/>
              </a:ln>
              <a:solidFill>
                <a:srgbClr val="660033"/>
              </a:solidFill>
              <a:effectLst/>
              <a:uLnTx/>
              <a:uFillTx/>
              <a:latin typeface="华文楷体"/>
              <a:ea typeface="华文楷体"/>
              <a:sym typeface="华文楷体"/>
            </a:endParaRPr>
          </a:p>
          <a:p>
            <a:pPr marL="342900" marR="0" lvl="0" indent="-342900" algn="just" defTabSz="914400" rtl="0" eaLnBrk="1" fontAlgn="auto" latinLnBrk="0" hangingPunct="0">
              <a:lnSpc>
                <a:spcPct val="150000"/>
              </a:lnSpc>
              <a:spcBef>
                <a:spcPts val="400"/>
              </a:spcBef>
              <a:spcAft>
                <a:spcPts val="0"/>
              </a:spcAft>
              <a:buClr>
                <a:srgbClr val="3366FF"/>
              </a:buClr>
              <a:buSzPct val="80000"/>
              <a:buFont typeface="Arial"/>
              <a:buChar char="•"/>
              <a:tabLst/>
              <a:defRPr sz="2000">
                <a:latin typeface="华文楷体"/>
                <a:ea typeface="华文楷体"/>
                <a:cs typeface="华文楷体"/>
                <a:sym typeface="华文楷体"/>
              </a:defRPr>
            </a:pPr>
            <a:r>
              <a:rPr kumimoji="0" sz="2400" b="0" i="0" u="none" strike="noStrike" kern="0" cap="none" spc="0" normalizeH="0" baseline="0" noProof="0" dirty="0">
                <a:ln>
                  <a:noFill/>
                </a:ln>
                <a:solidFill>
                  <a:srgbClr val="000000"/>
                </a:solidFill>
                <a:effectLst/>
                <a:uLnTx/>
                <a:uFillTx/>
                <a:latin typeface="华文楷体"/>
                <a:ea typeface="华文楷体"/>
                <a:sym typeface="华文楷体"/>
              </a:rPr>
              <a:t>        </a:t>
            </a:r>
            <a:r>
              <a:rPr kumimoji="0" sz="2400" b="0" i="0" u="none" strike="noStrike" kern="0" cap="none" spc="0" normalizeH="0" baseline="0" noProof="0" dirty="0" err="1">
                <a:ln>
                  <a:noFill/>
                </a:ln>
                <a:solidFill>
                  <a:srgbClr val="660033"/>
                </a:solidFill>
                <a:effectLst/>
                <a:uLnTx/>
                <a:uFillTx/>
                <a:latin typeface="华文楷体"/>
                <a:ea typeface="华文楷体"/>
                <a:sym typeface="华文楷体"/>
              </a:rPr>
              <a:t>索引</a:t>
            </a:r>
            <a:r>
              <a:rPr kumimoji="0" sz="2400" b="0" i="0" u="none" strike="noStrike" kern="0" cap="none" spc="0" normalizeH="0" baseline="0" noProof="0" dirty="0" err="1">
                <a:ln>
                  <a:noFill/>
                </a:ln>
                <a:solidFill>
                  <a:srgbClr val="000000"/>
                </a:solidFill>
                <a:effectLst/>
                <a:uLnTx/>
                <a:uFillTx/>
                <a:latin typeface="华文楷体"/>
                <a:ea typeface="华文楷体"/>
                <a:sym typeface="华文楷体"/>
              </a:rPr>
              <a:t>的组织方式</a:t>
            </a:r>
            <a:r>
              <a:rPr kumimoji="0" sz="2400" b="0" i="0" u="none" strike="noStrike" kern="0" cap="none" spc="0" normalizeH="0" baseline="0" noProof="0" dirty="0">
                <a:ln>
                  <a:noFill/>
                </a:ln>
                <a:solidFill>
                  <a:srgbClr val="000000"/>
                </a:solidFill>
                <a:effectLst/>
                <a:uLnTx/>
                <a:uFillTx/>
                <a:latin typeface="华文楷体"/>
                <a:ea typeface="华文楷体"/>
                <a:sym typeface="华文楷体"/>
              </a:rPr>
              <a:t>；</a:t>
            </a:r>
            <a:endParaRPr kumimoji="0" sz="3600" b="0" i="0" u="none" strike="noStrike" kern="0" cap="none" spc="0" normalizeH="0" baseline="0" noProof="0" dirty="0">
              <a:ln>
                <a:noFill/>
              </a:ln>
              <a:solidFill>
                <a:srgbClr val="000000"/>
              </a:solidFill>
              <a:effectLst/>
              <a:uLnTx/>
              <a:uFillTx/>
              <a:latin typeface="华文楷体"/>
              <a:ea typeface="华文楷体"/>
              <a:sym typeface="华文楷体"/>
            </a:endParaRPr>
          </a:p>
          <a:p>
            <a:pPr marL="342900" marR="0" lvl="0" indent="-342900" algn="just" defTabSz="914400" rtl="0" eaLnBrk="1" fontAlgn="auto" latinLnBrk="0" hangingPunct="0">
              <a:lnSpc>
                <a:spcPct val="150000"/>
              </a:lnSpc>
              <a:spcBef>
                <a:spcPts val="400"/>
              </a:spcBef>
              <a:spcAft>
                <a:spcPts val="0"/>
              </a:spcAft>
              <a:buClr>
                <a:srgbClr val="3366FF"/>
              </a:buClr>
              <a:buSzPct val="80000"/>
              <a:buFont typeface="Arial"/>
              <a:buChar char="•"/>
              <a:tabLst/>
              <a:defRPr sz="2000">
                <a:latin typeface="华文楷体"/>
                <a:ea typeface="华文楷体"/>
                <a:cs typeface="华文楷体"/>
                <a:sym typeface="华文楷体"/>
              </a:defRPr>
            </a:pPr>
            <a:r>
              <a:rPr kumimoji="0" sz="2400" b="0" i="0" u="none" strike="noStrike" kern="0" cap="none" spc="0" normalizeH="0" baseline="0" noProof="0" dirty="0">
                <a:ln>
                  <a:noFill/>
                </a:ln>
                <a:solidFill>
                  <a:srgbClr val="000000"/>
                </a:solidFill>
                <a:effectLst/>
                <a:uLnTx/>
                <a:uFillTx/>
                <a:latin typeface="华文楷体"/>
                <a:ea typeface="华文楷体"/>
                <a:sym typeface="华文楷体"/>
              </a:rPr>
              <a:t>        </a:t>
            </a:r>
            <a:r>
              <a:rPr kumimoji="0" sz="2400" b="0" i="0" u="none" strike="noStrike" kern="0" cap="none" spc="0" normalizeH="0" baseline="0" noProof="0" dirty="0" err="1">
                <a:ln>
                  <a:noFill/>
                </a:ln>
                <a:solidFill>
                  <a:srgbClr val="660033"/>
                </a:solidFill>
                <a:effectLst/>
                <a:uLnTx/>
                <a:uFillTx/>
                <a:latin typeface="华文楷体"/>
                <a:ea typeface="华文楷体"/>
                <a:sym typeface="华文楷体"/>
              </a:rPr>
              <a:t>文件</a:t>
            </a:r>
            <a:r>
              <a:rPr kumimoji="0" sz="2400" b="0" i="0" u="none" strike="noStrike" kern="0" cap="none" spc="0" normalizeH="0" baseline="0" noProof="0" dirty="0" err="1">
                <a:ln>
                  <a:noFill/>
                </a:ln>
                <a:solidFill>
                  <a:srgbClr val="000000"/>
                </a:solidFill>
                <a:effectLst/>
                <a:uLnTx/>
                <a:uFillTx/>
                <a:latin typeface="华文楷体"/>
                <a:ea typeface="华文楷体"/>
                <a:sym typeface="华文楷体"/>
              </a:rPr>
              <a:t>的组织方式</a:t>
            </a:r>
            <a:r>
              <a:rPr kumimoji="0" sz="2400" b="0" i="0" u="none" strike="noStrike" kern="0" cap="none" spc="0" normalizeH="0" baseline="0" noProof="0" dirty="0">
                <a:ln>
                  <a:noFill/>
                </a:ln>
                <a:solidFill>
                  <a:srgbClr val="000000"/>
                </a:solidFill>
                <a:effectLst/>
                <a:uLnTx/>
                <a:uFillTx/>
                <a:latin typeface="华文楷体"/>
                <a:ea typeface="华文楷体"/>
                <a:sym typeface="华文楷体"/>
              </a:rPr>
              <a:t>；</a:t>
            </a:r>
            <a:endParaRPr kumimoji="0" sz="3600" b="0" i="0" u="none" strike="noStrike" kern="0" cap="none" spc="0" normalizeH="0" baseline="0" noProof="0" dirty="0">
              <a:ln>
                <a:noFill/>
              </a:ln>
              <a:solidFill>
                <a:srgbClr val="000000"/>
              </a:solidFill>
              <a:effectLst/>
              <a:uLnTx/>
              <a:uFillTx/>
              <a:latin typeface="华文楷体"/>
              <a:ea typeface="华文楷体"/>
              <a:sym typeface="华文楷体"/>
            </a:endParaRPr>
          </a:p>
          <a:p>
            <a:pPr marL="342900" marR="0" lvl="0" indent="-342900" algn="just" defTabSz="914400" rtl="0" eaLnBrk="1" fontAlgn="auto" latinLnBrk="0" hangingPunct="0">
              <a:lnSpc>
                <a:spcPct val="150000"/>
              </a:lnSpc>
              <a:spcBef>
                <a:spcPts val="400"/>
              </a:spcBef>
              <a:spcAft>
                <a:spcPts val="0"/>
              </a:spcAft>
              <a:buClr>
                <a:srgbClr val="3366FF"/>
              </a:buClr>
              <a:buSzPct val="80000"/>
              <a:buFontTx/>
              <a:buChar char="➢"/>
              <a:tabLst/>
              <a:defRPr sz="2000">
                <a:latin typeface="华文楷体"/>
                <a:ea typeface="华文楷体"/>
                <a:cs typeface="华文楷体"/>
                <a:sym typeface="华文楷体"/>
              </a:defRPr>
            </a:pPr>
            <a:r>
              <a:rPr kumimoji="0" sz="2400" b="0" i="0" u="none" strike="noStrike" kern="0" cap="none" spc="0" normalizeH="0" baseline="0" noProof="0" dirty="0">
                <a:ln>
                  <a:noFill/>
                </a:ln>
                <a:solidFill>
                  <a:srgbClr val="000000"/>
                </a:solidFill>
                <a:effectLst/>
                <a:uLnTx/>
                <a:uFillTx/>
                <a:latin typeface="华文楷体"/>
                <a:ea typeface="华文楷体"/>
                <a:sym typeface="华文楷体"/>
              </a:rPr>
              <a:t> </a:t>
            </a:r>
            <a:r>
              <a:rPr kumimoji="0" sz="2400" b="0" i="0" u="none" strike="noStrike" kern="0" cap="none" spc="0" normalizeH="0" baseline="0" noProof="0" dirty="0" err="1">
                <a:ln>
                  <a:noFill/>
                </a:ln>
                <a:solidFill>
                  <a:srgbClr val="000000"/>
                </a:solidFill>
                <a:effectLst/>
                <a:uLnTx/>
                <a:uFillTx/>
                <a:latin typeface="华文楷体"/>
                <a:ea typeface="华文楷体"/>
                <a:sym typeface="华文楷体"/>
              </a:rPr>
              <a:t>数据控制方面的细节</a:t>
            </a:r>
            <a:r>
              <a:rPr kumimoji="0" sz="2400" b="0" i="0" u="none" strike="noStrike" kern="0" cap="none" spc="0" normalizeH="0" baseline="0" noProof="0" dirty="0">
                <a:ln>
                  <a:noFill/>
                </a:ln>
                <a:solidFill>
                  <a:srgbClr val="000000"/>
                </a:solidFill>
                <a:effectLst/>
                <a:uLnTx/>
                <a:uFillTx/>
                <a:latin typeface="华文楷体"/>
                <a:ea typeface="华文楷体"/>
                <a:sym typeface="华文楷体"/>
              </a:rPr>
              <a:t>。</a:t>
            </a:r>
            <a:endParaRPr kumimoji="0" lang="en-US" sz="2400" b="0" i="0" u="none" strike="noStrike" kern="0" cap="none" spc="0" normalizeH="0" baseline="0" noProof="0" dirty="0">
              <a:ln>
                <a:noFill/>
              </a:ln>
              <a:solidFill>
                <a:srgbClr val="000000"/>
              </a:solidFill>
              <a:effectLst/>
              <a:uLnTx/>
              <a:uFillTx/>
              <a:latin typeface="华文楷体"/>
              <a:ea typeface="华文楷体"/>
              <a:sym typeface="华文楷体"/>
            </a:endParaRPr>
          </a:p>
          <a:p>
            <a:pPr marL="342900" indent="-342900" eaLnBrk="1" fontAlgn="auto">
              <a:lnSpc>
                <a:spcPct val="150000"/>
              </a:lnSpc>
              <a:spcBef>
                <a:spcPts val="400"/>
              </a:spcBef>
              <a:spcAft>
                <a:spcPts val="0"/>
              </a:spcAft>
              <a:defRPr sz="2000">
                <a:latin typeface="华文楷体"/>
                <a:ea typeface="华文楷体"/>
                <a:cs typeface="华文楷体"/>
                <a:sym typeface="华文楷体"/>
              </a:defRPr>
            </a:pPr>
            <a:r>
              <a:rPr kumimoji="0" lang="zh-CN" altLang="en-US" sz="2400" kern="0" dirty="0">
                <a:solidFill>
                  <a:srgbClr val="000000"/>
                </a:solidFill>
                <a:latin typeface="华文楷体"/>
                <a:ea typeface="华文楷体"/>
                <a:cs typeface="华文楷体"/>
                <a:sym typeface="华文楷体"/>
              </a:rPr>
              <a:t>描述内模式的数据定义语言为内模式</a:t>
            </a:r>
            <a:r>
              <a:rPr kumimoji="0" lang="en-US" altLang="zh-CN" sz="2400" kern="0" dirty="0">
                <a:solidFill>
                  <a:srgbClr val="000000"/>
                </a:solidFill>
                <a:latin typeface="华文楷体"/>
                <a:ea typeface="华文楷体"/>
                <a:cs typeface="华文楷体"/>
                <a:sym typeface="华文楷体"/>
              </a:rPr>
              <a:t>DDL</a:t>
            </a:r>
          </a:p>
        </p:txBody>
      </p:sp>
      <p:sp>
        <p:nvSpPr>
          <p:cNvPr id="349" name="文本框 1"/>
          <p:cNvSpPr txBox="1"/>
          <p:nvPr/>
        </p:nvSpPr>
        <p:spPr>
          <a:xfrm>
            <a:off x="198119" y="92075"/>
            <a:ext cx="8900162" cy="6629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3200" b="1">
                <a:solidFill>
                  <a:srgbClr val="0000FF"/>
                </a:solidFill>
                <a:latin typeface="楷体"/>
                <a:ea typeface="楷体"/>
                <a:cs typeface="楷体"/>
                <a:sym typeface="楷体"/>
              </a:defRPr>
            </a:lvl1pPr>
          </a:lstStyle>
          <a:p>
            <a:pPr marL="0" marR="0" lvl="0" indent="0" algn="just" defTabSz="914400" rtl="0" eaLnBrk="1" fontAlgn="auto" latinLnBrk="0" hangingPunct="0">
              <a:lnSpc>
                <a:spcPct val="180000"/>
              </a:lnSpc>
              <a:spcBef>
                <a:spcPts val="0"/>
              </a:spcBef>
              <a:spcAft>
                <a:spcPts val="0"/>
              </a:spcAft>
              <a:buClrTx/>
              <a:buSzTx/>
              <a:buFontTx/>
              <a:buNone/>
              <a:tabLst/>
              <a:defRPr/>
            </a:pPr>
            <a:r>
              <a:rPr kumimoji="0" sz="3200" b="1" i="0" u="none" strike="noStrike" kern="0" cap="none" spc="0" normalizeH="0" baseline="0" noProof="0">
                <a:ln>
                  <a:noFill/>
                </a:ln>
                <a:solidFill>
                  <a:srgbClr val="0000FF"/>
                </a:solidFill>
                <a:effectLst/>
                <a:uLnTx/>
                <a:uFillTx/>
                <a:latin typeface="楷体"/>
                <a:ea typeface="楷体"/>
                <a:sym typeface="楷体"/>
              </a:rPr>
              <a:t>数据库的三级模式结构</a:t>
            </a:r>
          </a:p>
        </p:txBody>
      </p:sp>
      <p:grpSp>
        <p:nvGrpSpPr>
          <p:cNvPr id="352" name="AutoShape 62">
            <a:hlinkClick r:id="rId3" action="ppaction://hlinksldjump"/>
          </p:cNvPr>
          <p:cNvGrpSpPr/>
          <p:nvPr/>
        </p:nvGrpSpPr>
        <p:grpSpPr>
          <a:xfrm>
            <a:off x="8100891" y="5888207"/>
            <a:ext cx="503360" cy="564982"/>
            <a:chOff x="0" y="0"/>
            <a:chExt cx="503359" cy="564980"/>
          </a:xfrm>
        </p:grpSpPr>
        <p:sp>
          <p:nvSpPr>
            <p:cNvPr id="350" name="形状"/>
            <p:cNvSpPr/>
            <p:nvPr/>
          </p:nvSpPr>
          <p:spPr>
            <a:xfrm rot="10800000">
              <a:off x="0" y="0"/>
              <a:ext cx="503360" cy="564981"/>
            </a:xfrm>
            <a:custGeom>
              <a:avLst/>
              <a:gdLst/>
              <a:ahLst/>
              <a:cxnLst>
                <a:cxn ang="0">
                  <a:pos x="wd2" y="hd2"/>
                </a:cxn>
                <a:cxn ang="5400000">
                  <a:pos x="wd2" y="hd2"/>
                </a:cxn>
                <a:cxn ang="10800000">
                  <a:pos x="wd2" y="hd2"/>
                </a:cxn>
                <a:cxn ang="16200000">
                  <a:pos x="wd2" y="hd2"/>
                </a:cxn>
              </a:cxnLst>
              <a:rect l="0" t="0" r="r" b="b"/>
              <a:pathLst>
                <a:path w="19326" h="21600" extrusionOk="0">
                  <a:moveTo>
                    <a:pt x="0" y="17401"/>
                  </a:moveTo>
                  <a:lnTo>
                    <a:pt x="6440" y="12339"/>
                  </a:lnTo>
                  <a:lnTo>
                    <a:pt x="6440" y="14654"/>
                  </a:lnTo>
                  <a:cubicBezTo>
                    <a:pt x="12121" y="13870"/>
                    <a:pt x="16539" y="12096"/>
                    <a:pt x="18389" y="9858"/>
                  </a:cubicBezTo>
                  <a:cubicBezTo>
                    <a:pt x="21600" y="13745"/>
                    <a:pt x="16304" y="17923"/>
                    <a:pt x="6440" y="19285"/>
                  </a:cubicBezTo>
                  <a:lnTo>
                    <a:pt x="6440" y="21600"/>
                  </a:lnTo>
                  <a:close/>
                  <a:moveTo>
                    <a:pt x="19321" y="12173"/>
                  </a:moveTo>
                  <a:cubicBezTo>
                    <a:pt x="19321" y="8008"/>
                    <a:pt x="10671" y="4631"/>
                    <a:pt x="0" y="4631"/>
                  </a:cubicBezTo>
                  <a:lnTo>
                    <a:pt x="0" y="0"/>
                  </a:lnTo>
                  <a:cubicBezTo>
                    <a:pt x="10671" y="0"/>
                    <a:pt x="19321" y="3377"/>
                    <a:pt x="19321" y="7543"/>
                  </a:cubicBezTo>
                  <a:close/>
                </a:path>
              </a:pathLst>
            </a:custGeom>
            <a:solidFill>
              <a:schemeClr val="accent2"/>
            </a:solidFill>
            <a:ln w="12700" cap="flat">
              <a:noFill/>
              <a:miter lim="400000"/>
            </a:ln>
            <a:effectLst/>
          </p:spPr>
          <p:txBody>
            <a:bodyPr wrap="square" lIns="45719" tIns="45719" rIns="45719" bIns="45719" numCol="1" anchor="ctr">
              <a:noAutofit/>
            </a:bodyPr>
            <a:lstStyle/>
            <a:p>
              <a:pPr marL="0" marR="0" lvl="0" indent="609600" algn="ctr" defTabSz="914400" rtl="0" eaLnBrk="1" fontAlgn="auto" latinLnBrk="0" hangingPunct="0">
                <a:lnSpc>
                  <a:spcPct val="180000"/>
                </a:lnSpc>
                <a:spcBef>
                  <a:spcPts val="0"/>
                </a:spcBef>
                <a:spcAft>
                  <a:spcPts val="0"/>
                </a:spcAft>
                <a:buClrTx/>
                <a:buSzTx/>
                <a:buFontTx/>
                <a:buNone/>
                <a:tabLst/>
                <a:defRPr>
                  <a:latin typeface="SimSun"/>
                  <a:ea typeface="SimSun"/>
                  <a:cs typeface="SimSun"/>
                  <a:sym typeface="SimSun"/>
                </a:defRPr>
              </a:pPr>
              <a:endParaRPr kumimoji="0" sz="2800" b="0" i="0" u="none" strike="noStrike" kern="0" cap="none" spc="0" normalizeH="0" baseline="0" noProof="0">
                <a:ln>
                  <a:noFill/>
                </a:ln>
                <a:solidFill>
                  <a:srgbClr val="000000"/>
                </a:solidFill>
                <a:effectLst/>
                <a:uLnTx/>
                <a:uFillTx/>
                <a:latin typeface="SimSun"/>
                <a:ea typeface="SimSun"/>
                <a:sym typeface="SimSun"/>
              </a:endParaRPr>
            </a:p>
          </p:txBody>
        </p:sp>
        <p:sp>
          <p:nvSpPr>
            <p:cNvPr id="351" name="形状"/>
            <p:cNvSpPr/>
            <p:nvPr/>
          </p:nvSpPr>
          <p:spPr>
            <a:xfrm rot="10800000">
              <a:off x="122" y="246566"/>
              <a:ext cx="503238" cy="318415"/>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21600" y="14209"/>
                    <a:pt x="11929" y="8217"/>
                    <a:pt x="0" y="8217"/>
                  </a:cubicBezTo>
                  <a:lnTo>
                    <a:pt x="0" y="0"/>
                  </a:lnTo>
                  <a:cubicBezTo>
                    <a:pt x="11929" y="0"/>
                    <a:pt x="21600" y="5992"/>
                    <a:pt x="21600" y="13383"/>
                  </a:cubicBezTo>
                  <a:close/>
                </a:path>
              </a:pathLst>
            </a:custGeom>
            <a:solidFill>
              <a:srgbClr val="000000">
                <a:alpha val="20000"/>
              </a:srgbClr>
            </a:solidFill>
            <a:ln w="12700" cap="flat">
              <a:noFill/>
              <a:miter lim="400000"/>
            </a:ln>
            <a:effectLst/>
          </p:spPr>
          <p:txBody>
            <a:bodyPr wrap="square" lIns="45719" tIns="45719" rIns="45719" bIns="45719" numCol="1" anchor="ctr">
              <a:noAutofit/>
            </a:bodyPr>
            <a:lstStyle/>
            <a:p>
              <a:pPr marL="0" marR="0" lvl="0" indent="609600" algn="ctr" defTabSz="914400" rtl="0" eaLnBrk="1" fontAlgn="auto" latinLnBrk="0" hangingPunct="0">
                <a:lnSpc>
                  <a:spcPct val="180000"/>
                </a:lnSpc>
                <a:spcBef>
                  <a:spcPts val="0"/>
                </a:spcBef>
                <a:spcAft>
                  <a:spcPts val="0"/>
                </a:spcAft>
                <a:buClrTx/>
                <a:buSzTx/>
                <a:buFontTx/>
                <a:buNone/>
                <a:tabLst/>
                <a:defRPr>
                  <a:latin typeface="SimSun"/>
                  <a:ea typeface="SimSun"/>
                  <a:cs typeface="SimSun"/>
                  <a:sym typeface="SimSun"/>
                </a:defRPr>
              </a:pPr>
              <a:endParaRPr kumimoji="0" sz="2800" b="0" i="0" u="none" strike="noStrike" kern="0" cap="none" spc="0" normalizeH="0" baseline="0" noProof="0">
                <a:ln>
                  <a:noFill/>
                </a:ln>
                <a:solidFill>
                  <a:srgbClr val="000000"/>
                </a:solidFill>
                <a:effectLst/>
                <a:uLnTx/>
                <a:uFillTx/>
                <a:latin typeface="SimSun"/>
                <a:ea typeface="SimSun"/>
                <a:sym typeface="SimSun"/>
              </a:endParaRPr>
            </a:p>
          </p:txBody>
        </p:sp>
      </p:grpSp>
    </p:spTree>
  </p:cSld>
  <p:clrMapOvr>
    <a:masterClrMapping/>
  </p:clrMapOvr>
  <p:transition spd="slow">
    <p:fade/>
  </p:transition>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iterate>
                                    <p:tmAbs val="0"/>
                                  </p:iterate>
                                  <p:childTnLst>
                                    <p:set>
                                      <p:cBhvr>
                                        <p:cTn id="6" fill="hold"/>
                                        <p:tgtEl>
                                          <p:spTgt spid="348">
                                            <p:bg/>
                                          </p:spTgt>
                                        </p:tgtEl>
                                        <p:attrNameLst>
                                          <p:attrName>style.visibility</p:attrName>
                                        </p:attrNameLst>
                                      </p:cBhvr>
                                      <p:to>
                                        <p:strVal val="visible"/>
                                      </p:to>
                                    </p:set>
                                    <p:animEffect transition="in" filter="blinds(horizontal)">
                                      <p:cBhvr>
                                        <p:cTn id="7" dur="500"/>
                                        <p:tgtEl>
                                          <p:spTgt spid="348">
                                            <p:bg/>
                                          </p:spTgt>
                                        </p:tgtEl>
                                      </p:cBhvr>
                                    </p:animEffect>
                                  </p:childTnLst>
                                </p:cTn>
                              </p:par>
                              <p:par>
                                <p:cTn id="8" presetID="3" presetClass="entr" presetSubtype="10" fill="hold" grpId="0" nodeType="withEffect">
                                  <p:stCondLst>
                                    <p:cond delay="0"/>
                                  </p:stCondLst>
                                  <p:iterate>
                                    <p:tmAbs val="0"/>
                                  </p:iterate>
                                  <p:childTnLst>
                                    <p:set>
                                      <p:cBhvr>
                                        <p:cTn id="9" fill="hold"/>
                                        <p:tgtEl>
                                          <p:spTgt spid="348">
                                            <p:txEl>
                                              <p:pRg st="0" end="0"/>
                                            </p:txEl>
                                          </p:spTgt>
                                        </p:tgtEl>
                                        <p:attrNameLst>
                                          <p:attrName>style.visibility</p:attrName>
                                        </p:attrNameLst>
                                      </p:cBhvr>
                                      <p:to>
                                        <p:strVal val="visible"/>
                                      </p:to>
                                    </p:set>
                                    <p:animEffect transition="in" filter="blinds(horizontal)">
                                      <p:cBhvr>
                                        <p:cTn id="10" dur="500"/>
                                        <p:tgtEl>
                                          <p:spTgt spid="348">
                                            <p:txEl>
                                              <p:pRg st="0" end="0"/>
                                            </p:txEl>
                                          </p:spTgt>
                                        </p:tgtEl>
                                      </p:cBhvr>
                                    </p:animEffect>
                                  </p:childTnLst>
                                </p:cTn>
                              </p:par>
                            </p:childTnLst>
                          </p:cTn>
                        </p:par>
                        <p:par>
                          <p:cTn id="11" fill="hold">
                            <p:stCondLst>
                              <p:cond delay="500"/>
                            </p:stCondLst>
                            <p:childTnLst>
                              <p:par>
                                <p:cTn id="12" presetID="3" presetClass="entr" presetSubtype="10" fill="hold" grpId="0" nodeType="afterEffect">
                                  <p:stCondLst>
                                    <p:cond delay="0"/>
                                  </p:stCondLst>
                                  <p:iterate>
                                    <p:tmAbs val="0"/>
                                  </p:iterate>
                                  <p:childTnLst>
                                    <p:set>
                                      <p:cBhvr>
                                        <p:cTn id="13" fill="hold"/>
                                        <p:tgtEl>
                                          <p:spTgt spid="348">
                                            <p:txEl>
                                              <p:pRg st="1" end="1"/>
                                            </p:txEl>
                                          </p:spTgt>
                                        </p:tgtEl>
                                        <p:attrNameLst>
                                          <p:attrName>style.visibility</p:attrName>
                                        </p:attrNameLst>
                                      </p:cBhvr>
                                      <p:to>
                                        <p:strVal val="visible"/>
                                      </p:to>
                                    </p:set>
                                    <p:animEffect transition="in" filter="blinds(horizontal)">
                                      <p:cBhvr>
                                        <p:cTn id="14" dur="500"/>
                                        <p:tgtEl>
                                          <p:spTgt spid="348">
                                            <p:txEl>
                                              <p:pRg st="1" end="1"/>
                                            </p:txEl>
                                          </p:spTgt>
                                        </p:tgtEl>
                                      </p:cBhvr>
                                    </p:animEffect>
                                  </p:childTnLst>
                                </p:cTn>
                              </p:par>
                            </p:childTnLst>
                          </p:cTn>
                        </p:par>
                        <p:par>
                          <p:cTn id="15" fill="hold">
                            <p:stCondLst>
                              <p:cond delay="1000"/>
                            </p:stCondLst>
                            <p:childTnLst>
                              <p:par>
                                <p:cTn id="16" presetID="3" presetClass="entr" presetSubtype="10" fill="hold" grpId="0" nodeType="afterEffect">
                                  <p:stCondLst>
                                    <p:cond delay="0"/>
                                  </p:stCondLst>
                                  <p:iterate>
                                    <p:tmAbs val="0"/>
                                  </p:iterate>
                                  <p:childTnLst>
                                    <p:set>
                                      <p:cBhvr>
                                        <p:cTn id="17" fill="hold"/>
                                        <p:tgtEl>
                                          <p:spTgt spid="348">
                                            <p:txEl>
                                              <p:pRg st="2" end="2"/>
                                            </p:txEl>
                                          </p:spTgt>
                                        </p:tgtEl>
                                        <p:attrNameLst>
                                          <p:attrName>style.visibility</p:attrName>
                                        </p:attrNameLst>
                                      </p:cBhvr>
                                      <p:to>
                                        <p:strVal val="visible"/>
                                      </p:to>
                                    </p:set>
                                    <p:animEffect transition="in" filter="blinds(horizontal)">
                                      <p:cBhvr>
                                        <p:cTn id="18" dur="500"/>
                                        <p:tgtEl>
                                          <p:spTgt spid="348">
                                            <p:txEl>
                                              <p:pRg st="2" end="2"/>
                                            </p:txEl>
                                          </p:spTgt>
                                        </p:tgtEl>
                                      </p:cBhvr>
                                    </p:animEffect>
                                  </p:childTnLst>
                                </p:cTn>
                              </p:par>
                            </p:childTnLst>
                          </p:cTn>
                        </p:par>
                        <p:par>
                          <p:cTn id="19" fill="hold">
                            <p:stCondLst>
                              <p:cond delay="1500"/>
                            </p:stCondLst>
                            <p:childTnLst>
                              <p:par>
                                <p:cTn id="20" presetID="3" presetClass="entr" presetSubtype="10" fill="hold" grpId="0" nodeType="afterEffect">
                                  <p:stCondLst>
                                    <p:cond delay="0"/>
                                  </p:stCondLst>
                                  <p:iterate>
                                    <p:tmAbs val="0"/>
                                  </p:iterate>
                                  <p:childTnLst>
                                    <p:set>
                                      <p:cBhvr>
                                        <p:cTn id="21" fill="hold"/>
                                        <p:tgtEl>
                                          <p:spTgt spid="348">
                                            <p:txEl>
                                              <p:pRg st="3" end="3"/>
                                            </p:txEl>
                                          </p:spTgt>
                                        </p:tgtEl>
                                        <p:attrNameLst>
                                          <p:attrName>style.visibility</p:attrName>
                                        </p:attrNameLst>
                                      </p:cBhvr>
                                      <p:to>
                                        <p:strVal val="visible"/>
                                      </p:to>
                                    </p:set>
                                    <p:animEffect transition="in" filter="blinds(horizontal)">
                                      <p:cBhvr>
                                        <p:cTn id="22" dur="500"/>
                                        <p:tgtEl>
                                          <p:spTgt spid="348">
                                            <p:txEl>
                                              <p:pRg st="3" end="3"/>
                                            </p:txEl>
                                          </p:spTgt>
                                        </p:tgtEl>
                                      </p:cBhvr>
                                    </p:animEffect>
                                  </p:childTnLst>
                                </p:cTn>
                              </p:par>
                            </p:childTnLst>
                          </p:cTn>
                        </p:par>
                        <p:par>
                          <p:cTn id="23" fill="hold">
                            <p:stCondLst>
                              <p:cond delay="2000"/>
                            </p:stCondLst>
                            <p:childTnLst>
                              <p:par>
                                <p:cTn id="24" presetID="3" presetClass="entr" presetSubtype="10" fill="hold" grpId="0" nodeType="afterEffect">
                                  <p:stCondLst>
                                    <p:cond delay="0"/>
                                  </p:stCondLst>
                                  <p:iterate>
                                    <p:tmAbs val="0"/>
                                  </p:iterate>
                                  <p:childTnLst>
                                    <p:set>
                                      <p:cBhvr>
                                        <p:cTn id="25" fill="hold"/>
                                        <p:tgtEl>
                                          <p:spTgt spid="348">
                                            <p:txEl>
                                              <p:pRg st="4" end="4"/>
                                            </p:txEl>
                                          </p:spTgt>
                                        </p:tgtEl>
                                        <p:attrNameLst>
                                          <p:attrName>style.visibility</p:attrName>
                                        </p:attrNameLst>
                                      </p:cBhvr>
                                      <p:to>
                                        <p:strVal val="visible"/>
                                      </p:to>
                                    </p:set>
                                    <p:animEffect transition="in" filter="blinds(horizontal)">
                                      <p:cBhvr>
                                        <p:cTn id="26" dur="500"/>
                                        <p:tgtEl>
                                          <p:spTgt spid="348">
                                            <p:txEl>
                                              <p:pRg st="4" end="4"/>
                                            </p:txEl>
                                          </p:spTgt>
                                        </p:tgtEl>
                                      </p:cBhvr>
                                    </p:animEffect>
                                  </p:childTnLst>
                                </p:cTn>
                              </p:par>
                            </p:childTnLst>
                          </p:cTn>
                        </p:par>
                        <p:par>
                          <p:cTn id="27" fill="hold">
                            <p:stCondLst>
                              <p:cond delay="2500"/>
                            </p:stCondLst>
                            <p:childTnLst>
                              <p:par>
                                <p:cTn id="28" presetID="3" presetClass="entr" presetSubtype="10" fill="hold" grpId="0" nodeType="afterEffect">
                                  <p:stCondLst>
                                    <p:cond delay="0"/>
                                  </p:stCondLst>
                                  <p:iterate>
                                    <p:tmAbs val="0"/>
                                  </p:iterate>
                                  <p:childTnLst>
                                    <p:set>
                                      <p:cBhvr>
                                        <p:cTn id="29" fill="hold"/>
                                        <p:tgtEl>
                                          <p:spTgt spid="348">
                                            <p:txEl>
                                              <p:pRg st="5" end="5"/>
                                            </p:txEl>
                                          </p:spTgt>
                                        </p:tgtEl>
                                        <p:attrNameLst>
                                          <p:attrName>style.visibility</p:attrName>
                                        </p:attrNameLst>
                                      </p:cBhvr>
                                      <p:to>
                                        <p:strVal val="visible"/>
                                      </p:to>
                                    </p:set>
                                    <p:animEffect transition="in" filter="blinds(horizontal)">
                                      <p:cBhvr>
                                        <p:cTn id="30" dur="500"/>
                                        <p:tgtEl>
                                          <p:spTgt spid="348">
                                            <p:txEl>
                                              <p:pRg st="5" end="5"/>
                                            </p:txEl>
                                          </p:spTgt>
                                        </p:tgtEl>
                                      </p:cBhvr>
                                    </p:animEffect>
                                  </p:childTnLst>
                                </p:cTn>
                              </p:par>
                            </p:childTnLst>
                          </p:cTn>
                        </p:par>
                        <p:par>
                          <p:cTn id="31" fill="hold">
                            <p:stCondLst>
                              <p:cond delay="3000"/>
                            </p:stCondLst>
                            <p:childTnLst>
                              <p:par>
                                <p:cTn id="32" presetID="3" presetClass="entr" presetSubtype="10" fill="hold" grpId="0" nodeType="afterEffect">
                                  <p:stCondLst>
                                    <p:cond delay="0"/>
                                  </p:stCondLst>
                                  <p:iterate>
                                    <p:tmAbs val="0"/>
                                  </p:iterate>
                                  <p:childTnLst>
                                    <p:set>
                                      <p:cBhvr>
                                        <p:cTn id="33" fill="hold"/>
                                        <p:tgtEl>
                                          <p:spTgt spid="348">
                                            <p:txEl>
                                              <p:pRg st="6" end="6"/>
                                            </p:txEl>
                                          </p:spTgt>
                                        </p:tgtEl>
                                        <p:attrNameLst>
                                          <p:attrName>style.visibility</p:attrName>
                                        </p:attrNameLst>
                                      </p:cBhvr>
                                      <p:to>
                                        <p:strVal val="visible"/>
                                      </p:to>
                                    </p:set>
                                    <p:animEffect transition="in" filter="blinds(horizontal)">
                                      <p:cBhvr>
                                        <p:cTn id="34" dur="500"/>
                                        <p:tgtEl>
                                          <p:spTgt spid="34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 grpId="0" build="p" bldLvl="5" animBg="1" advAuto="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74821" name="Group 5">
            <a:extLst>
              <a:ext uri="{FF2B5EF4-FFF2-40B4-BE49-F238E27FC236}">
                <a16:creationId xmlns:a16="http://schemas.microsoft.com/office/drawing/2014/main" id="{5DCE8EE4-CE87-4F17-9F03-5E668AEB16A7}"/>
              </a:ext>
            </a:extLst>
          </p:cNvPr>
          <p:cNvGraphicFramePr>
            <a:graphicFrameLocks noGrp="1"/>
          </p:cNvGraphicFramePr>
          <p:nvPr/>
        </p:nvGraphicFramePr>
        <p:xfrm>
          <a:off x="4978400" y="5146675"/>
          <a:ext cx="1287463" cy="1584424"/>
        </p:xfrm>
        <a:graphic>
          <a:graphicData uri="http://schemas.openxmlformats.org/drawingml/2006/table">
            <a:tbl>
              <a:tblPr/>
              <a:tblGrid>
                <a:gridCol w="222250">
                  <a:extLst>
                    <a:ext uri="{9D8B030D-6E8A-4147-A177-3AD203B41FA5}">
                      <a16:colId xmlns:a16="http://schemas.microsoft.com/office/drawing/2014/main" val="20000"/>
                    </a:ext>
                  </a:extLst>
                </a:gridCol>
                <a:gridCol w="842963">
                  <a:extLst>
                    <a:ext uri="{9D8B030D-6E8A-4147-A177-3AD203B41FA5}">
                      <a16:colId xmlns:a16="http://schemas.microsoft.com/office/drawing/2014/main" val="20001"/>
                    </a:ext>
                  </a:extLst>
                </a:gridCol>
                <a:gridCol w="222250">
                  <a:extLst>
                    <a:ext uri="{9D8B030D-6E8A-4147-A177-3AD203B41FA5}">
                      <a16:colId xmlns:a16="http://schemas.microsoft.com/office/drawing/2014/main" val="20002"/>
                    </a:ext>
                  </a:extLst>
                </a:gridCol>
              </a:tblGrid>
              <a:tr h="396081">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3" marB="45653"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3" marB="45653"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3" marB="45653"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0"/>
                  </a:ext>
                </a:extLst>
              </a:tr>
              <a:tr h="396081">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3" marB="45653"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53" marB="45653"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3" marB="45653"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1"/>
                  </a:ext>
                </a:extLst>
              </a:tr>
              <a:tr h="396081">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3" marB="45653"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3" marB="45653"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lgDash"/>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3" marB="45653"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396081">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3" marB="45653"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3" marB="45653" horzOverflow="overflow">
                    <a:lnL>
                      <a:noFill/>
                    </a:lnL>
                    <a:lnR>
                      <a:noFill/>
                    </a:lnR>
                    <a:lnT w="12700" cap="flat" cmpd="sng" algn="ctr">
                      <a:solidFill>
                        <a:srgbClr val="000000"/>
                      </a:solidFill>
                      <a:prstDash val="lgDash"/>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53" marB="45653"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674841" name="Group 25">
            <a:extLst>
              <a:ext uri="{FF2B5EF4-FFF2-40B4-BE49-F238E27FC236}">
                <a16:creationId xmlns:a16="http://schemas.microsoft.com/office/drawing/2014/main" id="{0A6A3FAA-E4B9-4D47-9D53-F9526F6B9CA9}"/>
              </a:ext>
            </a:extLst>
          </p:cNvPr>
          <p:cNvGraphicFramePr>
            <a:graphicFrameLocks noGrp="1"/>
          </p:cNvGraphicFramePr>
          <p:nvPr/>
        </p:nvGraphicFramePr>
        <p:xfrm>
          <a:off x="2449513" y="5191125"/>
          <a:ext cx="1250950" cy="1584424"/>
        </p:xfrm>
        <a:graphic>
          <a:graphicData uri="http://schemas.openxmlformats.org/drawingml/2006/table">
            <a:tbl>
              <a:tblPr/>
              <a:tblGrid>
                <a:gridCol w="215947">
                  <a:extLst>
                    <a:ext uri="{9D8B030D-6E8A-4147-A177-3AD203B41FA5}">
                      <a16:colId xmlns:a16="http://schemas.microsoft.com/office/drawing/2014/main" val="20000"/>
                    </a:ext>
                  </a:extLst>
                </a:gridCol>
                <a:gridCol w="819056">
                  <a:extLst>
                    <a:ext uri="{9D8B030D-6E8A-4147-A177-3AD203B41FA5}">
                      <a16:colId xmlns:a16="http://schemas.microsoft.com/office/drawing/2014/main" val="20001"/>
                    </a:ext>
                  </a:extLst>
                </a:gridCol>
                <a:gridCol w="215947">
                  <a:extLst>
                    <a:ext uri="{9D8B030D-6E8A-4147-A177-3AD203B41FA5}">
                      <a16:colId xmlns:a16="http://schemas.microsoft.com/office/drawing/2014/main" val="20002"/>
                    </a:ext>
                  </a:extLst>
                </a:gridCol>
              </a:tblGrid>
              <a:tr h="396081">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88" marR="91488" marT="45653" marB="45653"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88" marR="91488" marT="45653" marB="45653"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88" marR="91488" marT="45653" marB="45653"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0"/>
                  </a:ext>
                </a:extLst>
              </a:tr>
              <a:tr h="396081">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88" marR="91488" marT="45653" marB="45653"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88" marR="91488" marT="45653" marB="45653"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88" marR="91488" marT="45653" marB="45653"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1"/>
                  </a:ext>
                </a:extLst>
              </a:tr>
              <a:tr h="396081">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88" marR="91488" marT="45653" marB="45653"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88" marR="91488" marT="45653" marB="45653"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lgDash"/>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88" marR="91488" marT="45653" marB="45653"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396081">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88" marR="91488" marT="45653" marB="45653"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88" marR="91488" marT="45653" marB="45653" horzOverflow="overflow">
                    <a:lnL>
                      <a:noFill/>
                    </a:lnL>
                    <a:lnR>
                      <a:noFill/>
                    </a:lnR>
                    <a:lnT w="12700" cap="flat" cmpd="sng" algn="ctr">
                      <a:solidFill>
                        <a:srgbClr val="000000"/>
                      </a:solidFill>
                      <a:prstDash val="lgDash"/>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88" marR="91488" marT="45653" marB="45653"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674861" name="Group 45">
            <a:extLst>
              <a:ext uri="{FF2B5EF4-FFF2-40B4-BE49-F238E27FC236}">
                <a16:creationId xmlns:a16="http://schemas.microsoft.com/office/drawing/2014/main" id="{E4ABD8C4-E725-4DA4-895F-8D17E7F86DEA}"/>
              </a:ext>
            </a:extLst>
          </p:cNvPr>
          <p:cNvGraphicFramePr>
            <a:graphicFrameLocks noGrp="1"/>
          </p:cNvGraphicFramePr>
          <p:nvPr/>
        </p:nvGraphicFramePr>
        <p:xfrm>
          <a:off x="119063" y="692150"/>
          <a:ext cx="4237037" cy="1990727"/>
        </p:xfrm>
        <a:graphic>
          <a:graphicData uri="http://schemas.openxmlformats.org/drawingml/2006/table">
            <a:tbl>
              <a:tblPr/>
              <a:tblGrid>
                <a:gridCol w="1577975">
                  <a:extLst>
                    <a:ext uri="{9D8B030D-6E8A-4147-A177-3AD203B41FA5}">
                      <a16:colId xmlns:a16="http://schemas.microsoft.com/office/drawing/2014/main" val="20000"/>
                    </a:ext>
                  </a:extLst>
                </a:gridCol>
                <a:gridCol w="1412875">
                  <a:extLst>
                    <a:ext uri="{9D8B030D-6E8A-4147-A177-3AD203B41FA5}">
                      <a16:colId xmlns:a16="http://schemas.microsoft.com/office/drawing/2014/main" val="20001"/>
                    </a:ext>
                  </a:extLst>
                </a:gridCol>
                <a:gridCol w="1246187">
                  <a:extLst>
                    <a:ext uri="{9D8B030D-6E8A-4147-A177-3AD203B41FA5}">
                      <a16:colId xmlns:a16="http://schemas.microsoft.com/office/drawing/2014/main" val="20002"/>
                    </a:ext>
                  </a:extLst>
                </a:gridCol>
              </a:tblGrid>
              <a:tr h="398463">
                <a:tc gridSpan="3">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成绩单</a:t>
                      </a:r>
                      <a:endPar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cap="flat">
                      <a:noFill/>
                    </a:lnR>
                    <a:lnT cap="flat">
                      <a:noFill/>
                    </a:lnT>
                    <a:lnB w="12700" cap="flat" cmpd="sng" algn="ctr">
                      <a:solidFill>
                        <a:srgbClr val="000000"/>
                      </a:solidFill>
                      <a:prstDash val="dash"/>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396875">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学号：</a:t>
                      </a:r>
                      <a:r>
                        <a:rPr kumimoji="0" lang="en-US" altLang="zh-CN" sz="1800" b="0" i="0" u="none" strike="noStrike" cap="none" normalizeH="0" baseline="0" dirty="0">
                          <a:ln>
                            <a:noFill/>
                          </a:ln>
                          <a:solidFill>
                            <a:srgbClr val="000000"/>
                          </a:solidFill>
                          <a:effectLst/>
                          <a:latin typeface="楷体" panose="02010609060101010101" pitchFamily="49" charset="-122"/>
                          <a:ea typeface="楷体" panose="02010609060101010101" pitchFamily="49" charset="-122"/>
                        </a:rPr>
                        <a:t>S1</a:t>
                      </a:r>
                      <a:endParaRPr kumimoji="0" lang="en-US" altLang="zh-CN" sz="18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txBody>
                  <a:tcPr horzOverflow="overflow">
                    <a:lnL cap="flat">
                      <a:noFill/>
                    </a:lnL>
                    <a:lnR>
                      <a:noFill/>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姓名：</a:t>
                      </a:r>
                      <a:r>
                        <a:rPr lang="zh-CN" altLang="en-US" sz="1800" b="1" dirty="0">
                          <a:solidFill>
                            <a:schemeClr val="bg2"/>
                          </a:solidFill>
                          <a:latin typeface="宋体" panose="02010600030101010101" pitchFamily="2" charset="-122"/>
                        </a:rPr>
                        <a:t>程宏</a:t>
                      </a:r>
                    </a:p>
                  </a:txBody>
                  <a:tcPr horzOverflow="overflow">
                    <a:lnL>
                      <a:noFill/>
                    </a:lnL>
                    <a:lnR>
                      <a:noFill/>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性别：</a:t>
                      </a:r>
                      <a:r>
                        <a:rPr kumimoji="0" lang="zh-CN" altLang="en-US" sz="2000" b="1" i="0" u="none" strike="noStrike" cap="none" normalizeH="0" baseline="0" dirty="0">
                          <a:ln>
                            <a:noFill/>
                          </a:ln>
                          <a:solidFill>
                            <a:srgbClr val="000000"/>
                          </a:solidFill>
                          <a:effectLst/>
                          <a:latin typeface="楷体" panose="02010609060101010101" pitchFamily="49" charset="-122"/>
                          <a:ea typeface="楷体" panose="02010609060101010101" pitchFamily="49" charset="-122"/>
                        </a:rPr>
                        <a:t>男</a:t>
                      </a:r>
                      <a:endParaRPr kumimoji="0" lang="en-US" altLang="zh-CN" sz="20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txBody>
                  <a:tcPr horzOverflow="overflow">
                    <a:lnL>
                      <a:noFill/>
                    </a:lnL>
                    <a:lnR cap="flat">
                      <a:noFill/>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3">
                <a:tc gridSpan="2">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rgbClr val="0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数据结构</a:t>
                      </a:r>
                      <a:endParaRPr kumimoji="0" lang="zh-CN" altLang="en-US" sz="1800" b="0" i="0" u="none" strike="noStrike" cap="none" normalizeH="0" baseline="0" dirty="0">
                        <a:ln>
                          <a:noFill/>
                        </a:ln>
                        <a:solidFill>
                          <a:schemeClr val="tx1"/>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78</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8463">
                <a:tc gridSpan="2">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rgbClr val="0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数据库原理</a:t>
                      </a:r>
                      <a:endParaRPr kumimoji="0" lang="zh-CN" altLang="en-US" sz="1800" b="0" i="0" u="none" strike="noStrike" cap="none" normalizeH="0" baseline="0" dirty="0">
                        <a:ln>
                          <a:noFill/>
                        </a:ln>
                        <a:solidFill>
                          <a:schemeClr val="tx1"/>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86</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8463">
                <a:tc gridSpan="2">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7949" name="Line 108">
            <a:extLst>
              <a:ext uri="{FF2B5EF4-FFF2-40B4-BE49-F238E27FC236}">
                <a16:creationId xmlns:a16="http://schemas.microsoft.com/office/drawing/2014/main" id="{BBF72542-A704-483F-B191-0E4E07821CBA}"/>
              </a:ext>
            </a:extLst>
          </p:cNvPr>
          <p:cNvSpPr>
            <a:spLocks noChangeShapeType="1"/>
          </p:cNvSpPr>
          <p:nvPr/>
        </p:nvSpPr>
        <p:spPr bwMode="auto">
          <a:xfrm flipV="1">
            <a:off x="0" y="2814638"/>
            <a:ext cx="9109075" cy="38100"/>
          </a:xfrm>
          <a:prstGeom prst="line">
            <a:avLst/>
          </a:prstGeom>
          <a:noFill/>
          <a:ln w="9525">
            <a:solidFill>
              <a:srgbClr val="000000"/>
            </a:solidFill>
            <a:prstDash val="lgDashDot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330033"/>
                  </a:outerShdw>
                </a:effectLst>
              </a14:hiddenEffects>
            </a:ext>
          </a:extLst>
        </p:spPr>
        <p:txBody>
          <a:bodyPr/>
          <a:lstStyle/>
          <a:p>
            <a:endParaRPr lang="zh-CN" altLang="en-US"/>
          </a:p>
        </p:txBody>
      </p:sp>
      <p:sp>
        <p:nvSpPr>
          <p:cNvPr id="37950" name="Line 109">
            <a:extLst>
              <a:ext uri="{FF2B5EF4-FFF2-40B4-BE49-F238E27FC236}">
                <a16:creationId xmlns:a16="http://schemas.microsoft.com/office/drawing/2014/main" id="{FE313E4A-3772-4285-8850-30294CFDA292}"/>
              </a:ext>
            </a:extLst>
          </p:cNvPr>
          <p:cNvSpPr>
            <a:spLocks noChangeShapeType="1"/>
          </p:cNvSpPr>
          <p:nvPr/>
        </p:nvSpPr>
        <p:spPr bwMode="auto">
          <a:xfrm>
            <a:off x="0" y="4645025"/>
            <a:ext cx="9109075" cy="7938"/>
          </a:xfrm>
          <a:prstGeom prst="line">
            <a:avLst/>
          </a:prstGeom>
          <a:noFill/>
          <a:ln w="9525">
            <a:solidFill>
              <a:srgbClr val="000000"/>
            </a:solidFill>
            <a:prstDash val="lgDashDot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330033"/>
                  </a:outerShdw>
                </a:effectLst>
              </a14:hiddenEffects>
            </a:ext>
          </a:extLst>
        </p:spPr>
        <p:txBody>
          <a:bodyPr/>
          <a:lstStyle/>
          <a:p>
            <a:endParaRPr lang="zh-CN" altLang="en-US"/>
          </a:p>
        </p:txBody>
      </p:sp>
      <p:sp>
        <p:nvSpPr>
          <p:cNvPr id="37951" name="文本框 1">
            <a:extLst>
              <a:ext uri="{FF2B5EF4-FFF2-40B4-BE49-F238E27FC236}">
                <a16:creationId xmlns:a16="http://schemas.microsoft.com/office/drawing/2014/main" id="{A416D699-755B-417C-BEB5-A417F8E8A247}"/>
              </a:ext>
            </a:extLst>
          </p:cNvPr>
          <p:cNvSpPr txBox="1">
            <a:spLocks noChangeArrowheads="1"/>
          </p:cNvSpPr>
          <p:nvPr/>
        </p:nvSpPr>
        <p:spPr bwMode="auto">
          <a:xfrm>
            <a:off x="539552" y="11907"/>
            <a:ext cx="8991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kumimoji="0" lang="zh-CN" altLang="en-US" sz="2400" b="1" dirty="0">
                <a:solidFill>
                  <a:srgbClr val="990033"/>
                </a:solidFill>
                <a:latin typeface="宋体" panose="02010600030101010101" pitchFamily="2" charset="-122"/>
              </a:rPr>
              <a:t>数据库的二级映像功能举例</a:t>
            </a:r>
            <a:endParaRPr lang="zh-CN" altLang="en-US" sz="2400" dirty="0">
              <a:solidFill>
                <a:srgbClr val="990033"/>
              </a:solidFill>
              <a:latin typeface="宋体" panose="02010600030101010101" pitchFamily="2" charset="-122"/>
            </a:endParaRPr>
          </a:p>
        </p:txBody>
      </p:sp>
      <p:graphicFrame>
        <p:nvGraphicFramePr>
          <p:cNvPr id="28" name="Group 132">
            <a:extLst>
              <a:ext uri="{FF2B5EF4-FFF2-40B4-BE49-F238E27FC236}">
                <a16:creationId xmlns:a16="http://schemas.microsoft.com/office/drawing/2014/main" id="{AC6548CA-9BAF-4B9F-8821-208E92E9B06B}"/>
              </a:ext>
            </a:extLst>
          </p:cNvPr>
          <p:cNvGraphicFramePr>
            <a:graphicFrameLocks noGrp="1"/>
          </p:cNvGraphicFramePr>
          <p:nvPr/>
        </p:nvGraphicFramePr>
        <p:xfrm>
          <a:off x="228600" y="3200400"/>
          <a:ext cx="4513264" cy="377825"/>
        </p:xfrm>
        <a:graphic>
          <a:graphicData uri="http://schemas.openxmlformats.org/drawingml/2006/table">
            <a:tbl>
              <a:tblPr/>
              <a:tblGrid>
                <a:gridCol w="707265">
                  <a:extLst>
                    <a:ext uri="{9D8B030D-6E8A-4147-A177-3AD203B41FA5}">
                      <a16:colId xmlns:a16="http://schemas.microsoft.com/office/drawing/2014/main" val="20000"/>
                    </a:ext>
                  </a:extLst>
                </a:gridCol>
                <a:gridCol w="1042892">
                  <a:extLst>
                    <a:ext uri="{9D8B030D-6E8A-4147-A177-3AD203B41FA5}">
                      <a16:colId xmlns:a16="http://schemas.microsoft.com/office/drawing/2014/main" val="20001"/>
                    </a:ext>
                  </a:extLst>
                </a:gridCol>
                <a:gridCol w="750011">
                  <a:extLst>
                    <a:ext uri="{9D8B030D-6E8A-4147-A177-3AD203B41FA5}">
                      <a16:colId xmlns:a16="http://schemas.microsoft.com/office/drawing/2014/main" val="20002"/>
                    </a:ext>
                  </a:extLst>
                </a:gridCol>
                <a:gridCol w="818194">
                  <a:extLst>
                    <a:ext uri="{9D8B030D-6E8A-4147-A177-3AD203B41FA5}">
                      <a16:colId xmlns:a16="http://schemas.microsoft.com/office/drawing/2014/main" val="20003"/>
                    </a:ext>
                  </a:extLst>
                </a:gridCol>
                <a:gridCol w="1194902">
                  <a:extLst>
                    <a:ext uri="{9D8B030D-6E8A-4147-A177-3AD203B41FA5}">
                      <a16:colId xmlns:a16="http://schemas.microsoft.com/office/drawing/2014/main" val="20004"/>
                    </a:ext>
                  </a:extLst>
                </a:gridCol>
              </a:tblGrid>
              <a:tr h="377825">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sng"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SNO</a:t>
                      </a:r>
                      <a:endParaRPr kumimoji="0" lang="en-US" altLang="zh-CN" sz="1800" b="0" i="0" u="sng"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3" marR="91453" marT="45816" marB="45816"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SNAME</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3" marR="91453" marT="45816" marB="458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SEX</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3" marR="91453" marT="45816" marB="458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AGE</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3" marR="91453" marT="45816" marB="458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SDEPT</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3" marR="91453" marT="45816" marB="45816"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9" name="Group 133">
            <a:extLst>
              <a:ext uri="{FF2B5EF4-FFF2-40B4-BE49-F238E27FC236}">
                <a16:creationId xmlns:a16="http://schemas.microsoft.com/office/drawing/2014/main" id="{0A0E68D9-BD1C-4EA0-943A-CD6BFAFFF361}"/>
              </a:ext>
            </a:extLst>
          </p:cNvPr>
          <p:cNvGraphicFramePr>
            <a:graphicFrameLocks noGrp="1"/>
          </p:cNvGraphicFramePr>
          <p:nvPr/>
        </p:nvGraphicFramePr>
        <p:xfrm>
          <a:off x="4935538" y="3203575"/>
          <a:ext cx="4100512" cy="368300"/>
        </p:xfrm>
        <a:graphic>
          <a:graphicData uri="http://schemas.openxmlformats.org/drawingml/2006/table">
            <a:tbl>
              <a:tblPr/>
              <a:tblGrid>
                <a:gridCol w="874295">
                  <a:extLst>
                    <a:ext uri="{9D8B030D-6E8A-4147-A177-3AD203B41FA5}">
                      <a16:colId xmlns:a16="http://schemas.microsoft.com/office/drawing/2014/main" val="20000"/>
                    </a:ext>
                  </a:extLst>
                </a:gridCol>
                <a:gridCol w="1173167">
                  <a:extLst>
                    <a:ext uri="{9D8B030D-6E8A-4147-A177-3AD203B41FA5}">
                      <a16:colId xmlns:a16="http://schemas.microsoft.com/office/drawing/2014/main" val="20001"/>
                    </a:ext>
                  </a:extLst>
                </a:gridCol>
                <a:gridCol w="1003717">
                  <a:extLst>
                    <a:ext uri="{9D8B030D-6E8A-4147-A177-3AD203B41FA5}">
                      <a16:colId xmlns:a16="http://schemas.microsoft.com/office/drawing/2014/main" val="20002"/>
                    </a:ext>
                  </a:extLst>
                </a:gridCol>
                <a:gridCol w="1049333">
                  <a:extLst>
                    <a:ext uri="{9D8B030D-6E8A-4147-A177-3AD203B41FA5}">
                      <a16:colId xmlns:a16="http://schemas.microsoft.com/office/drawing/2014/main" val="20003"/>
                    </a:ext>
                  </a:extLst>
                </a:gridCol>
              </a:tblGrid>
              <a:tr h="368300">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1" i="0" u="sng"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CNO</a:t>
                      </a:r>
                      <a:endParaRPr kumimoji="0" lang="en-US" altLang="zh-CN" sz="1800" b="0" i="0" u="sng"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28" marR="91428"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CNAME</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28" marR="914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CDEPT</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28" marR="914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TNAME</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28" marR="91428"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0" name="Group 130">
            <a:extLst>
              <a:ext uri="{FF2B5EF4-FFF2-40B4-BE49-F238E27FC236}">
                <a16:creationId xmlns:a16="http://schemas.microsoft.com/office/drawing/2014/main" id="{EDB2C853-9E42-489D-863F-06A703C74FD1}"/>
              </a:ext>
            </a:extLst>
          </p:cNvPr>
          <p:cNvGraphicFramePr>
            <a:graphicFrameLocks noGrp="1"/>
          </p:cNvGraphicFramePr>
          <p:nvPr/>
        </p:nvGraphicFramePr>
        <p:xfrm>
          <a:off x="2625725" y="3986213"/>
          <a:ext cx="3086099" cy="439737"/>
        </p:xfrm>
        <a:graphic>
          <a:graphicData uri="http://schemas.openxmlformats.org/drawingml/2006/table">
            <a:tbl>
              <a:tblPr/>
              <a:tblGrid>
                <a:gridCol w="1058144">
                  <a:extLst>
                    <a:ext uri="{9D8B030D-6E8A-4147-A177-3AD203B41FA5}">
                      <a16:colId xmlns:a16="http://schemas.microsoft.com/office/drawing/2014/main" val="20000"/>
                    </a:ext>
                  </a:extLst>
                </a:gridCol>
                <a:gridCol w="813265">
                  <a:extLst>
                    <a:ext uri="{9D8B030D-6E8A-4147-A177-3AD203B41FA5}">
                      <a16:colId xmlns:a16="http://schemas.microsoft.com/office/drawing/2014/main" val="20001"/>
                    </a:ext>
                  </a:extLst>
                </a:gridCol>
                <a:gridCol w="1214690">
                  <a:extLst>
                    <a:ext uri="{9D8B030D-6E8A-4147-A177-3AD203B41FA5}">
                      <a16:colId xmlns:a16="http://schemas.microsoft.com/office/drawing/2014/main" val="20002"/>
                    </a:ext>
                  </a:extLst>
                </a:gridCol>
              </a:tblGrid>
              <a:tr h="439737">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wavy"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SNO</a:t>
                      </a:r>
                      <a:endParaRPr kumimoji="0" lang="en-US" altLang="zh-CN" sz="2000" b="0" i="0" u="wavy"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01" marR="9140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wavy"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CNO</a:t>
                      </a:r>
                      <a:endParaRPr kumimoji="0" lang="en-US" altLang="zh-CN" sz="2000" b="0" i="0" u="wavy"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01" marR="914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GRADE</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01" marR="91401"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cxnSp>
        <p:nvCxnSpPr>
          <p:cNvPr id="42" name="直接连接符 41">
            <a:extLst>
              <a:ext uri="{FF2B5EF4-FFF2-40B4-BE49-F238E27FC236}">
                <a16:creationId xmlns:a16="http://schemas.microsoft.com/office/drawing/2014/main" id="{00CFA812-97D5-4099-AC6D-6AD845468A4C}"/>
              </a:ext>
            </a:extLst>
          </p:cNvPr>
          <p:cNvCxnSpPr>
            <a:cxnSpLocks noChangeShapeType="1"/>
          </p:cNvCxnSpPr>
          <p:nvPr/>
        </p:nvCxnSpPr>
        <p:spPr bwMode="auto">
          <a:xfrm>
            <a:off x="2760663" y="4365625"/>
            <a:ext cx="1603375" cy="0"/>
          </a:xfrm>
          <a:prstGeom prst="line">
            <a:avLst/>
          </a:prstGeom>
          <a:noFill/>
          <a:ln w="9525" algn="ctr">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1" name="AutoShape 108">
            <a:extLst>
              <a:ext uri="{FF2B5EF4-FFF2-40B4-BE49-F238E27FC236}">
                <a16:creationId xmlns:a16="http://schemas.microsoft.com/office/drawing/2014/main" id="{AD6299F8-9B50-4167-8E0E-CD359A8D6204}"/>
              </a:ext>
            </a:extLst>
          </p:cNvPr>
          <p:cNvSpPr>
            <a:spLocks noChangeArrowheads="1"/>
          </p:cNvSpPr>
          <p:nvPr/>
        </p:nvSpPr>
        <p:spPr bwMode="auto">
          <a:xfrm>
            <a:off x="6348413" y="4086225"/>
            <a:ext cx="2447925" cy="417513"/>
          </a:xfrm>
          <a:prstGeom prst="wedgeRoundRectCallout">
            <a:avLst>
              <a:gd name="adj1" fmla="val -51569"/>
              <a:gd name="adj2" fmla="val 225375"/>
              <a:gd name="adj3" fmla="val 16667"/>
            </a:avLst>
          </a:prstGeom>
          <a:blipFill dpi="0" rotWithShape="0">
            <a:blip r:embed="rId3"/>
            <a:srcRect/>
            <a:tile tx="0" ty="0" sx="100000" sy="100000" flip="none" algn="tl"/>
          </a:blipFill>
          <a:ln w="12700">
            <a:solidFill>
              <a:schemeClr val="tx1"/>
            </a:solidFill>
            <a:miter lim="800000"/>
            <a:headEnd/>
            <a:tailEnd/>
          </a:ln>
        </p:spPr>
        <p:txBody>
          <a:bodyPr lIns="54000" tIns="10800" rIns="54000" bIns="10800"/>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00000"/>
              </a:lnSpc>
              <a:spcBef>
                <a:spcPct val="10000"/>
              </a:spcBef>
              <a:buClr>
                <a:srgbClr val="0066FF"/>
              </a:buClr>
              <a:buSzPct val="95000"/>
              <a:buFont typeface="Wingdings" panose="05000000000000000000" pitchFamily="2" charset="2"/>
              <a:buNone/>
            </a:pPr>
            <a:r>
              <a:rPr kumimoji="0" lang="zh-CN" altLang="en-US" sz="2000" b="1" dirty="0">
                <a:solidFill>
                  <a:schemeClr val="bg2"/>
                </a:solidFill>
                <a:latin typeface="宋体" panose="02010600030101010101" pitchFamily="2" charset="-122"/>
              </a:rPr>
              <a:t>内模式（存储模式）</a:t>
            </a:r>
            <a:endParaRPr kumimoji="0" lang="zh-CN" altLang="en-US" sz="2000" b="1" dirty="0">
              <a:solidFill>
                <a:srgbClr val="006600"/>
              </a:solidFill>
              <a:latin typeface="宋体" panose="02010600030101010101" pitchFamily="2" charset="-122"/>
            </a:endParaRPr>
          </a:p>
        </p:txBody>
      </p:sp>
      <p:sp>
        <p:nvSpPr>
          <p:cNvPr id="32" name="AutoShape 109">
            <a:extLst>
              <a:ext uri="{FF2B5EF4-FFF2-40B4-BE49-F238E27FC236}">
                <a16:creationId xmlns:a16="http://schemas.microsoft.com/office/drawing/2014/main" id="{152FD4B7-0452-4418-A453-8723D5EF5844}"/>
              </a:ext>
            </a:extLst>
          </p:cNvPr>
          <p:cNvSpPr>
            <a:spLocks noChangeArrowheads="1"/>
          </p:cNvSpPr>
          <p:nvPr/>
        </p:nvSpPr>
        <p:spPr bwMode="auto">
          <a:xfrm>
            <a:off x="4467225" y="663575"/>
            <a:ext cx="2244725" cy="431800"/>
          </a:xfrm>
          <a:prstGeom prst="wedgeRoundRectCallout">
            <a:avLst>
              <a:gd name="adj1" fmla="val -60024"/>
              <a:gd name="adj2" fmla="val 245768"/>
              <a:gd name="adj3" fmla="val 16667"/>
            </a:avLst>
          </a:prstGeom>
          <a:pattFill prst="pct70">
            <a:fgClr>
              <a:schemeClr val="accent4"/>
            </a:fgClr>
            <a:bgClr>
              <a:schemeClr val="accent3">
                <a:lumMod val="90000"/>
              </a:schemeClr>
            </a:bgClr>
          </a:pattFill>
          <a:ln w="12700">
            <a:solidFill>
              <a:schemeClr val="tx1"/>
            </a:solidFill>
            <a:miter lim="800000"/>
            <a:headEnd/>
            <a:tailEnd/>
          </a:ln>
          <a:effectLst/>
        </p:spPr>
        <p:txBody>
          <a:bodyPr lIns="54000" tIns="10800" rIns="54000" bIns="10800"/>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buClr>
                <a:srgbClr val="0066FF"/>
              </a:buClr>
              <a:buSzPct val="95000"/>
              <a:buFont typeface="Wingdings" panose="05000000000000000000" pitchFamily="2" charset="2"/>
              <a:buNone/>
              <a:defRPr/>
            </a:pPr>
            <a:r>
              <a:rPr kumimoji="0" lang="zh-CN" altLang="en-US" sz="1800" b="1" dirty="0">
                <a:solidFill>
                  <a:schemeClr val="bg2"/>
                </a:solidFill>
                <a:latin typeface="楷体" panose="02010609060101010101" pitchFamily="49" charset="-122"/>
                <a:ea typeface="楷体" panose="02010609060101010101" pitchFamily="49" charset="-122"/>
              </a:rPr>
              <a:t>外模式（用户模式）</a:t>
            </a:r>
            <a:endParaRPr kumimoji="0" lang="zh-CN" altLang="en-US" sz="1800" b="1" dirty="0">
              <a:solidFill>
                <a:srgbClr val="006600"/>
              </a:solidFill>
              <a:latin typeface="楷体" panose="02010609060101010101" pitchFamily="49" charset="-122"/>
              <a:ea typeface="楷体" panose="02010609060101010101" pitchFamily="49" charset="-122"/>
            </a:endParaRPr>
          </a:p>
        </p:txBody>
      </p:sp>
      <p:sp>
        <p:nvSpPr>
          <p:cNvPr id="35" name="AutoShape 110">
            <a:extLst>
              <a:ext uri="{FF2B5EF4-FFF2-40B4-BE49-F238E27FC236}">
                <a16:creationId xmlns:a16="http://schemas.microsoft.com/office/drawing/2014/main" id="{5D02175B-C1A2-4237-B949-D1B79ED74248}"/>
              </a:ext>
            </a:extLst>
          </p:cNvPr>
          <p:cNvSpPr>
            <a:spLocks noChangeArrowheads="1"/>
          </p:cNvSpPr>
          <p:nvPr/>
        </p:nvSpPr>
        <p:spPr bwMode="auto">
          <a:xfrm>
            <a:off x="5403850" y="1584325"/>
            <a:ext cx="2520950" cy="431800"/>
          </a:xfrm>
          <a:prstGeom prst="wedgeRoundRectCallout">
            <a:avLst>
              <a:gd name="adj1" fmla="val -69458"/>
              <a:gd name="adj2" fmla="val 301685"/>
              <a:gd name="adj3" fmla="val 16667"/>
            </a:avLst>
          </a:prstGeom>
          <a:blipFill dpi="0" rotWithShape="0">
            <a:blip r:embed="rId4"/>
            <a:srcRect/>
            <a:tile tx="0" ty="0" sx="100000" sy="100000" flip="none" algn="tl"/>
          </a:blipFill>
          <a:ln w="12700">
            <a:solidFill>
              <a:schemeClr val="tx1"/>
            </a:solidFill>
            <a:miter lim="800000"/>
            <a:headEnd/>
            <a:tailEnd/>
          </a:ln>
        </p:spPr>
        <p:txBody>
          <a:bodyPr lIns="54000" tIns="10800" rIns="54000" bIns="10800"/>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00000"/>
              </a:lnSpc>
              <a:spcBef>
                <a:spcPts val="0"/>
              </a:spcBef>
              <a:buClr>
                <a:srgbClr val="0066FF"/>
              </a:buClr>
              <a:buSzPct val="95000"/>
              <a:buFont typeface="Wingdings" panose="05000000000000000000" pitchFamily="2" charset="2"/>
              <a:buNone/>
            </a:pPr>
            <a:r>
              <a:rPr lang="zh-CN" altLang="en-US" sz="2000" b="1" dirty="0">
                <a:solidFill>
                  <a:schemeClr val="bg2"/>
                </a:solidFill>
                <a:latin typeface="宋体" panose="02010600030101010101" pitchFamily="2" charset="-122"/>
              </a:rPr>
              <a:t>模式</a:t>
            </a:r>
            <a:r>
              <a:rPr lang="en-US" altLang="zh-CN" sz="2000" b="1" dirty="0">
                <a:solidFill>
                  <a:schemeClr val="bg2"/>
                </a:solidFill>
                <a:latin typeface="宋体" panose="02010600030101010101" pitchFamily="2" charset="-122"/>
              </a:rPr>
              <a:t>(</a:t>
            </a:r>
            <a:r>
              <a:rPr lang="zh-CN" altLang="en-US" sz="2000" b="1" dirty="0">
                <a:solidFill>
                  <a:schemeClr val="bg2"/>
                </a:solidFill>
                <a:latin typeface="宋体" panose="02010600030101010101" pitchFamily="2" charset="-122"/>
              </a:rPr>
              <a:t>全局逻辑结构</a:t>
            </a:r>
            <a:r>
              <a:rPr lang="en-US" altLang="zh-CN" sz="2000" b="1" dirty="0">
                <a:solidFill>
                  <a:schemeClr val="bg2"/>
                </a:solidFill>
                <a:latin typeface="宋体" panose="02010600030101010101" pitchFamily="2" charset="-122"/>
              </a:rPr>
              <a:t>)</a:t>
            </a:r>
          </a:p>
        </p:txBody>
      </p:sp>
      <p:sp>
        <p:nvSpPr>
          <p:cNvPr id="40" name="Freeform 121">
            <a:extLst>
              <a:ext uri="{FF2B5EF4-FFF2-40B4-BE49-F238E27FC236}">
                <a16:creationId xmlns:a16="http://schemas.microsoft.com/office/drawing/2014/main" id="{1A46D10A-D45B-4866-9237-A8B9C6B426EC}"/>
              </a:ext>
            </a:extLst>
          </p:cNvPr>
          <p:cNvSpPr>
            <a:spLocks/>
          </p:cNvSpPr>
          <p:nvPr/>
        </p:nvSpPr>
        <p:spPr bwMode="auto">
          <a:xfrm>
            <a:off x="2695575" y="2984500"/>
            <a:ext cx="6637338" cy="2751138"/>
          </a:xfrm>
          <a:custGeom>
            <a:avLst/>
            <a:gdLst>
              <a:gd name="connsiteX0" fmla="*/ 2519235 w 6492875"/>
              <a:gd name="connsiteY0" fmla="*/ 2567051 h 2698750"/>
              <a:gd name="connsiteX1" fmla="*/ 3600299 w 6492875"/>
              <a:gd name="connsiteY1" fmla="*/ 1054131 h 2698750"/>
              <a:gd name="connsiteX2" fmla="*/ 5687758 w 6492875"/>
              <a:gd name="connsiteY2" fmla="*/ 838231 h 2698750"/>
              <a:gd name="connsiteX3" fmla="*/ 5976691 w 6492875"/>
              <a:gd name="connsiteY3" fmla="*/ 119014 h 2698750"/>
              <a:gd name="connsiteX4" fmla="*/ 2592604 w 6492875"/>
              <a:gd name="connsiteY4" fmla="*/ 119014 h 2698750"/>
              <a:gd name="connsiteX5" fmla="*/ 2447813 w 6492875"/>
              <a:gd name="connsiteY5" fmla="*/ 838231 h 2698750"/>
              <a:gd name="connsiteX6" fmla="*/ 2303672 w 6492875"/>
              <a:gd name="connsiteY6" fmla="*/ 982614 h 2698750"/>
              <a:gd name="connsiteX7" fmla="*/ 360354 w 6492875"/>
              <a:gd name="connsiteY7" fmla="*/ 1054131 h 2698750"/>
              <a:gd name="connsiteX8" fmla="*/ 360354 w 6492875"/>
              <a:gd name="connsiteY8" fmla="*/ 1703451 h 2698750"/>
              <a:gd name="connsiteX9" fmla="*/ 2519235 w 6492875"/>
              <a:gd name="connsiteY9" fmla="*/ 1846214 h 2698750"/>
              <a:gd name="connsiteX10" fmla="*/ 2519235 w 6492875"/>
              <a:gd name="connsiteY10" fmla="*/ 2567051 h 269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92875" h="2698750" extrusionOk="0">
                <a:moveTo>
                  <a:pt x="2519235" y="2567051"/>
                </a:moveTo>
                <a:cubicBezTo>
                  <a:pt x="2668065" y="2416617"/>
                  <a:pt x="3015747" y="1363065"/>
                  <a:pt x="3600299" y="1054131"/>
                </a:cubicBezTo>
                <a:cubicBezTo>
                  <a:pt x="4199476" y="781862"/>
                  <a:pt x="5206778" y="996420"/>
                  <a:pt x="5687758" y="838231"/>
                </a:cubicBezTo>
                <a:cubicBezTo>
                  <a:pt x="6028918" y="735497"/>
                  <a:pt x="6470254" y="363063"/>
                  <a:pt x="5976691" y="119014"/>
                </a:cubicBezTo>
                <a:cubicBezTo>
                  <a:pt x="5441212" y="-10913"/>
                  <a:pt x="3212132" y="15563"/>
                  <a:pt x="2592604" y="119014"/>
                </a:cubicBezTo>
                <a:cubicBezTo>
                  <a:pt x="2008877" y="238489"/>
                  <a:pt x="2502539" y="680104"/>
                  <a:pt x="2447813" y="838231"/>
                </a:cubicBezTo>
                <a:cubicBezTo>
                  <a:pt x="2387823" y="980686"/>
                  <a:pt x="2626826" y="968978"/>
                  <a:pt x="2303672" y="982614"/>
                </a:cubicBezTo>
                <a:cubicBezTo>
                  <a:pt x="1949363" y="959065"/>
                  <a:pt x="639728" y="995507"/>
                  <a:pt x="360354" y="1054131"/>
                </a:cubicBezTo>
                <a:cubicBezTo>
                  <a:pt x="82383" y="1200531"/>
                  <a:pt x="31821" y="1579403"/>
                  <a:pt x="360354" y="1703451"/>
                </a:cubicBezTo>
                <a:cubicBezTo>
                  <a:pt x="667436" y="1826533"/>
                  <a:pt x="2214831" y="1747589"/>
                  <a:pt x="2519235" y="1846214"/>
                </a:cubicBezTo>
                <a:cubicBezTo>
                  <a:pt x="2913750" y="2041448"/>
                  <a:pt x="2342625" y="2725606"/>
                  <a:pt x="2519235" y="2567051"/>
                </a:cubicBezTo>
                <a:close/>
              </a:path>
            </a:pathLst>
          </a:custGeom>
          <a:noFill/>
          <a:ln w="28575" cap="flat" cmpd="sng">
            <a:solidFill>
              <a:schemeClr val="tx2">
                <a:lumMod val="50000"/>
              </a:schemeClr>
            </a:solidFill>
            <a:prstDash val="lgDashDotDot"/>
            <a:round/>
            <a:headEnd/>
            <a:tailEnd/>
          </a:ln>
          <a:effectLst/>
        </p:spPr>
        <p:txBody>
          <a:bodyPr>
            <a:spAutoFit/>
          </a:bodyPr>
          <a:lstStyle/>
          <a:p>
            <a:pPr>
              <a:defRPr/>
            </a:pPr>
            <a:endParaRPr lang="zh-CN" altLang="en-US"/>
          </a:p>
        </p:txBody>
      </p:sp>
      <p:sp>
        <p:nvSpPr>
          <p:cNvPr id="41" name="任意多边形: 形状 40">
            <a:extLst>
              <a:ext uri="{FF2B5EF4-FFF2-40B4-BE49-F238E27FC236}">
                <a16:creationId xmlns:a16="http://schemas.microsoft.com/office/drawing/2014/main" id="{7CE07206-5C2E-4F06-88A8-53AE074640F4}"/>
              </a:ext>
            </a:extLst>
          </p:cNvPr>
          <p:cNvSpPr>
            <a:spLocks/>
          </p:cNvSpPr>
          <p:nvPr/>
        </p:nvSpPr>
        <p:spPr bwMode="auto">
          <a:xfrm>
            <a:off x="38100" y="3009900"/>
            <a:ext cx="4706938" cy="2474913"/>
          </a:xfrm>
          <a:custGeom>
            <a:avLst/>
            <a:gdLst>
              <a:gd name="T0" fmla="*/ 272304 w 4968031"/>
              <a:gd name="T1" fmla="*/ 75393 h 2539682"/>
              <a:gd name="T2" fmla="*/ 3653866 w 4968031"/>
              <a:gd name="T3" fmla="*/ 83429 h 2539682"/>
              <a:gd name="T4" fmla="*/ 3640063 w 4968031"/>
              <a:gd name="T5" fmla="*/ 726350 h 2539682"/>
              <a:gd name="T6" fmla="*/ 1935480 w 4968031"/>
              <a:gd name="T7" fmla="*/ 766532 h 2539682"/>
              <a:gd name="T8" fmla="*/ 2501374 w 4968031"/>
              <a:gd name="T9" fmla="*/ 2365795 h 2539682"/>
              <a:gd name="T10" fmla="*/ 1279872 w 4968031"/>
              <a:gd name="T11" fmla="*/ 879043 h 2539682"/>
              <a:gd name="T12" fmla="*/ 1010726 w 4968031"/>
              <a:gd name="T13" fmla="*/ 726350 h 2539682"/>
              <a:gd name="T14" fmla="*/ 293008 w 4968031"/>
              <a:gd name="T15" fmla="*/ 702241 h 2539682"/>
              <a:gd name="T16" fmla="*/ 272304 w 4968031"/>
              <a:gd name="T17" fmla="*/ 75393 h 25396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968031" h="2539682">
                <a:moveTo>
                  <a:pt x="340380" y="80927"/>
                </a:moveTo>
                <a:cubicBezTo>
                  <a:pt x="1040557" y="-29779"/>
                  <a:pt x="3865708" y="-26903"/>
                  <a:pt x="4567323" y="89554"/>
                </a:cubicBezTo>
                <a:cubicBezTo>
                  <a:pt x="5268938" y="206011"/>
                  <a:pt x="4908067" y="657459"/>
                  <a:pt x="4550071" y="779667"/>
                </a:cubicBezTo>
                <a:cubicBezTo>
                  <a:pt x="4192075" y="901875"/>
                  <a:pt x="2656572" y="529501"/>
                  <a:pt x="2419346" y="822799"/>
                </a:cubicBezTo>
                <a:cubicBezTo>
                  <a:pt x="2182120" y="1116097"/>
                  <a:pt x="3263297" y="2519327"/>
                  <a:pt x="3126712" y="2539455"/>
                </a:cubicBezTo>
                <a:cubicBezTo>
                  <a:pt x="2990127" y="2559583"/>
                  <a:pt x="1910388" y="1236867"/>
                  <a:pt x="1599837" y="943569"/>
                </a:cubicBezTo>
                <a:cubicBezTo>
                  <a:pt x="1289286" y="650271"/>
                  <a:pt x="1469002" y="811297"/>
                  <a:pt x="1263406" y="779667"/>
                </a:cubicBezTo>
                <a:cubicBezTo>
                  <a:pt x="1057810" y="748037"/>
                  <a:pt x="520097" y="868807"/>
                  <a:pt x="366259" y="753788"/>
                </a:cubicBezTo>
                <a:cubicBezTo>
                  <a:pt x="212421" y="638769"/>
                  <a:pt x="-359797" y="191633"/>
                  <a:pt x="340380" y="80927"/>
                </a:cubicBezTo>
                <a:close/>
              </a:path>
            </a:pathLst>
          </a:custGeom>
          <a:noFill/>
          <a:ln w="34925" cap="flat" cmpd="sng" algn="ctr">
            <a:solidFill>
              <a:srgbClr val="990033">
                <a:alpha val="39999"/>
              </a:srgbClr>
            </a:solidFill>
            <a:prstDash val="lgDashDot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pic>
        <p:nvPicPr>
          <p:cNvPr id="17" name="图片 16">
            <a:extLst>
              <a:ext uri="{FF2B5EF4-FFF2-40B4-BE49-F238E27FC236}">
                <a16:creationId xmlns:a16="http://schemas.microsoft.com/office/drawing/2014/main" id="{6EE460A1-C541-214C-BCAB-2DC1E7A7BBA8}"/>
              </a:ext>
            </a:extLst>
          </p:cNvPr>
          <p:cNvPicPr>
            <a:picLocks noChangeAspect="1"/>
          </p:cNvPicPr>
          <p:nvPr/>
        </p:nvPicPr>
        <p:blipFill rotWithShape="1">
          <a:blip r:embed="rId5"/>
          <a:srcRect l="676" t="20973" r="54062" b="13716"/>
          <a:stretch/>
        </p:blipFill>
        <p:spPr>
          <a:xfrm>
            <a:off x="25186" y="161524"/>
            <a:ext cx="577970" cy="550431"/>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blinds(horizontal)">
                                      <p:cBhvr>
                                        <p:cTn id="7" dur="500"/>
                                        <p:tgtEl>
                                          <p:spTgt spid="28"/>
                                        </p:tgtEl>
                                      </p:cBhvr>
                                    </p:animEffect>
                                  </p:childTnLst>
                                </p:cTn>
                              </p:par>
                              <p:par>
                                <p:cTn id="8" presetID="3" presetClass="entr" presetSubtype="10" fill="hold"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blinds(horizontal)">
                                      <p:cBhvr>
                                        <p:cTn id="10" dur="500"/>
                                        <p:tgtEl>
                                          <p:spTgt spid="29"/>
                                        </p:tgtEl>
                                      </p:cBhvr>
                                    </p:animEffect>
                                  </p:childTnLst>
                                </p:cTn>
                              </p:par>
                              <p:par>
                                <p:cTn id="11" presetID="3" presetClass="entr" presetSubtype="10" fill="hold" nodeType="withEffect">
                                  <p:stCondLst>
                                    <p:cond delay="0"/>
                                  </p:stCondLst>
                                  <p:childTnLst>
                                    <p:set>
                                      <p:cBhvr>
                                        <p:cTn id="12" dur="1" fill="hold">
                                          <p:stCondLst>
                                            <p:cond delay="0"/>
                                          </p:stCondLst>
                                        </p:cTn>
                                        <p:tgtEl>
                                          <p:spTgt spid="42"/>
                                        </p:tgtEl>
                                        <p:attrNameLst>
                                          <p:attrName>style.visibility</p:attrName>
                                        </p:attrNameLst>
                                      </p:cBhvr>
                                      <p:to>
                                        <p:strVal val="visible"/>
                                      </p:to>
                                    </p:set>
                                    <p:animEffect transition="in" filter="blinds(horizontal)">
                                      <p:cBhvr>
                                        <p:cTn id="13" dur="500"/>
                                        <p:tgtEl>
                                          <p:spTgt spid="42"/>
                                        </p:tgtEl>
                                      </p:cBhvr>
                                    </p:animEffect>
                                  </p:childTnLst>
                                </p:cTn>
                              </p:par>
                              <p:par>
                                <p:cTn id="14" presetID="3" presetClass="entr" presetSubtype="10" fill="hold"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blinds(horizontal)">
                                      <p:cBhvr>
                                        <p:cTn id="16" dur="500"/>
                                        <p:tgtEl>
                                          <p:spTgt spid="3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blinds(horizontal)">
                                      <p:cBhvr>
                                        <p:cTn id="21" dur="500"/>
                                        <p:tgtEl>
                                          <p:spTgt spid="3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674841"/>
                                        </p:tgtEl>
                                        <p:attrNameLst>
                                          <p:attrName>style.visibility</p:attrName>
                                        </p:attrNameLst>
                                      </p:cBhvr>
                                      <p:to>
                                        <p:strVal val="visible"/>
                                      </p:to>
                                    </p:set>
                                    <p:animEffect transition="in" filter="blinds(horizontal)">
                                      <p:cBhvr>
                                        <p:cTn id="26" dur="500"/>
                                        <p:tgtEl>
                                          <p:spTgt spid="674841"/>
                                        </p:tgtEl>
                                      </p:cBhvr>
                                    </p:animEffect>
                                  </p:childTnLst>
                                </p:cTn>
                              </p:par>
                              <p:par>
                                <p:cTn id="27" presetID="3" presetClass="entr" presetSubtype="10" fill="hold" nodeType="withEffect">
                                  <p:stCondLst>
                                    <p:cond delay="0"/>
                                  </p:stCondLst>
                                  <p:childTnLst>
                                    <p:set>
                                      <p:cBhvr>
                                        <p:cTn id="28" dur="1" fill="hold">
                                          <p:stCondLst>
                                            <p:cond delay="0"/>
                                          </p:stCondLst>
                                        </p:cTn>
                                        <p:tgtEl>
                                          <p:spTgt spid="674821"/>
                                        </p:tgtEl>
                                        <p:attrNameLst>
                                          <p:attrName>style.visibility</p:attrName>
                                        </p:attrNameLst>
                                      </p:cBhvr>
                                      <p:to>
                                        <p:strVal val="visible"/>
                                      </p:to>
                                    </p:set>
                                    <p:animEffect transition="in" filter="blinds(horizontal)">
                                      <p:cBhvr>
                                        <p:cTn id="29" dur="500"/>
                                        <p:tgtEl>
                                          <p:spTgt spid="67482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blinds(horizontal)">
                                      <p:cBhvr>
                                        <p:cTn id="34" dur="500"/>
                                        <p:tgtEl>
                                          <p:spTgt spid="31"/>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nodeType="click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blinds(horizontal)">
                                      <p:cBhvr>
                                        <p:cTn id="39" dur="500"/>
                                        <p:tgtEl>
                                          <p:spTgt spid="41"/>
                                        </p:tgtEl>
                                      </p:cBhvr>
                                    </p:animEffect>
                                  </p:childTnLst>
                                </p:cTn>
                              </p:par>
                              <p:par>
                                <p:cTn id="40" presetID="3" presetClass="entr" presetSubtype="10" fill="hold" nodeType="with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blinds(horizontal)">
                                      <p:cBhvr>
                                        <p:cTn id="42" dur="500"/>
                                        <p:tgtEl>
                                          <p:spTgt spid="4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674861"/>
                                        </p:tgtEl>
                                        <p:attrNameLst>
                                          <p:attrName>style.visibility</p:attrName>
                                        </p:attrNameLst>
                                      </p:cBhvr>
                                      <p:to>
                                        <p:strVal val="visible"/>
                                      </p:to>
                                    </p:set>
                                    <p:animEffect transition="in" filter="blinds(horizontal)">
                                      <p:cBhvr>
                                        <p:cTn id="47" dur="500"/>
                                        <p:tgtEl>
                                          <p:spTgt spid="67486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blinds(horizontal)">
                                      <p:cBhvr>
                                        <p:cTn id="52" dur="500"/>
                                        <p:tgtEl>
                                          <p:spTgt spid="32"/>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5"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74821" name="Group 5">
            <a:extLst>
              <a:ext uri="{FF2B5EF4-FFF2-40B4-BE49-F238E27FC236}">
                <a16:creationId xmlns:a16="http://schemas.microsoft.com/office/drawing/2014/main" id="{A3CAF1F0-EF34-45F5-911E-2F9107D83C24}"/>
              </a:ext>
            </a:extLst>
          </p:cNvPr>
          <p:cNvGraphicFramePr>
            <a:graphicFrameLocks noGrp="1"/>
          </p:cNvGraphicFramePr>
          <p:nvPr/>
        </p:nvGraphicFramePr>
        <p:xfrm>
          <a:off x="5940425" y="5157788"/>
          <a:ext cx="1287463" cy="1584424"/>
        </p:xfrm>
        <a:graphic>
          <a:graphicData uri="http://schemas.openxmlformats.org/drawingml/2006/table">
            <a:tbl>
              <a:tblPr/>
              <a:tblGrid>
                <a:gridCol w="222250">
                  <a:extLst>
                    <a:ext uri="{9D8B030D-6E8A-4147-A177-3AD203B41FA5}">
                      <a16:colId xmlns:a16="http://schemas.microsoft.com/office/drawing/2014/main" val="20000"/>
                    </a:ext>
                  </a:extLst>
                </a:gridCol>
                <a:gridCol w="842963">
                  <a:extLst>
                    <a:ext uri="{9D8B030D-6E8A-4147-A177-3AD203B41FA5}">
                      <a16:colId xmlns:a16="http://schemas.microsoft.com/office/drawing/2014/main" val="20001"/>
                    </a:ext>
                  </a:extLst>
                </a:gridCol>
                <a:gridCol w="222250">
                  <a:extLst>
                    <a:ext uri="{9D8B030D-6E8A-4147-A177-3AD203B41FA5}">
                      <a16:colId xmlns:a16="http://schemas.microsoft.com/office/drawing/2014/main" val="20002"/>
                    </a:ext>
                  </a:extLst>
                </a:gridCol>
              </a:tblGrid>
              <a:tr h="396081">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3" marB="45653"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3" marB="45653"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3" marB="45653"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0"/>
                  </a:ext>
                </a:extLst>
              </a:tr>
              <a:tr h="396081">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3" marB="45653"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53" marB="45653"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3" marB="45653"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1"/>
                  </a:ext>
                </a:extLst>
              </a:tr>
              <a:tr h="396081">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3" marB="45653"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3" marB="45653"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lgDash"/>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3" marB="45653"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396081">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3" marB="45653"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3" marB="45653" horzOverflow="overflow">
                    <a:lnL>
                      <a:noFill/>
                    </a:lnL>
                    <a:lnR>
                      <a:noFill/>
                    </a:lnR>
                    <a:lnT w="12700" cap="flat" cmpd="sng" algn="ctr">
                      <a:solidFill>
                        <a:srgbClr val="000000"/>
                      </a:solidFill>
                      <a:prstDash val="lgDash"/>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53" marB="45653"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674841" name="Group 25">
            <a:extLst>
              <a:ext uri="{FF2B5EF4-FFF2-40B4-BE49-F238E27FC236}">
                <a16:creationId xmlns:a16="http://schemas.microsoft.com/office/drawing/2014/main" id="{4236A66A-FF1D-4C1A-B770-1C32E3EB3928}"/>
              </a:ext>
            </a:extLst>
          </p:cNvPr>
          <p:cNvGraphicFramePr>
            <a:graphicFrameLocks noGrp="1"/>
          </p:cNvGraphicFramePr>
          <p:nvPr/>
        </p:nvGraphicFramePr>
        <p:xfrm>
          <a:off x="2865438" y="5259388"/>
          <a:ext cx="1250950" cy="1584424"/>
        </p:xfrm>
        <a:graphic>
          <a:graphicData uri="http://schemas.openxmlformats.org/drawingml/2006/table">
            <a:tbl>
              <a:tblPr/>
              <a:tblGrid>
                <a:gridCol w="215947">
                  <a:extLst>
                    <a:ext uri="{9D8B030D-6E8A-4147-A177-3AD203B41FA5}">
                      <a16:colId xmlns:a16="http://schemas.microsoft.com/office/drawing/2014/main" val="20000"/>
                    </a:ext>
                  </a:extLst>
                </a:gridCol>
                <a:gridCol w="819056">
                  <a:extLst>
                    <a:ext uri="{9D8B030D-6E8A-4147-A177-3AD203B41FA5}">
                      <a16:colId xmlns:a16="http://schemas.microsoft.com/office/drawing/2014/main" val="20001"/>
                    </a:ext>
                  </a:extLst>
                </a:gridCol>
                <a:gridCol w="215947">
                  <a:extLst>
                    <a:ext uri="{9D8B030D-6E8A-4147-A177-3AD203B41FA5}">
                      <a16:colId xmlns:a16="http://schemas.microsoft.com/office/drawing/2014/main" val="20002"/>
                    </a:ext>
                  </a:extLst>
                </a:gridCol>
              </a:tblGrid>
              <a:tr h="396081">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88" marR="91488" marT="45653" marB="45653"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88" marR="91488" marT="45653" marB="45653"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88" marR="91488" marT="45653" marB="45653"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0"/>
                  </a:ext>
                </a:extLst>
              </a:tr>
              <a:tr h="396081">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88" marR="91488" marT="45653" marB="45653"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88" marR="91488" marT="45653" marB="45653"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88" marR="91488" marT="45653" marB="45653"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1"/>
                  </a:ext>
                </a:extLst>
              </a:tr>
              <a:tr h="396081">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88" marR="91488" marT="45653" marB="45653"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88" marR="91488" marT="45653" marB="45653"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lgDash"/>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88" marR="91488" marT="45653" marB="45653"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396081">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88" marR="91488" marT="45653" marB="45653"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88" marR="91488" marT="45653" marB="45653" horzOverflow="overflow">
                    <a:lnL>
                      <a:noFill/>
                    </a:lnL>
                    <a:lnR>
                      <a:noFill/>
                    </a:lnR>
                    <a:lnT w="12700" cap="flat" cmpd="sng" algn="ctr">
                      <a:solidFill>
                        <a:srgbClr val="000000"/>
                      </a:solidFill>
                      <a:prstDash val="lgDash"/>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88" marR="91488" marT="45653" marB="45653"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674861" name="Group 45">
            <a:extLst>
              <a:ext uri="{FF2B5EF4-FFF2-40B4-BE49-F238E27FC236}">
                <a16:creationId xmlns:a16="http://schemas.microsoft.com/office/drawing/2014/main" id="{C1DF1EB0-7326-4021-B884-9F93DD839B54}"/>
              </a:ext>
            </a:extLst>
          </p:cNvPr>
          <p:cNvGraphicFramePr>
            <a:graphicFrameLocks noGrp="1"/>
          </p:cNvGraphicFramePr>
          <p:nvPr/>
        </p:nvGraphicFramePr>
        <p:xfrm>
          <a:off x="119063" y="692150"/>
          <a:ext cx="4237037" cy="1990727"/>
        </p:xfrm>
        <a:graphic>
          <a:graphicData uri="http://schemas.openxmlformats.org/drawingml/2006/table">
            <a:tbl>
              <a:tblPr/>
              <a:tblGrid>
                <a:gridCol w="1577975">
                  <a:extLst>
                    <a:ext uri="{9D8B030D-6E8A-4147-A177-3AD203B41FA5}">
                      <a16:colId xmlns:a16="http://schemas.microsoft.com/office/drawing/2014/main" val="20000"/>
                    </a:ext>
                  </a:extLst>
                </a:gridCol>
                <a:gridCol w="1412875">
                  <a:extLst>
                    <a:ext uri="{9D8B030D-6E8A-4147-A177-3AD203B41FA5}">
                      <a16:colId xmlns:a16="http://schemas.microsoft.com/office/drawing/2014/main" val="20001"/>
                    </a:ext>
                  </a:extLst>
                </a:gridCol>
                <a:gridCol w="1246187">
                  <a:extLst>
                    <a:ext uri="{9D8B030D-6E8A-4147-A177-3AD203B41FA5}">
                      <a16:colId xmlns:a16="http://schemas.microsoft.com/office/drawing/2014/main" val="20002"/>
                    </a:ext>
                  </a:extLst>
                </a:gridCol>
              </a:tblGrid>
              <a:tr h="398463">
                <a:tc gridSpan="3">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成绩单</a:t>
                      </a:r>
                      <a:endPar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cap="flat">
                      <a:noFill/>
                    </a:lnR>
                    <a:lnT cap="flat">
                      <a:noFill/>
                    </a:lnT>
                    <a:lnB w="12700" cap="flat" cmpd="sng" algn="ctr">
                      <a:solidFill>
                        <a:srgbClr val="000000"/>
                      </a:solidFill>
                      <a:prstDash val="dash"/>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396875">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学号：</a:t>
                      </a:r>
                      <a:r>
                        <a:rPr kumimoji="0" lang="en-US" altLang="zh-CN" sz="1800" b="0" i="0" u="none" strike="noStrike" cap="none" normalizeH="0" baseline="0" dirty="0">
                          <a:ln>
                            <a:noFill/>
                          </a:ln>
                          <a:solidFill>
                            <a:srgbClr val="000000"/>
                          </a:solidFill>
                          <a:effectLst/>
                          <a:latin typeface="楷体" panose="02010609060101010101" pitchFamily="49" charset="-122"/>
                          <a:ea typeface="楷体" panose="02010609060101010101" pitchFamily="49" charset="-122"/>
                        </a:rPr>
                        <a:t>S1</a:t>
                      </a:r>
                      <a:endParaRPr kumimoji="0" lang="en-US" altLang="zh-CN" sz="18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txBody>
                  <a:tcPr horzOverflow="overflow">
                    <a:lnL cap="flat">
                      <a:noFill/>
                    </a:lnL>
                    <a:lnR>
                      <a:noFill/>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姓名：</a:t>
                      </a:r>
                      <a:r>
                        <a:rPr lang="zh-CN" altLang="en-US" sz="1800" b="1" dirty="0">
                          <a:solidFill>
                            <a:schemeClr val="bg2"/>
                          </a:solidFill>
                          <a:latin typeface="宋体" panose="02010600030101010101" pitchFamily="2" charset="-122"/>
                        </a:rPr>
                        <a:t>程宏</a:t>
                      </a:r>
                    </a:p>
                  </a:txBody>
                  <a:tcPr horzOverflow="overflow">
                    <a:lnL>
                      <a:noFill/>
                    </a:lnL>
                    <a:lnR>
                      <a:noFill/>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性别：</a:t>
                      </a:r>
                      <a:r>
                        <a:rPr kumimoji="0" lang="zh-CN" altLang="en-US" sz="2000" b="1" i="0" u="none" strike="noStrike" cap="none" normalizeH="0" baseline="0" dirty="0">
                          <a:ln>
                            <a:noFill/>
                          </a:ln>
                          <a:solidFill>
                            <a:srgbClr val="000000"/>
                          </a:solidFill>
                          <a:effectLst/>
                          <a:latin typeface="楷体" panose="02010609060101010101" pitchFamily="49" charset="-122"/>
                          <a:ea typeface="楷体" panose="02010609060101010101" pitchFamily="49" charset="-122"/>
                        </a:rPr>
                        <a:t>男</a:t>
                      </a:r>
                      <a:endParaRPr kumimoji="0" lang="en-US" altLang="zh-CN" sz="20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txBody>
                  <a:tcPr horzOverflow="overflow">
                    <a:lnL>
                      <a:noFill/>
                    </a:lnL>
                    <a:lnR cap="flat">
                      <a:noFill/>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3">
                <a:tc gridSpan="2">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rgbClr val="0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数据结构</a:t>
                      </a:r>
                      <a:endParaRPr kumimoji="0" lang="zh-CN" altLang="en-US" sz="1800" b="0" i="0" u="none" strike="noStrike" cap="none" normalizeH="0" baseline="0" dirty="0">
                        <a:ln>
                          <a:noFill/>
                        </a:ln>
                        <a:solidFill>
                          <a:schemeClr val="tx1"/>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78</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8463">
                <a:tc gridSpan="2">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rgbClr val="0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数据库原理</a:t>
                      </a:r>
                      <a:endParaRPr kumimoji="0" lang="zh-CN" altLang="en-US" sz="1800" b="0" i="0" u="none" strike="noStrike" cap="none" normalizeH="0" baseline="0" dirty="0">
                        <a:ln>
                          <a:noFill/>
                        </a:ln>
                        <a:solidFill>
                          <a:schemeClr val="tx1"/>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86</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8463">
                <a:tc gridSpan="2">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8973" name="Line 108">
            <a:extLst>
              <a:ext uri="{FF2B5EF4-FFF2-40B4-BE49-F238E27FC236}">
                <a16:creationId xmlns:a16="http://schemas.microsoft.com/office/drawing/2014/main" id="{5F9C6E92-B233-46E6-BB0E-A9493CDAFC7D}"/>
              </a:ext>
            </a:extLst>
          </p:cNvPr>
          <p:cNvSpPr>
            <a:spLocks noChangeShapeType="1"/>
          </p:cNvSpPr>
          <p:nvPr/>
        </p:nvSpPr>
        <p:spPr bwMode="auto">
          <a:xfrm flipV="1">
            <a:off x="0" y="2814638"/>
            <a:ext cx="9109075" cy="38100"/>
          </a:xfrm>
          <a:prstGeom prst="line">
            <a:avLst/>
          </a:prstGeom>
          <a:noFill/>
          <a:ln w="9525">
            <a:solidFill>
              <a:srgbClr val="000000"/>
            </a:solidFill>
            <a:prstDash val="lgDashDot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330033"/>
                  </a:outerShdw>
                </a:effectLst>
              </a14:hiddenEffects>
            </a:ext>
          </a:extLst>
        </p:spPr>
        <p:txBody>
          <a:bodyPr/>
          <a:lstStyle/>
          <a:p>
            <a:endParaRPr lang="zh-CN" altLang="en-US"/>
          </a:p>
        </p:txBody>
      </p:sp>
      <p:sp>
        <p:nvSpPr>
          <p:cNvPr id="38974" name="Line 109">
            <a:extLst>
              <a:ext uri="{FF2B5EF4-FFF2-40B4-BE49-F238E27FC236}">
                <a16:creationId xmlns:a16="http://schemas.microsoft.com/office/drawing/2014/main" id="{B75D9BA3-2400-4855-AA5B-C0637796B736}"/>
              </a:ext>
            </a:extLst>
          </p:cNvPr>
          <p:cNvSpPr>
            <a:spLocks noChangeShapeType="1"/>
          </p:cNvSpPr>
          <p:nvPr/>
        </p:nvSpPr>
        <p:spPr bwMode="auto">
          <a:xfrm>
            <a:off x="0" y="4645025"/>
            <a:ext cx="9109075" cy="7938"/>
          </a:xfrm>
          <a:prstGeom prst="line">
            <a:avLst/>
          </a:prstGeom>
          <a:noFill/>
          <a:ln w="9525">
            <a:solidFill>
              <a:srgbClr val="000000"/>
            </a:solidFill>
            <a:prstDash val="lgDashDot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330033"/>
                  </a:outerShdw>
                </a:effectLst>
              </a14:hiddenEffects>
            </a:ext>
          </a:extLst>
        </p:spPr>
        <p:txBody>
          <a:bodyPr/>
          <a:lstStyle/>
          <a:p>
            <a:endParaRPr lang="zh-CN" altLang="en-US"/>
          </a:p>
        </p:txBody>
      </p:sp>
      <p:sp>
        <p:nvSpPr>
          <p:cNvPr id="39025" name="Rectangle 138">
            <a:extLst>
              <a:ext uri="{FF2B5EF4-FFF2-40B4-BE49-F238E27FC236}">
                <a16:creationId xmlns:a16="http://schemas.microsoft.com/office/drawing/2014/main" id="{D41EE7B7-1A71-4F9A-9F8B-471C7942DC18}"/>
              </a:ext>
            </a:extLst>
          </p:cNvPr>
          <p:cNvSpPr>
            <a:spLocks noChangeArrowheads="1"/>
          </p:cNvSpPr>
          <p:nvPr/>
        </p:nvSpPr>
        <p:spPr bwMode="auto">
          <a:xfrm>
            <a:off x="2016125" y="3629025"/>
            <a:ext cx="1416050"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330033"/>
                  </a:outerShdw>
                </a:effectLst>
              </a14:hiddenEffects>
            </a:ext>
          </a:extLst>
        </p:spPr>
        <p:txBody>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b="1">
                <a:solidFill>
                  <a:srgbClr val="800000"/>
                </a:solidFill>
                <a:ea typeface="华文中宋" panose="02010600040101010101" pitchFamily="2" charset="-122"/>
              </a:rPr>
              <a:t>…… ……</a:t>
            </a:r>
            <a:endParaRPr kumimoji="0" lang="en-US" altLang="zh-CN" sz="1800">
              <a:solidFill>
                <a:srgbClr val="800000"/>
              </a:solidFill>
              <a:latin typeface="Arial" panose="020B0604020202020204" pitchFamily="34" charset="0"/>
            </a:endParaRPr>
          </a:p>
        </p:txBody>
      </p:sp>
      <p:grpSp>
        <p:nvGrpSpPr>
          <p:cNvPr id="674964" name="Group 148">
            <a:extLst>
              <a:ext uri="{FF2B5EF4-FFF2-40B4-BE49-F238E27FC236}">
                <a16:creationId xmlns:a16="http://schemas.microsoft.com/office/drawing/2014/main" id="{C8423543-E1FC-4D0B-B28F-46E78EDF5892}"/>
              </a:ext>
            </a:extLst>
          </p:cNvPr>
          <p:cNvGrpSpPr>
            <a:grpSpLocks/>
          </p:cNvGrpSpPr>
          <p:nvPr/>
        </p:nvGrpSpPr>
        <p:grpSpPr bwMode="auto">
          <a:xfrm>
            <a:off x="5168900" y="3825875"/>
            <a:ext cx="2889250" cy="1371600"/>
            <a:chOff x="3210" y="2229"/>
            <a:chExt cx="1820" cy="864"/>
          </a:xfrm>
        </p:grpSpPr>
        <p:sp>
          <p:nvSpPr>
            <p:cNvPr id="39028" name="Rectangle 145">
              <a:extLst>
                <a:ext uri="{FF2B5EF4-FFF2-40B4-BE49-F238E27FC236}">
                  <a16:creationId xmlns:a16="http://schemas.microsoft.com/office/drawing/2014/main" id="{C91DE12C-4D1F-4E8A-A5B1-A984377BE0C6}"/>
                </a:ext>
              </a:extLst>
            </p:cNvPr>
            <p:cNvSpPr>
              <a:spLocks noChangeArrowheads="1"/>
            </p:cNvSpPr>
            <p:nvPr/>
          </p:nvSpPr>
          <p:spPr bwMode="auto">
            <a:xfrm>
              <a:off x="3210" y="2738"/>
              <a:ext cx="452" cy="3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rgbClr val="330033"/>
                    </a:outerShdw>
                  </a:effectLst>
                </a14:hiddenEffects>
              </a:ext>
            </a:extLst>
          </p:spPr>
          <p:txBody>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b="1">
                  <a:solidFill>
                    <a:srgbClr val="800000"/>
                  </a:solidFill>
                  <a:ea typeface="华文中宋" panose="02010600040101010101" pitchFamily="2" charset="-122"/>
                </a:rPr>
                <a:t>……</a:t>
              </a:r>
              <a:endParaRPr kumimoji="0" lang="en-US" altLang="zh-CN" sz="1800">
                <a:solidFill>
                  <a:srgbClr val="800000"/>
                </a:solidFill>
                <a:latin typeface="Arial" panose="020B0604020202020204" pitchFamily="34" charset="0"/>
              </a:endParaRPr>
            </a:p>
          </p:txBody>
        </p:sp>
        <p:sp>
          <p:nvSpPr>
            <p:cNvPr id="39029" name="Rectangle 146">
              <a:extLst>
                <a:ext uri="{FF2B5EF4-FFF2-40B4-BE49-F238E27FC236}">
                  <a16:creationId xmlns:a16="http://schemas.microsoft.com/office/drawing/2014/main" id="{B92506F0-C2D5-4C5C-BC26-CFCF6869CB0C}"/>
                </a:ext>
              </a:extLst>
            </p:cNvPr>
            <p:cNvSpPr>
              <a:spLocks noChangeArrowheads="1"/>
            </p:cNvSpPr>
            <p:nvPr/>
          </p:nvSpPr>
          <p:spPr bwMode="auto">
            <a:xfrm>
              <a:off x="3934" y="2229"/>
              <a:ext cx="1096" cy="3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rgbClr val="330033"/>
                    </a:outerShdw>
                  </a:effectLst>
                </a14:hiddenEffects>
              </a:ext>
            </a:extLst>
          </p:spPr>
          <p:txBody>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b="1">
                  <a:solidFill>
                    <a:srgbClr val="800000"/>
                  </a:solidFill>
                  <a:ea typeface="华文中宋" panose="02010600040101010101" pitchFamily="2" charset="-122"/>
                </a:rPr>
                <a:t>………………</a:t>
              </a:r>
              <a:endParaRPr kumimoji="0" lang="en-US" altLang="zh-CN" sz="1800">
                <a:solidFill>
                  <a:srgbClr val="800000"/>
                </a:solidFill>
                <a:latin typeface="Arial" panose="020B0604020202020204" pitchFamily="34" charset="0"/>
              </a:endParaRPr>
            </a:p>
          </p:txBody>
        </p:sp>
      </p:grpSp>
      <p:sp>
        <p:nvSpPr>
          <p:cNvPr id="674965" name="AutoShape 149">
            <a:extLst>
              <a:ext uri="{FF2B5EF4-FFF2-40B4-BE49-F238E27FC236}">
                <a16:creationId xmlns:a16="http://schemas.microsoft.com/office/drawing/2014/main" id="{AD9980BF-AE64-4912-A4B8-80A0B2F9D8BE}"/>
              </a:ext>
            </a:extLst>
          </p:cNvPr>
          <p:cNvSpPr>
            <a:spLocks noChangeArrowheads="1"/>
          </p:cNvSpPr>
          <p:nvPr/>
        </p:nvSpPr>
        <p:spPr bwMode="auto">
          <a:xfrm>
            <a:off x="5000625" y="835025"/>
            <a:ext cx="2524125" cy="703263"/>
          </a:xfrm>
          <a:prstGeom prst="wedgeRoundRectCallout">
            <a:avLst>
              <a:gd name="adj1" fmla="val -52171"/>
              <a:gd name="adj2" fmla="val 228302"/>
              <a:gd name="adj3" fmla="val 16667"/>
            </a:avLst>
          </a:prstGeom>
          <a:solidFill>
            <a:schemeClr val="accent6">
              <a:lumMod val="20000"/>
              <a:lumOff val="80000"/>
            </a:schemeClr>
          </a:solidFill>
          <a:ln w="12700">
            <a:solidFill>
              <a:schemeClr val="tx1"/>
            </a:solidFill>
            <a:miter lim="800000"/>
            <a:headEnd/>
            <a:tailEnd/>
          </a:ln>
          <a:effectLst/>
        </p:spPr>
        <p:txBody>
          <a:bodyPr lIns="54000" tIns="10800" rIns="54000" bIns="10800"/>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a:lnSpc>
                <a:spcPct val="100000"/>
              </a:lnSpc>
              <a:spcBef>
                <a:spcPct val="0"/>
              </a:spcBef>
              <a:buClrTx/>
              <a:buSzTx/>
              <a:buFontTx/>
              <a:buNone/>
              <a:defRPr/>
            </a:pPr>
            <a:r>
              <a:rPr kumimoji="0" lang="zh-CN" altLang="en-US" sz="1800" b="1" dirty="0">
                <a:solidFill>
                  <a:schemeClr val="bg2"/>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外模式／模式映象</a:t>
            </a:r>
            <a:endParaRPr kumimoji="0" lang="en-US" altLang="zh-CN" sz="1800" b="1" dirty="0">
              <a:solidFill>
                <a:schemeClr val="bg2"/>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algn="ctr">
              <a:lnSpc>
                <a:spcPct val="100000"/>
              </a:lnSpc>
              <a:spcBef>
                <a:spcPct val="0"/>
              </a:spcBef>
              <a:buClrTx/>
              <a:buSzTx/>
              <a:buFontTx/>
              <a:buNone/>
              <a:defRPr/>
            </a:pPr>
            <a:r>
              <a:rPr kumimoji="0" lang="zh-CN" altLang="en-US" sz="1800" b="1" dirty="0">
                <a:solidFill>
                  <a:srgbClr val="8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1800" b="1" dirty="0">
                <a:solidFill>
                  <a:srgbClr val="8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逻辑数据独立性</a:t>
            </a:r>
            <a:r>
              <a:rPr kumimoji="0" lang="zh-CN" altLang="en-US" sz="1800" b="1" dirty="0">
                <a:solidFill>
                  <a:srgbClr val="8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p>
        </p:txBody>
      </p:sp>
      <p:sp>
        <p:nvSpPr>
          <p:cNvPr id="674966" name="AutoShape 150">
            <a:extLst>
              <a:ext uri="{FF2B5EF4-FFF2-40B4-BE49-F238E27FC236}">
                <a16:creationId xmlns:a16="http://schemas.microsoft.com/office/drawing/2014/main" id="{FE89C13D-2B37-4519-BB75-B17790F661F6}"/>
              </a:ext>
            </a:extLst>
          </p:cNvPr>
          <p:cNvSpPr>
            <a:spLocks noChangeArrowheads="1"/>
          </p:cNvSpPr>
          <p:nvPr/>
        </p:nvSpPr>
        <p:spPr bwMode="auto">
          <a:xfrm>
            <a:off x="123825" y="5405438"/>
            <a:ext cx="2287588" cy="865187"/>
          </a:xfrm>
          <a:prstGeom prst="wedgeRoundRectCallout">
            <a:avLst>
              <a:gd name="adj1" fmla="val 68729"/>
              <a:gd name="adj2" fmla="val -65887"/>
              <a:gd name="adj3" fmla="val 16667"/>
            </a:avLst>
          </a:prstGeom>
          <a:solidFill>
            <a:schemeClr val="accent4"/>
          </a:solidFill>
          <a:ln w="12700">
            <a:solidFill>
              <a:schemeClr val="tx1"/>
            </a:solidFill>
            <a:miter lim="800000"/>
            <a:headEnd/>
            <a:tailEnd/>
          </a:ln>
          <a:effectLst/>
        </p:spPr>
        <p:txBody>
          <a:bodyPr lIns="54000" tIns="10800" rIns="54000" bIns="10800" anchor="ct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a:lnSpc>
                <a:spcPct val="100000"/>
              </a:lnSpc>
              <a:spcBef>
                <a:spcPct val="0"/>
              </a:spcBef>
              <a:buClrTx/>
              <a:buSzTx/>
              <a:buNone/>
              <a:defRPr/>
            </a:pPr>
            <a:r>
              <a:rPr kumimoji="0" lang="zh-CN" altLang="en-US" sz="1800" b="1" dirty="0">
                <a:solidFill>
                  <a:schemeClr val="bg2"/>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模式／内模式映象</a:t>
            </a:r>
            <a:endParaRPr kumimoji="0" lang="en-US" altLang="zh-CN" sz="1800" b="1" dirty="0">
              <a:solidFill>
                <a:schemeClr val="bg2"/>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algn="ctr">
              <a:lnSpc>
                <a:spcPct val="100000"/>
              </a:lnSpc>
              <a:spcBef>
                <a:spcPct val="0"/>
              </a:spcBef>
              <a:buClrTx/>
              <a:buSzTx/>
              <a:buNone/>
              <a:defRPr/>
            </a:pPr>
            <a:r>
              <a:rPr kumimoji="0" lang="zh-CN" altLang="en-US" sz="1800" b="1" dirty="0">
                <a:solidFill>
                  <a:schemeClr val="bg2"/>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（物理数据独立性）</a:t>
            </a:r>
          </a:p>
        </p:txBody>
      </p:sp>
      <p:sp>
        <p:nvSpPr>
          <p:cNvPr id="38979" name="文本框 1">
            <a:extLst>
              <a:ext uri="{FF2B5EF4-FFF2-40B4-BE49-F238E27FC236}">
                <a16:creationId xmlns:a16="http://schemas.microsoft.com/office/drawing/2014/main" id="{32AC7119-D698-4C8A-BD7A-E4132CB85A26}"/>
              </a:ext>
            </a:extLst>
          </p:cNvPr>
          <p:cNvSpPr txBox="1">
            <a:spLocks noChangeArrowheads="1"/>
          </p:cNvSpPr>
          <p:nvPr/>
        </p:nvSpPr>
        <p:spPr bwMode="auto">
          <a:xfrm>
            <a:off x="180975" y="115888"/>
            <a:ext cx="8991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kumimoji="0" lang="zh-CN" altLang="en-US" sz="2400" b="1">
                <a:solidFill>
                  <a:srgbClr val="990033"/>
                </a:solidFill>
                <a:latin typeface="宋体" panose="02010600030101010101" pitchFamily="2" charset="-122"/>
              </a:rPr>
              <a:t>数据库的二级映像功能举例</a:t>
            </a:r>
            <a:endParaRPr lang="zh-CN" altLang="en-US" sz="2400">
              <a:solidFill>
                <a:srgbClr val="990033"/>
              </a:solidFill>
              <a:latin typeface="宋体" panose="02010600030101010101" pitchFamily="2" charset="-122"/>
            </a:endParaRPr>
          </a:p>
        </p:txBody>
      </p:sp>
      <p:cxnSp>
        <p:nvCxnSpPr>
          <p:cNvPr id="3" name="直接连接符 2">
            <a:extLst>
              <a:ext uri="{FF2B5EF4-FFF2-40B4-BE49-F238E27FC236}">
                <a16:creationId xmlns:a16="http://schemas.microsoft.com/office/drawing/2014/main" id="{658DB64E-3350-4320-B8C5-C89A5A6E324C}"/>
              </a:ext>
            </a:extLst>
          </p:cNvPr>
          <p:cNvCxnSpPr/>
          <p:nvPr/>
        </p:nvCxnSpPr>
        <p:spPr bwMode="auto">
          <a:xfrm flipH="1">
            <a:off x="684213" y="1341438"/>
            <a:ext cx="287337" cy="1871662"/>
          </a:xfrm>
          <a:prstGeom prst="line">
            <a:avLst/>
          </a:prstGeom>
          <a:noFill/>
          <a:ln w="25400" cap="flat" cmpd="sng" algn="ctr">
            <a:solidFill>
              <a:schemeClr val="tx2">
                <a:lumMod val="50000"/>
              </a:schemeClr>
            </a:solidFill>
            <a:prstDash val="solid"/>
            <a:round/>
            <a:headEnd type="none" w="med" len="med"/>
            <a:tailEnd type="none" w="med" len="med"/>
          </a:ln>
          <a:effectLst/>
        </p:spPr>
      </p:cxnSp>
      <p:cxnSp>
        <p:nvCxnSpPr>
          <p:cNvPr id="33" name="直接连接符 32">
            <a:extLst>
              <a:ext uri="{FF2B5EF4-FFF2-40B4-BE49-F238E27FC236}">
                <a16:creationId xmlns:a16="http://schemas.microsoft.com/office/drawing/2014/main" id="{E74B7670-15DB-4105-BC99-45B80424C998}"/>
              </a:ext>
            </a:extLst>
          </p:cNvPr>
          <p:cNvCxnSpPr/>
          <p:nvPr/>
        </p:nvCxnSpPr>
        <p:spPr bwMode="auto">
          <a:xfrm flipH="1">
            <a:off x="1590675" y="1373188"/>
            <a:ext cx="1076325" cy="1811337"/>
          </a:xfrm>
          <a:prstGeom prst="line">
            <a:avLst/>
          </a:prstGeom>
          <a:noFill/>
          <a:ln w="25400" cap="flat" cmpd="sng" algn="ctr">
            <a:solidFill>
              <a:schemeClr val="tx2">
                <a:lumMod val="50000"/>
              </a:schemeClr>
            </a:solidFill>
            <a:prstDash val="solid"/>
            <a:round/>
            <a:headEnd type="none" w="med" len="med"/>
            <a:tailEnd type="none" w="med" len="med"/>
          </a:ln>
          <a:effectLst/>
        </p:spPr>
      </p:cxnSp>
      <p:cxnSp>
        <p:nvCxnSpPr>
          <p:cNvPr id="34" name="直接连接符 33">
            <a:extLst>
              <a:ext uri="{FF2B5EF4-FFF2-40B4-BE49-F238E27FC236}">
                <a16:creationId xmlns:a16="http://schemas.microsoft.com/office/drawing/2014/main" id="{F0DB5210-08F2-4079-A084-AE6C02640A7B}"/>
              </a:ext>
            </a:extLst>
          </p:cNvPr>
          <p:cNvCxnSpPr/>
          <p:nvPr/>
        </p:nvCxnSpPr>
        <p:spPr bwMode="auto">
          <a:xfrm flipH="1">
            <a:off x="2519363" y="1382713"/>
            <a:ext cx="1497012" cy="1819275"/>
          </a:xfrm>
          <a:prstGeom prst="line">
            <a:avLst/>
          </a:prstGeom>
          <a:noFill/>
          <a:ln w="25400" cap="flat" cmpd="sng" algn="ctr">
            <a:solidFill>
              <a:schemeClr val="tx2">
                <a:lumMod val="50000"/>
              </a:schemeClr>
            </a:solidFill>
            <a:prstDash val="solid"/>
            <a:round/>
            <a:headEnd type="none" w="med" len="med"/>
            <a:tailEnd type="none" w="med" len="med"/>
          </a:ln>
          <a:effectLst/>
        </p:spPr>
      </p:cxnSp>
      <p:cxnSp>
        <p:nvCxnSpPr>
          <p:cNvPr id="37" name="直接连接符 36">
            <a:extLst>
              <a:ext uri="{FF2B5EF4-FFF2-40B4-BE49-F238E27FC236}">
                <a16:creationId xmlns:a16="http://schemas.microsoft.com/office/drawing/2014/main" id="{7E89D679-1385-4CCC-80EF-D3E245FF3F4F}"/>
              </a:ext>
            </a:extLst>
          </p:cNvPr>
          <p:cNvCxnSpPr>
            <a:cxnSpLocks noChangeShapeType="1"/>
          </p:cNvCxnSpPr>
          <p:nvPr/>
        </p:nvCxnSpPr>
        <p:spPr bwMode="auto">
          <a:xfrm>
            <a:off x="2986088" y="2152650"/>
            <a:ext cx="3230562" cy="1031875"/>
          </a:xfrm>
          <a:prstGeom prst="line">
            <a:avLst/>
          </a:prstGeom>
          <a:noFill/>
          <a:ln w="25400" algn="ctr">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8" name="直接连接符 37">
            <a:extLst>
              <a:ext uri="{FF2B5EF4-FFF2-40B4-BE49-F238E27FC236}">
                <a16:creationId xmlns:a16="http://schemas.microsoft.com/office/drawing/2014/main" id="{89DDD5DA-2FD3-49D0-903D-512BF80789E5}"/>
              </a:ext>
            </a:extLst>
          </p:cNvPr>
          <p:cNvCxnSpPr>
            <a:cxnSpLocks noChangeShapeType="1"/>
          </p:cNvCxnSpPr>
          <p:nvPr/>
        </p:nvCxnSpPr>
        <p:spPr bwMode="auto">
          <a:xfrm>
            <a:off x="4249738" y="2160588"/>
            <a:ext cx="947737" cy="1835150"/>
          </a:xfrm>
          <a:prstGeom prst="line">
            <a:avLst/>
          </a:prstGeom>
          <a:noFill/>
          <a:ln w="25400" algn="ctr">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0" name="直接连接符 9">
            <a:extLst>
              <a:ext uri="{FF2B5EF4-FFF2-40B4-BE49-F238E27FC236}">
                <a16:creationId xmlns:a16="http://schemas.microsoft.com/office/drawing/2014/main" id="{495DA168-E0EB-4C29-8643-21BA5DDB67FD}"/>
              </a:ext>
            </a:extLst>
          </p:cNvPr>
          <p:cNvCxnSpPr/>
          <p:nvPr/>
        </p:nvCxnSpPr>
        <p:spPr bwMode="auto">
          <a:xfrm>
            <a:off x="871538" y="3475038"/>
            <a:ext cx="2373312" cy="1919287"/>
          </a:xfrm>
          <a:prstGeom prst="line">
            <a:avLst/>
          </a:prstGeom>
          <a:noFill/>
          <a:ln w="31750" cap="flat" cmpd="sng" algn="ctr">
            <a:solidFill>
              <a:schemeClr val="bg1">
                <a:lumMod val="50000"/>
              </a:schemeClr>
            </a:solidFill>
            <a:prstDash val="solid"/>
            <a:round/>
            <a:headEnd type="none" w="med" len="med"/>
            <a:tailEnd type="none" w="med" len="med"/>
          </a:ln>
          <a:effectLst/>
        </p:spPr>
      </p:cxnSp>
      <p:cxnSp>
        <p:nvCxnSpPr>
          <p:cNvPr id="46" name="直接连接符 45">
            <a:extLst>
              <a:ext uri="{FF2B5EF4-FFF2-40B4-BE49-F238E27FC236}">
                <a16:creationId xmlns:a16="http://schemas.microsoft.com/office/drawing/2014/main" id="{9F2A5428-7B47-4E2A-B90E-C0365F9AB0B4}"/>
              </a:ext>
            </a:extLst>
          </p:cNvPr>
          <p:cNvCxnSpPr>
            <a:cxnSpLocks/>
          </p:cNvCxnSpPr>
          <p:nvPr/>
        </p:nvCxnSpPr>
        <p:spPr bwMode="auto">
          <a:xfrm flipH="1">
            <a:off x="3268663" y="3594100"/>
            <a:ext cx="352425" cy="1793875"/>
          </a:xfrm>
          <a:prstGeom prst="line">
            <a:avLst/>
          </a:prstGeom>
          <a:noFill/>
          <a:ln w="31750" cap="flat" cmpd="sng" algn="ctr">
            <a:solidFill>
              <a:schemeClr val="bg1">
                <a:lumMod val="50000"/>
              </a:schemeClr>
            </a:solidFill>
            <a:prstDash val="solid"/>
            <a:round/>
            <a:headEnd type="none" w="med" len="med"/>
            <a:tailEnd type="none" w="med" len="med"/>
          </a:ln>
          <a:effectLst/>
        </p:spPr>
      </p:cxnSp>
      <p:cxnSp>
        <p:nvCxnSpPr>
          <p:cNvPr id="50" name="直接连接符 49">
            <a:extLst>
              <a:ext uri="{FF2B5EF4-FFF2-40B4-BE49-F238E27FC236}">
                <a16:creationId xmlns:a16="http://schemas.microsoft.com/office/drawing/2014/main" id="{7DFB2D70-5760-4C7E-8133-72C918BA37A3}"/>
              </a:ext>
            </a:extLst>
          </p:cNvPr>
          <p:cNvCxnSpPr>
            <a:cxnSpLocks/>
          </p:cNvCxnSpPr>
          <p:nvPr/>
        </p:nvCxnSpPr>
        <p:spPr bwMode="auto">
          <a:xfrm>
            <a:off x="5622925" y="4433888"/>
            <a:ext cx="577850" cy="954087"/>
          </a:xfrm>
          <a:prstGeom prst="line">
            <a:avLst/>
          </a:prstGeom>
          <a:noFill/>
          <a:ln w="31750" cap="flat" cmpd="sng" algn="ctr">
            <a:solidFill>
              <a:schemeClr val="bg1">
                <a:lumMod val="50000"/>
              </a:schemeClr>
            </a:solidFill>
            <a:prstDash val="solid"/>
            <a:round/>
            <a:headEnd type="none" w="med" len="med"/>
            <a:tailEnd type="none" w="med" len="med"/>
          </a:ln>
          <a:effectLst/>
        </p:spPr>
      </p:cxnSp>
      <p:cxnSp>
        <p:nvCxnSpPr>
          <p:cNvPr id="51" name="直接连接符 50">
            <a:extLst>
              <a:ext uri="{FF2B5EF4-FFF2-40B4-BE49-F238E27FC236}">
                <a16:creationId xmlns:a16="http://schemas.microsoft.com/office/drawing/2014/main" id="{9C7B97A1-1F0B-49B6-966B-5841CAC9D18A}"/>
              </a:ext>
            </a:extLst>
          </p:cNvPr>
          <p:cNvCxnSpPr>
            <a:cxnSpLocks/>
          </p:cNvCxnSpPr>
          <p:nvPr/>
        </p:nvCxnSpPr>
        <p:spPr bwMode="auto">
          <a:xfrm>
            <a:off x="3562350" y="4425950"/>
            <a:ext cx="2608263" cy="962025"/>
          </a:xfrm>
          <a:prstGeom prst="line">
            <a:avLst/>
          </a:prstGeom>
          <a:noFill/>
          <a:ln w="31750" cap="flat" cmpd="sng" algn="ctr">
            <a:solidFill>
              <a:schemeClr val="bg1">
                <a:lumMod val="50000"/>
              </a:schemeClr>
            </a:solidFill>
            <a:prstDash val="solid"/>
            <a:round/>
            <a:headEnd type="none" w="med" len="med"/>
            <a:tailEnd type="none" w="med" len="med"/>
          </a:ln>
          <a:effectLst/>
        </p:spPr>
      </p:cxnSp>
      <p:cxnSp>
        <p:nvCxnSpPr>
          <p:cNvPr id="59" name="直接连接符 58">
            <a:extLst>
              <a:ext uri="{FF2B5EF4-FFF2-40B4-BE49-F238E27FC236}">
                <a16:creationId xmlns:a16="http://schemas.microsoft.com/office/drawing/2014/main" id="{9AD8B7D9-5D5B-4D2E-9D45-533C6AD5E863}"/>
              </a:ext>
            </a:extLst>
          </p:cNvPr>
          <p:cNvCxnSpPr>
            <a:cxnSpLocks/>
          </p:cNvCxnSpPr>
          <p:nvPr/>
        </p:nvCxnSpPr>
        <p:spPr bwMode="auto">
          <a:xfrm flipH="1">
            <a:off x="6899275" y="3571875"/>
            <a:ext cx="1446213" cy="1816100"/>
          </a:xfrm>
          <a:prstGeom prst="line">
            <a:avLst/>
          </a:prstGeom>
          <a:noFill/>
          <a:ln w="31750" cap="flat" cmpd="sng" algn="ctr">
            <a:solidFill>
              <a:schemeClr val="bg1">
                <a:lumMod val="50000"/>
              </a:schemeClr>
            </a:solidFill>
            <a:prstDash val="solid"/>
            <a:round/>
            <a:headEnd type="none" w="med" len="med"/>
            <a:tailEnd type="none" w="med" len="med"/>
          </a:ln>
          <a:effectLst/>
        </p:spPr>
      </p:cxnSp>
      <p:cxnSp>
        <p:nvCxnSpPr>
          <p:cNvPr id="60" name="直接连接符 59">
            <a:extLst>
              <a:ext uri="{FF2B5EF4-FFF2-40B4-BE49-F238E27FC236}">
                <a16:creationId xmlns:a16="http://schemas.microsoft.com/office/drawing/2014/main" id="{FC3B3679-9D0D-451B-A711-ABDE83E8F19D}"/>
              </a:ext>
            </a:extLst>
          </p:cNvPr>
          <p:cNvCxnSpPr>
            <a:cxnSpLocks/>
          </p:cNvCxnSpPr>
          <p:nvPr/>
        </p:nvCxnSpPr>
        <p:spPr bwMode="auto">
          <a:xfrm>
            <a:off x="5681663" y="3571875"/>
            <a:ext cx="1214437" cy="1816100"/>
          </a:xfrm>
          <a:prstGeom prst="line">
            <a:avLst/>
          </a:prstGeom>
          <a:noFill/>
          <a:ln w="31750" cap="flat" cmpd="sng" algn="ctr">
            <a:solidFill>
              <a:schemeClr val="bg1">
                <a:lumMod val="50000"/>
              </a:schemeClr>
            </a:solidFill>
            <a:prstDash val="solid"/>
            <a:round/>
            <a:headEnd type="none" w="med" len="med"/>
            <a:tailEnd type="none" w="med" len="med"/>
          </a:ln>
          <a:effectLst/>
        </p:spPr>
      </p:cxnSp>
      <p:graphicFrame>
        <p:nvGraphicFramePr>
          <p:cNvPr id="28" name="Group 132">
            <a:extLst>
              <a:ext uri="{FF2B5EF4-FFF2-40B4-BE49-F238E27FC236}">
                <a16:creationId xmlns:a16="http://schemas.microsoft.com/office/drawing/2014/main" id="{82871676-FA9C-4CC1-9E30-318761CC52A9}"/>
              </a:ext>
            </a:extLst>
          </p:cNvPr>
          <p:cNvGraphicFramePr>
            <a:graphicFrameLocks noGrp="1"/>
          </p:cNvGraphicFramePr>
          <p:nvPr/>
        </p:nvGraphicFramePr>
        <p:xfrm>
          <a:off x="228600" y="3200400"/>
          <a:ext cx="4513264" cy="377825"/>
        </p:xfrm>
        <a:graphic>
          <a:graphicData uri="http://schemas.openxmlformats.org/drawingml/2006/table">
            <a:tbl>
              <a:tblPr/>
              <a:tblGrid>
                <a:gridCol w="707265">
                  <a:extLst>
                    <a:ext uri="{9D8B030D-6E8A-4147-A177-3AD203B41FA5}">
                      <a16:colId xmlns:a16="http://schemas.microsoft.com/office/drawing/2014/main" val="20000"/>
                    </a:ext>
                  </a:extLst>
                </a:gridCol>
                <a:gridCol w="1042892">
                  <a:extLst>
                    <a:ext uri="{9D8B030D-6E8A-4147-A177-3AD203B41FA5}">
                      <a16:colId xmlns:a16="http://schemas.microsoft.com/office/drawing/2014/main" val="20001"/>
                    </a:ext>
                  </a:extLst>
                </a:gridCol>
                <a:gridCol w="750011">
                  <a:extLst>
                    <a:ext uri="{9D8B030D-6E8A-4147-A177-3AD203B41FA5}">
                      <a16:colId xmlns:a16="http://schemas.microsoft.com/office/drawing/2014/main" val="20002"/>
                    </a:ext>
                  </a:extLst>
                </a:gridCol>
                <a:gridCol w="818194">
                  <a:extLst>
                    <a:ext uri="{9D8B030D-6E8A-4147-A177-3AD203B41FA5}">
                      <a16:colId xmlns:a16="http://schemas.microsoft.com/office/drawing/2014/main" val="20003"/>
                    </a:ext>
                  </a:extLst>
                </a:gridCol>
                <a:gridCol w="1194902">
                  <a:extLst>
                    <a:ext uri="{9D8B030D-6E8A-4147-A177-3AD203B41FA5}">
                      <a16:colId xmlns:a16="http://schemas.microsoft.com/office/drawing/2014/main" val="20004"/>
                    </a:ext>
                  </a:extLst>
                </a:gridCol>
              </a:tblGrid>
              <a:tr h="377825">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sng"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SNO</a:t>
                      </a:r>
                      <a:endParaRPr kumimoji="0" lang="en-US" altLang="zh-CN" sz="1800" b="0" i="0" u="sng"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3" marR="91453" marT="45816" marB="45816"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SNAME</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3" marR="91453" marT="45816" marB="458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SEX</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3" marR="91453" marT="45816" marB="458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AGE</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3" marR="91453" marT="45816" marB="458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SDEPT</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3" marR="91453" marT="45816" marB="45816"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9" name="Group 133">
            <a:extLst>
              <a:ext uri="{FF2B5EF4-FFF2-40B4-BE49-F238E27FC236}">
                <a16:creationId xmlns:a16="http://schemas.microsoft.com/office/drawing/2014/main" id="{8B702B16-5320-41A4-8ED2-F34D1E71DAE2}"/>
              </a:ext>
            </a:extLst>
          </p:cNvPr>
          <p:cNvGraphicFramePr>
            <a:graphicFrameLocks noGrp="1"/>
          </p:cNvGraphicFramePr>
          <p:nvPr/>
        </p:nvGraphicFramePr>
        <p:xfrm>
          <a:off x="4935538" y="3203575"/>
          <a:ext cx="4100512" cy="368300"/>
        </p:xfrm>
        <a:graphic>
          <a:graphicData uri="http://schemas.openxmlformats.org/drawingml/2006/table">
            <a:tbl>
              <a:tblPr/>
              <a:tblGrid>
                <a:gridCol w="874295">
                  <a:extLst>
                    <a:ext uri="{9D8B030D-6E8A-4147-A177-3AD203B41FA5}">
                      <a16:colId xmlns:a16="http://schemas.microsoft.com/office/drawing/2014/main" val="20000"/>
                    </a:ext>
                  </a:extLst>
                </a:gridCol>
                <a:gridCol w="1173167">
                  <a:extLst>
                    <a:ext uri="{9D8B030D-6E8A-4147-A177-3AD203B41FA5}">
                      <a16:colId xmlns:a16="http://schemas.microsoft.com/office/drawing/2014/main" val="20001"/>
                    </a:ext>
                  </a:extLst>
                </a:gridCol>
                <a:gridCol w="1003717">
                  <a:extLst>
                    <a:ext uri="{9D8B030D-6E8A-4147-A177-3AD203B41FA5}">
                      <a16:colId xmlns:a16="http://schemas.microsoft.com/office/drawing/2014/main" val="20002"/>
                    </a:ext>
                  </a:extLst>
                </a:gridCol>
                <a:gridCol w="1049333">
                  <a:extLst>
                    <a:ext uri="{9D8B030D-6E8A-4147-A177-3AD203B41FA5}">
                      <a16:colId xmlns:a16="http://schemas.microsoft.com/office/drawing/2014/main" val="20003"/>
                    </a:ext>
                  </a:extLst>
                </a:gridCol>
              </a:tblGrid>
              <a:tr h="368300">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1" i="0" u="sng"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CNO</a:t>
                      </a:r>
                      <a:endParaRPr kumimoji="0" lang="en-US" altLang="zh-CN" sz="1800" b="0" i="0" u="sng"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28" marR="91428"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CNAME</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28" marR="914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CDEPT</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28" marR="914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TNAME</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28" marR="91428"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0" name="Group 130">
            <a:extLst>
              <a:ext uri="{FF2B5EF4-FFF2-40B4-BE49-F238E27FC236}">
                <a16:creationId xmlns:a16="http://schemas.microsoft.com/office/drawing/2014/main" id="{3B1AF14C-68AD-4F08-A084-C767B297C8FF}"/>
              </a:ext>
            </a:extLst>
          </p:cNvPr>
          <p:cNvGraphicFramePr>
            <a:graphicFrameLocks noGrp="1"/>
          </p:cNvGraphicFramePr>
          <p:nvPr/>
        </p:nvGraphicFramePr>
        <p:xfrm>
          <a:off x="2625725" y="3986213"/>
          <a:ext cx="3086099" cy="439737"/>
        </p:xfrm>
        <a:graphic>
          <a:graphicData uri="http://schemas.openxmlformats.org/drawingml/2006/table">
            <a:tbl>
              <a:tblPr/>
              <a:tblGrid>
                <a:gridCol w="1058144">
                  <a:extLst>
                    <a:ext uri="{9D8B030D-6E8A-4147-A177-3AD203B41FA5}">
                      <a16:colId xmlns:a16="http://schemas.microsoft.com/office/drawing/2014/main" val="20000"/>
                    </a:ext>
                  </a:extLst>
                </a:gridCol>
                <a:gridCol w="813265">
                  <a:extLst>
                    <a:ext uri="{9D8B030D-6E8A-4147-A177-3AD203B41FA5}">
                      <a16:colId xmlns:a16="http://schemas.microsoft.com/office/drawing/2014/main" val="20001"/>
                    </a:ext>
                  </a:extLst>
                </a:gridCol>
                <a:gridCol w="1214690">
                  <a:extLst>
                    <a:ext uri="{9D8B030D-6E8A-4147-A177-3AD203B41FA5}">
                      <a16:colId xmlns:a16="http://schemas.microsoft.com/office/drawing/2014/main" val="20002"/>
                    </a:ext>
                  </a:extLst>
                </a:gridCol>
              </a:tblGrid>
              <a:tr h="439737">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wavy"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SNO</a:t>
                      </a:r>
                      <a:endParaRPr kumimoji="0" lang="en-US" altLang="zh-CN" sz="2000" b="0" i="0" u="wavy"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01" marR="9140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wavy"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CNO</a:t>
                      </a:r>
                      <a:endParaRPr kumimoji="0" lang="en-US" altLang="zh-CN" sz="2000" b="0" i="0" u="wavy"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01" marR="914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SzPct val="80000"/>
                        <a:buFont typeface="Wingdings" panose="05000000000000000000" pitchFamily="2" charset="2"/>
                        <a:defRPr kumimoji="1" sz="2800">
                          <a:solidFill>
                            <a:schemeClr val="bg2"/>
                          </a:solidFill>
                          <a:latin typeface="Times New Roman" panose="02020603050405020304" pitchFamily="18" charset="0"/>
                          <a:ea typeface="宋体" panose="02010600030101010101" pitchFamily="2" charset="-122"/>
                        </a:defRPr>
                      </a:lvl1pPr>
                      <a:lvl2pPr algn="l">
                        <a:spcBef>
                          <a:spcPct val="20000"/>
                        </a:spcBef>
                        <a:buClr>
                          <a:schemeClr val="tx1"/>
                        </a:buClr>
                        <a:buSzPct val="90000"/>
                        <a:defRPr kumimoji="1" sz="2400">
                          <a:solidFill>
                            <a:schemeClr val="bg2"/>
                          </a:solidFill>
                          <a:latin typeface="Times New Roman" panose="02020603050405020304" pitchFamily="18" charset="0"/>
                          <a:ea typeface="宋体" panose="02010600030101010101" pitchFamily="2" charset="-122"/>
                          <a:sym typeface="Wingdings 3" panose="05040102010807070707" pitchFamily="18" charset="2"/>
                        </a:defRPr>
                      </a:lvl2pPr>
                      <a:lvl3pPr algn="l">
                        <a:spcBef>
                          <a:spcPct val="20000"/>
                        </a:spcBef>
                        <a:buClr>
                          <a:schemeClr val="accent1"/>
                        </a:buClr>
                        <a:buSzPct val="60000"/>
                        <a:buFont typeface="Wingdings" panose="05000000000000000000" pitchFamily="2" charset="2"/>
                        <a:defRPr kumimoji="1" sz="2000">
                          <a:solidFill>
                            <a:schemeClr val="bg2"/>
                          </a:solidFill>
                          <a:latin typeface="Times New Roman" panose="02020603050405020304" pitchFamily="18" charset="0"/>
                          <a:ea typeface="宋体" panose="02010600030101010101" pitchFamily="2" charset="-122"/>
                        </a:defRPr>
                      </a:lvl3pPr>
                      <a:lvl4pPr algn="l">
                        <a:spcBef>
                          <a:spcPct val="20000"/>
                        </a:spcBef>
                        <a:buClr>
                          <a:schemeClr val="tx1"/>
                        </a:buClr>
                        <a:defRPr kumimoji="1">
                          <a:solidFill>
                            <a:schemeClr val="bg2"/>
                          </a:solidFill>
                          <a:latin typeface="Times New Roman" panose="02020603050405020304" pitchFamily="18" charset="0"/>
                          <a:ea typeface="宋体" panose="02010600030101010101" pitchFamily="2" charset="-122"/>
                        </a:defRPr>
                      </a:lvl4pPr>
                      <a:lvl5pPr algn="l">
                        <a:spcBef>
                          <a:spcPct val="20000"/>
                        </a:spcBef>
                        <a:buClr>
                          <a:schemeClr val="accent1"/>
                        </a:buClr>
                        <a:defRPr kumimoji="1">
                          <a:solidFill>
                            <a:schemeClr val="bg2"/>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accent1"/>
                        </a:buClr>
                        <a:defRPr kumimoji="1">
                          <a:solidFill>
                            <a:schemeClr val="bg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华文中宋" panose="02010600040101010101" pitchFamily="2" charset="-122"/>
                        </a:rPr>
                        <a:t>GRADE</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01" marR="91401"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cxnSp>
        <p:nvCxnSpPr>
          <p:cNvPr id="39027" name="直接连接符 41">
            <a:extLst>
              <a:ext uri="{FF2B5EF4-FFF2-40B4-BE49-F238E27FC236}">
                <a16:creationId xmlns:a16="http://schemas.microsoft.com/office/drawing/2014/main" id="{E5304FBF-4616-4886-857E-39CC734E3722}"/>
              </a:ext>
            </a:extLst>
          </p:cNvPr>
          <p:cNvCxnSpPr>
            <a:cxnSpLocks noChangeShapeType="1"/>
          </p:cNvCxnSpPr>
          <p:nvPr/>
        </p:nvCxnSpPr>
        <p:spPr bwMode="auto">
          <a:xfrm>
            <a:off x="2760663" y="4365625"/>
            <a:ext cx="1603375" cy="0"/>
          </a:xfrm>
          <a:prstGeom prst="line">
            <a:avLst/>
          </a:prstGeom>
          <a:noFill/>
          <a:ln w="9525" algn="ctr">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3" presetClass="entr" presetSubtype="10" fill="hold"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blinds(horizontal)">
                                      <p:cBhvr>
                                        <p:cTn id="10" dur="500"/>
                                        <p:tgtEl>
                                          <p:spTgt spid="33"/>
                                        </p:tgtEl>
                                      </p:cBhvr>
                                    </p:animEffect>
                                  </p:childTnLst>
                                </p:cTn>
                              </p:par>
                              <p:par>
                                <p:cTn id="11" presetID="3" presetClass="entr" presetSubtype="10" fill="hold" nodeType="with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blinds(horizontal)">
                                      <p:cBhvr>
                                        <p:cTn id="13" dur="500"/>
                                        <p:tgtEl>
                                          <p:spTgt spid="34"/>
                                        </p:tgtEl>
                                      </p:cBhvr>
                                    </p:animEffect>
                                  </p:childTnLst>
                                </p:cTn>
                              </p:par>
                              <p:par>
                                <p:cTn id="14" presetID="3" presetClass="entr" presetSubtype="10" fill="hold" nodeType="with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blinds(horizontal)">
                                      <p:cBhvr>
                                        <p:cTn id="16" dur="500"/>
                                        <p:tgtEl>
                                          <p:spTgt spid="37"/>
                                        </p:tgtEl>
                                      </p:cBhvr>
                                    </p:animEffect>
                                  </p:childTnLst>
                                </p:cTn>
                              </p:par>
                              <p:par>
                                <p:cTn id="17" presetID="3" presetClass="entr" presetSubtype="10" fill="hold" nodeType="with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blinds(horizontal)">
                                      <p:cBhvr>
                                        <p:cTn id="19" dur="500"/>
                                        <p:tgtEl>
                                          <p:spTgt spid="38"/>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674965"/>
                                        </p:tgtEl>
                                        <p:attrNameLst>
                                          <p:attrName>style.visibility</p:attrName>
                                        </p:attrNameLst>
                                      </p:cBhvr>
                                      <p:to>
                                        <p:strVal val="visible"/>
                                      </p:to>
                                    </p:set>
                                    <p:animEffect transition="in" filter="blinds(horizontal)">
                                      <p:cBhvr>
                                        <p:cTn id="24" dur="500"/>
                                        <p:tgtEl>
                                          <p:spTgt spid="674965"/>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39025"/>
                                        </p:tgtEl>
                                        <p:attrNameLst>
                                          <p:attrName>style.visibility</p:attrName>
                                        </p:attrNameLst>
                                      </p:cBhvr>
                                      <p:to>
                                        <p:strVal val="visible"/>
                                      </p:to>
                                    </p:set>
                                    <p:animEffect transition="in" filter="blinds(horizontal)">
                                      <p:cBhvr>
                                        <p:cTn id="27" dur="500"/>
                                        <p:tgtEl>
                                          <p:spTgt spid="3902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linds(horizontal)">
                                      <p:cBhvr>
                                        <p:cTn id="32" dur="500"/>
                                        <p:tgtEl>
                                          <p:spTgt spid="10"/>
                                        </p:tgtEl>
                                      </p:cBhvr>
                                    </p:animEffect>
                                  </p:childTnLst>
                                </p:cTn>
                              </p:par>
                              <p:par>
                                <p:cTn id="33" presetID="3" presetClass="entr" presetSubtype="10" fill="hold" nodeType="withEffect">
                                  <p:stCondLst>
                                    <p:cond delay="0"/>
                                  </p:stCondLst>
                                  <p:childTnLst>
                                    <p:set>
                                      <p:cBhvr>
                                        <p:cTn id="34" dur="1" fill="hold">
                                          <p:stCondLst>
                                            <p:cond delay="0"/>
                                          </p:stCondLst>
                                        </p:cTn>
                                        <p:tgtEl>
                                          <p:spTgt spid="46"/>
                                        </p:tgtEl>
                                        <p:attrNameLst>
                                          <p:attrName>style.visibility</p:attrName>
                                        </p:attrNameLst>
                                      </p:cBhvr>
                                      <p:to>
                                        <p:strVal val="visible"/>
                                      </p:to>
                                    </p:set>
                                    <p:animEffect transition="in" filter="blinds(horizontal)">
                                      <p:cBhvr>
                                        <p:cTn id="35" dur="500"/>
                                        <p:tgtEl>
                                          <p:spTgt spid="46"/>
                                        </p:tgtEl>
                                      </p:cBhvr>
                                    </p:animEffect>
                                  </p:childTnLst>
                                </p:cTn>
                              </p:par>
                              <p:par>
                                <p:cTn id="36" presetID="3" presetClass="entr" presetSubtype="10" fill="hold" nodeType="withEffect">
                                  <p:stCondLst>
                                    <p:cond delay="0"/>
                                  </p:stCondLst>
                                  <p:childTnLst>
                                    <p:set>
                                      <p:cBhvr>
                                        <p:cTn id="37" dur="1" fill="hold">
                                          <p:stCondLst>
                                            <p:cond delay="0"/>
                                          </p:stCondLst>
                                        </p:cTn>
                                        <p:tgtEl>
                                          <p:spTgt spid="51"/>
                                        </p:tgtEl>
                                        <p:attrNameLst>
                                          <p:attrName>style.visibility</p:attrName>
                                        </p:attrNameLst>
                                      </p:cBhvr>
                                      <p:to>
                                        <p:strVal val="visible"/>
                                      </p:to>
                                    </p:set>
                                    <p:animEffect transition="in" filter="blinds(horizontal)">
                                      <p:cBhvr>
                                        <p:cTn id="38" dur="500"/>
                                        <p:tgtEl>
                                          <p:spTgt spid="51"/>
                                        </p:tgtEl>
                                      </p:cBhvr>
                                    </p:animEffect>
                                  </p:childTnLst>
                                </p:cTn>
                              </p:par>
                              <p:par>
                                <p:cTn id="39" presetID="3" presetClass="entr" presetSubtype="10" fill="hold" nodeType="withEffect">
                                  <p:stCondLst>
                                    <p:cond delay="0"/>
                                  </p:stCondLst>
                                  <p:childTnLst>
                                    <p:set>
                                      <p:cBhvr>
                                        <p:cTn id="40" dur="1" fill="hold">
                                          <p:stCondLst>
                                            <p:cond delay="0"/>
                                          </p:stCondLst>
                                        </p:cTn>
                                        <p:tgtEl>
                                          <p:spTgt spid="50"/>
                                        </p:tgtEl>
                                        <p:attrNameLst>
                                          <p:attrName>style.visibility</p:attrName>
                                        </p:attrNameLst>
                                      </p:cBhvr>
                                      <p:to>
                                        <p:strVal val="visible"/>
                                      </p:to>
                                    </p:set>
                                    <p:animEffect transition="in" filter="blinds(horizontal)">
                                      <p:cBhvr>
                                        <p:cTn id="41" dur="500"/>
                                        <p:tgtEl>
                                          <p:spTgt spid="50"/>
                                        </p:tgtEl>
                                      </p:cBhvr>
                                    </p:animEffect>
                                  </p:childTnLst>
                                </p:cTn>
                              </p:par>
                              <p:par>
                                <p:cTn id="42" presetID="3" presetClass="entr" presetSubtype="10" fill="hold" nodeType="withEffect">
                                  <p:stCondLst>
                                    <p:cond delay="0"/>
                                  </p:stCondLst>
                                  <p:childTnLst>
                                    <p:set>
                                      <p:cBhvr>
                                        <p:cTn id="43" dur="1" fill="hold">
                                          <p:stCondLst>
                                            <p:cond delay="0"/>
                                          </p:stCondLst>
                                        </p:cTn>
                                        <p:tgtEl>
                                          <p:spTgt spid="674964"/>
                                        </p:tgtEl>
                                        <p:attrNameLst>
                                          <p:attrName>style.visibility</p:attrName>
                                        </p:attrNameLst>
                                      </p:cBhvr>
                                      <p:to>
                                        <p:strVal val="visible"/>
                                      </p:to>
                                    </p:set>
                                    <p:animEffect transition="in" filter="blinds(horizontal)">
                                      <p:cBhvr>
                                        <p:cTn id="44" dur="500"/>
                                        <p:tgtEl>
                                          <p:spTgt spid="674964"/>
                                        </p:tgtEl>
                                      </p:cBhvr>
                                    </p:animEffect>
                                  </p:childTnLst>
                                </p:cTn>
                              </p:par>
                              <p:par>
                                <p:cTn id="45" presetID="3" presetClass="entr" presetSubtype="10" fill="hold" nodeType="withEffect">
                                  <p:stCondLst>
                                    <p:cond delay="0"/>
                                  </p:stCondLst>
                                  <p:childTnLst>
                                    <p:set>
                                      <p:cBhvr>
                                        <p:cTn id="46" dur="1" fill="hold">
                                          <p:stCondLst>
                                            <p:cond delay="0"/>
                                          </p:stCondLst>
                                        </p:cTn>
                                        <p:tgtEl>
                                          <p:spTgt spid="60"/>
                                        </p:tgtEl>
                                        <p:attrNameLst>
                                          <p:attrName>style.visibility</p:attrName>
                                        </p:attrNameLst>
                                      </p:cBhvr>
                                      <p:to>
                                        <p:strVal val="visible"/>
                                      </p:to>
                                    </p:set>
                                    <p:animEffect transition="in" filter="blinds(horizontal)">
                                      <p:cBhvr>
                                        <p:cTn id="47" dur="500"/>
                                        <p:tgtEl>
                                          <p:spTgt spid="60"/>
                                        </p:tgtEl>
                                      </p:cBhvr>
                                    </p:animEffect>
                                  </p:childTnLst>
                                </p:cTn>
                              </p:par>
                              <p:par>
                                <p:cTn id="48" presetID="3" presetClass="entr" presetSubtype="10" fill="hold" nodeType="withEffect">
                                  <p:stCondLst>
                                    <p:cond delay="0"/>
                                  </p:stCondLst>
                                  <p:childTnLst>
                                    <p:set>
                                      <p:cBhvr>
                                        <p:cTn id="49" dur="1" fill="hold">
                                          <p:stCondLst>
                                            <p:cond delay="0"/>
                                          </p:stCondLst>
                                        </p:cTn>
                                        <p:tgtEl>
                                          <p:spTgt spid="59"/>
                                        </p:tgtEl>
                                        <p:attrNameLst>
                                          <p:attrName>style.visibility</p:attrName>
                                        </p:attrNameLst>
                                      </p:cBhvr>
                                      <p:to>
                                        <p:strVal val="visible"/>
                                      </p:to>
                                    </p:set>
                                    <p:animEffect transition="in" filter="blinds(horizontal)">
                                      <p:cBhvr>
                                        <p:cTn id="50" dur="500"/>
                                        <p:tgtEl>
                                          <p:spTgt spid="59"/>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674966"/>
                                        </p:tgtEl>
                                        <p:attrNameLst>
                                          <p:attrName>style.visibility</p:attrName>
                                        </p:attrNameLst>
                                      </p:cBhvr>
                                      <p:to>
                                        <p:strVal val="visible"/>
                                      </p:to>
                                    </p:set>
                                    <p:animEffect transition="in" filter="blinds(horizontal)">
                                      <p:cBhvr>
                                        <p:cTn id="55" dur="500"/>
                                        <p:tgtEl>
                                          <p:spTgt spid="6749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25" grpId="0"/>
      <p:bldP spid="674965" grpId="0" animBg="1"/>
      <p:bldP spid="674966"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971" name="Rectangle 3">
            <a:extLst>
              <a:ext uri="{FF2B5EF4-FFF2-40B4-BE49-F238E27FC236}">
                <a16:creationId xmlns:a16="http://schemas.microsoft.com/office/drawing/2014/main" id="{F76CFF86-2F65-4297-837E-7C8A574F0F49}"/>
              </a:ext>
            </a:extLst>
          </p:cNvPr>
          <p:cNvSpPr>
            <a:spLocks noChangeArrowheads="1"/>
          </p:cNvSpPr>
          <p:nvPr/>
        </p:nvSpPr>
        <p:spPr bwMode="auto">
          <a:xfrm>
            <a:off x="611560" y="-243408"/>
            <a:ext cx="9144000" cy="1130300"/>
          </a:xfrm>
          <a:prstGeom prst="rect">
            <a:avLst/>
          </a:prstGeom>
          <a:noFill/>
          <a:ln>
            <a:noFill/>
          </a:ln>
          <a:effectLst/>
        </p:spPr>
        <p:txBody>
          <a:bodyPr>
            <a:spAutoFit/>
          </a:bodyPr>
          <a:lstStyle/>
          <a:p>
            <a:pPr algn="just">
              <a:lnSpc>
                <a:spcPct val="200000"/>
              </a:lnSpc>
              <a:spcBef>
                <a:spcPct val="50000"/>
              </a:spcBef>
              <a:defRPr/>
            </a:pPr>
            <a:r>
              <a:rPr lang="zh-CN" altLang="en-US" sz="4000" b="1" dirty="0">
                <a:solidFill>
                  <a:schemeClr val="accent3">
                    <a:lumMod val="50000"/>
                  </a:schemeClr>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两级数据独立性</a:t>
            </a:r>
            <a:r>
              <a:rPr lang="en-US" altLang="zh-CN" sz="4000" b="1" dirty="0">
                <a:solidFill>
                  <a:schemeClr val="accent3">
                    <a:lumMod val="50000"/>
                  </a:schemeClr>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endParaRPr lang="zh-CN" altLang="en-US" sz="4000" b="1" dirty="0">
              <a:solidFill>
                <a:schemeClr val="bg2"/>
              </a:solidFill>
              <a:latin typeface="Times New Roman" panose="02020603050405020304" pitchFamily="18" charset="0"/>
            </a:endParaRPr>
          </a:p>
        </p:txBody>
      </p:sp>
      <p:sp>
        <p:nvSpPr>
          <p:cNvPr id="26" name="文本框 25">
            <a:extLst>
              <a:ext uri="{FF2B5EF4-FFF2-40B4-BE49-F238E27FC236}">
                <a16:creationId xmlns:a16="http://schemas.microsoft.com/office/drawing/2014/main" id="{387B5C6F-8799-4754-81DB-F0FF557FD5D3}"/>
              </a:ext>
            </a:extLst>
          </p:cNvPr>
          <p:cNvSpPr txBox="1"/>
          <p:nvPr/>
        </p:nvSpPr>
        <p:spPr>
          <a:xfrm>
            <a:off x="690046" y="2018957"/>
            <a:ext cx="5310187" cy="2576411"/>
          </a:xfrm>
          <a:prstGeom prst="rect">
            <a:avLst/>
          </a:prstGeom>
          <a:noFill/>
        </p:spPr>
        <p:txBody>
          <a:bodyPr>
            <a:spAutoFit/>
          </a:bodyPr>
          <a:lstStyle/>
          <a:p>
            <a:pPr>
              <a:lnSpc>
                <a:spcPct val="150000"/>
              </a:lnSpc>
              <a:defRPr/>
            </a:pPr>
            <a:r>
              <a:rPr lang="zh-CN" altLang="en-US" b="1" dirty="0">
                <a:solidFill>
                  <a:srgbClr val="8000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逻辑数据独立性</a:t>
            </a:r>
            <a:endParaRPr lang="en-US" altLang="zh-CN" b="1" dirty="0">
              <a:solidFill>
                <a:srgbClr val="8000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endParaRPr>
          </a:p>
          <a:p>
            <a:pPr>
              <a:lnSpc>
                <a:spcPct val="150000"/>
              </a:lnSpc>
              <a:defRPr/>
            </a:pPr>
            <a:endParaRPr lang="en-US" altLang="zh-CN" b="1" dirty="0">
              <a:solidFill>
                <a:srgbClr val="8000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endParaRPr>
          </a:p>
          <a:p>
            <a:pPr>
              <a:lnSpc>
                <a:spcPct val="150000"/>
              </a:lnSpc>
              <a:defRPr/>
            </a:pPr>
            <a:r>
              <a:rPr lang="zh-CN" altLang="en-US" b="1" dirty="0">
                <a:solidFill>
                  <a:srgbClr val="8000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物理数据独立性</a:t>
            </a:r>
            <a:endParaRPr lang="en-US" altLang="zh-CN" b="1" dirty="0">
              <a:solidFill>
                <a:srgbClr val="8000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endParaRPr>
          </a:p>
          <a:p>
            <a:pPr>
              <a:lnSpc>
                <a:spcPct val="150000"/>
              </a:lnSpc>
              <a:defRPr/>
            </a:pPr>
            <a:endParaRPr lang="en-US" altLang="zh-CN" b="1" dirty="0">
              <a:solidFill>
                <a:srgbClr val="8000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endParaRPr>
          </a:p>
        </p:txBody>
      </p:sp>
      <p:sp>
        <p:nvSpPr>
          <p:cNvPr id="6" name="文本框 5">
            <a:extLst>
              <a:ext uri="{FF2B5EF4-FFF2-40B4-BE49-F238E27FC236}">
                <a16:creationId xmlns:a16="http://schemas.microsoft.com/office/drawing/2014/main" id="{2AB18DF8-20F3-4F44-A736-D83594B68E1A}"/>
              </a:ext>
            </a:extLst>
          </p:cNvPr>
          <p:cNvSpPr txBox="1"/>
          <p:nvPr/>
        </p:nvSpPr>
        <p:spPr>
          <a:xfrm>
            <a:off x="128572" y="975871"/>
            <a:ext cx="8886856" cy="95410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eaLnBrk="1" latinLnBrk="1" hangingPunct="1">
              <a:lnSpc>
                <a:spcPct val="100000"/>
              </a:lnSpc>
            </a:pPr>
            <a:r>
              <a:rPr lang="zh-CN" altLang="en-US" dirty="0">
                <a:solidFill>
                  <a:schemeClr val="bg2"/>
                </a:solidFill>
              </a:rPr>
              <a:t>数据独立性：应用程序和 DB 的数据结构之间相互独立，不受影响。对系统的要求是“</a:t>
            </a:r>
            <a:r>
              <a:rPr lang="zh-CN" altLang="en-US" b="1" dirty="0">
                <a:solidFill>
                  <a:schemeClr val="bg2"/>
                </a:solidFill>
              </a:rPr>
              <a:t>数据独立性要高</a:t>
            </a:r>
            <a:r>
              <a:rPr lang="zh-CN" altLang="en-US" dirty="0">
                <a:solidFill>
                  <a:schemeClr val="bg2"/>
                </a:solidFill>
              </a:rPr>
              <a:t>”。</a:t>
            </a:r>
          </a:p>
        </p:txBody>
      </p:sp>
      <p:sp>
        <p:nvSpPr>
          <p:cNvPr id="8" name="文本框 7">
            <a:extLst>
              <a:ext uri="{FF2B5EF4-FFF2-40B4-BE49-F238E27FC236}">
                <a16:creationId xmlns:a16="http://schemas.microsoft.com/office/drawing/2014/main" id="{78A5F119-206D-6F41-853E-BB6D74FC2A1C}"/>
              </a:ext>
            </a:extLst>
          </p:cNvPr>
          <p:cNvSpPr txBox="1"/>
          <p:nvPr/>
        </p:nvSpPr>
        <p:spPr>
          <a:xfrm>
            <a:off x="3654442" y="3346341"/>
            <a:ext cx="4691582" cy="1284006"/>
          </a:xfrm>
          <a:prstGeom prst="rect">
            <a:avLst/>
          </a:prstGeom>
          <a:noFill/>
        </p:spPr>
        <p:txBody>
          <a:bodyPr wrap="square">
            <a:spAutoFit/>
          </a:bodyPr>
          <a:lstStyle/>
          <a:p>
            <a:pPr>
              <a:lnSpc>
                <a:spcPct val="150000"/>
              </a:lnSpc>
            </a:pPr>
            <a:r>
              <a:rPr lang="zh-CN" altLang="en-US" dirty="0">
                <a:solidFill>
                  <a:schemeClr val="bg2"/>
                </a:solidFill>
              </a:rPr>
              <a:t>在 </a:t>
            </a:r>
            <a:r>
              <a:rPr lang="en-US" altLang="zh-CN" dirty="0">
                <a:solidFill>
                  <a:schemeClr val="bg2"/>
                </a:solidFill>
              </a:rPr>
              <a:t>DB </a:t>
            </a:r>
            <a:r>
              <a:rPr lang="zh-CN" altLang="en-US" dirty="0">
                <a:solidFill>
                  <a:schemeClr val="bg2"/>
                </a:solidFill>
              </a:rPr>
              <a:t>的物理结构改变时，尽量不影响应用程序。</a:t>
            </a:r>
          </a:p>
        </p:txBody>
      </p:sp>
      <p:sp>
        <p:nvSpPr>
          <p:cNvPr id="10" name="文本框 9">
            <a:extLst>
              <a:ext uri="{FF2B5EF4-FFF2-40B4-BE49-F238E27FC236}">
                <a16:creationId xmlns:a16="http://schemas.microsoft.com/office/drawing/2014/main" id="{C688035C-3524-7541-8628-BE3AA0E271FB}"/>
              </a:ext>
            </a:extLst>
          </p:cNvPr>
          <p:cNvSpPr txBox="1"/>
          <p:nvPr/>
        </p:nvSpPr>
        <p:spPr>
          <a:xfrm>
            <a:off x="3654442" y="2018957"/>
            <a:ext cx="4691582" cy="1284006"/>
          </a:xfrm>
          <a:prstGeom prst="rect">
            <a:avLst/>
          </a:prstGeom>
          <a:noFill/>
        </p:spPr>
        <p:txBody>
          <a:bodyPr wrap="square">
            <a:spAutoFit/>
          </a:bodyPr>
          <a:lstStyle/>
          <a:p>
            <a:pPr>
              <a:lnSpc>
                <a:spcPct val="150000"/>
              </a:lnSpc>
            </a:pPr>
            <a:r>
              <a:rPr lang="zh-CN" altLang="en-US" dirty="0">
                <a:solidFill>
                  <a:schemeClr val="bg2"/>
                </a:solidFill>
              </a:rPr>
              <a:t>在 DB 的逻辑结构改变时，尽量不影响应用程序。</a:t>
            </a:r>
          </a:p>
        </p:txBody>
      </p:sp>
      <p:sp>
        <p:nvSpPr>
          <p:cNvPr id="11" name="文本框 10">
            <a:extLst>
              <a:ext uri="{FF2B5EF4-FFF2-40B4-BE49-F238E27FC236}">
                <a16:creationId xmlns:a16="http://schemas.microsoft.com/office/drawing/2014/main" id="{FE1BA19E-15E3-9A49-A179-1319148CDBF2}"/>
              </a:ext>
            </a:extLst>
          </p:cNvPr>
          <p:cNvSpPr txBox="1"/>
          <p:nvPr/>
        </p:nvSpPr>
        <p:spPr>
          <a:xfrm>
            <a:off x="1556866" y="5477891"/>
            <a:ext cx="6030267" cy="95410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00000"/>
              </a:lnSpc>
            </a:pPr>
            <a:r>
              <a:rPr lang="zh-CN" altLang="en-US" dirty="0">
                <a:solidFill>
                  <a:schemeClr val="bg2"/>
                </a:solidFill>
              </a:rPr>
              <a:t>数据联系是指记录之间的联系。</a:t>
            </a:r>
            <a:endParaRPr lang="en-US" altLang="zh-CN" dirty="0">
              <a:solidFill>
                <a:schemeClr val="bg2"/>
              </a:solidFill>
            </a:endParaRPr>
          </a:p>
          <a:p>
            <a:pPr>
              <a:lnSpc>
                <a:spcPct val="100000"/>
              </a:lnSpc>
            </a:pPr>
            <a:r>
              <a:rPr lang="zh-CN" altLang="en-US" dirty="0">
                <a:solidFill>
                  <a:schemeClr val="bg2"/>
                </a:solidFill>
              </a:rPr>
              <a:t>对系统的要求是“</a:t>
            </a:r>
            <a:r>
              <a:rPr lang="zh-CN" altLang="en-US" b="1" dirty="0">
                <a:solidFill>
                  <a:schemeClr val="bg2"/>
                </a:solidFill>
              </a:rPr>
              <a:t>数据联系密切</a:t>
            </a:r>
            <a:r>
              <a:rPr lang="zh-CN" altLang="en-US" dirty="0">
                <a:solidFill>
                  <a:schemeClr val="bg2"/>
                </a:solidFill>
              </a:rPr>
              <a:t>”。</a:t>
            </a:r>
          </a:p>
        </p:txBody>
      </p:sp>
      <p:pic>
        <p:nvPicPr>
          <p:cNvPr id="12" name="图片 11">
            <a:extLst>
              <a:ext uri="{FF2B5EF4-FFF2-40B4-BE49-F238E27FC236}">
                <a16:creationId xmlns:a16="http://schemas.microsoft.com/office/drawing/2014/main" id="{141BB214-0C99-E246-B7D1-48C1F386636C}"/>
              </a:ext>
            </a:extLst>
          </p:cNvPr>
          <p:cNvPicPr>
            <a:picLocks noChangeAspect="1"/>
          </p:cNvPicPr>
          <p:nvPr/>
        </p:nvPicPr>
        <p:blipFill rotWithShape="1">
          <a:blip r:embed="rId3"/>
          <a:srcRect l="21377" t="9709" r="20826" b="8302"/>
          <a:stretch/>
        </p:blipFill>
        <p:spPr>
          <a:xfrm>
            <a:off x="8126374" y="5114560"/>
            <a:ext cx="812132" cy="1535138"/>
          </a:xfrm>
          <a:prstGeom prst="rect">
            <a:avLst/>
          </a:prstGeom>
        </p:spPr>
      </p:pic>
      <p:sp>
        <p:nvSpPr>
          <p:cNvPr id="14" name="文本框 13">
            <a:extLst>
              <a:ext uri="{FF2B5EF4-FFF2-40B4-BE49-F238E27FC236}">
                <a16:creationId xmlns:a16="http://schemas.microsoft.com/office/drawing/2014/main" id="{C59395F0-C48C-9445-933F-A53C6B8565C2}"/>
              </a:ext>
            </a:extLst>
          </p:cNvPr>
          <p:cNvSpPr txBox="1"/>
          <p:nvPr/>
        </p:nvSpPr>
        <p:spPr>
          <a:xfrm>
            <a:off x="1454807" y="4736972"/>
            <a:ext cx="7734464" cy="523220"/>
          </a:xfrm>
          <a:prstGeom prst="rect">
            <a:avLst/>
          </a:prstGeom>
          <a:noFill/>
        </p:spPr>
        <p:txBody>
          <a:bodyPr wrap="square">
            <a:spAutoFit/>
          </a:bodyPr>
          <a:lstStyle/>
          <a:p>
            <a:pPr>
              <a:lnSpc>
                <a:spcPct val="100000"/>
              </a:lnSpc>
            </a:pPr>
            <a:r>
              <a:rPr lang="zh-CN" altLang="en-US" u="sng" dirty="0">
                <a:solidFill>
                  <a:srgbClr val="FF0000"/>
                </a:solidFill>
              </a:rPr>
              <a:t>“数据独立性”与“数据联系”矛盾吗？</a:t>
            </a:r>
          </a:p>
        </p:txBody>
      </p:sp>
      <p:pic>
        <p:nvPicPr>
          <p:cNvPr id="13" name="图片 12">
            <a:extLst>
              <a:ext uri="{FF2B5EF4-FFF2-40B4-BE49-F238E27FC236}">
                <a16:creationId xmlns:a16="http://schemas.microsoft.com/office/drawing/2014/main" id="{E4626D36-2BCC-BB40-8BA8-FBCBC0F30424}"/>
              </a:ext>
            </a:extLst>
          </p:cNvPr>
          <p:cNvPicPr>
            <a:picLocks noChangeAspect="1"/>
          </p:cNvPicPr>
          <p:nvPr/>
        </p:nvPicPr>
        <p:blipFill rotWithShape="1">
          <a:blip r:embed="rId4"/>
          <a:srcRect l="676" t="20973" r="54062" b="13716"/>
          <a:stretch/>
        </p:blipFill>
        <p:spPr>
          <a:xfrm>
            <a:off x="112076" y="267045"/>
            <a:ext cx="577970" cy="55043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971" name="Rectangle 3"/>
          <p:cNvSpPr>
            <a:spLocks noChangeArrowheads="1"/>
          </p:cNvSpPr>
          <p:nvPr/>
        </p:nvSpPr>
        <p:spPr bwMode="auto">
          <a:xfrm>
            <a:off x="0" y="0"/>
            <a:ext cx="9144000" cy="20187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200000"/>
              </a:lnSpc>
              <a:spcBef>
                <a:spcPct val="50000"/>
              </a:spcBef>
            </a:pPr>
            <a:r>
              <a:rPr lang="en-US" altLang="zh-CN" sz="3200" b="1" dirty="0">
                <a:solidFill>
                  <a:schemeClr val="bg2"/>
                </a:solidFill>
                <a:effectLst>
                  <a:outerShdw blurRad="38100" dist="38100" dir="2700000" algn="tl">
                    <a:srgbClr val="C0C0C0"/>
                  </a:outerShdw>
                </a:effectLst>
                <a:latin typeface="Times New Roman" pitchFamily="18" charset="0"/>
              </a:rPr>
              <a:t>                  §3.4   </a:t>
            </a:r>
            <a:r>
              <a:rPr lang="zh-CN" altLang="en-US" b="1" dirty="0">
                <a:solidFill>
                  <a:schemeClr val="bg2"/>
                </a:solidFill>
                <a:effectLst>
                  <a:outerShdw blurRad="38100" dist="38100" dir="2700000" algn="tl">
                    <a:srgbClr val="C0C0C0"/>
                  </a:outerShdw>
                </a:effectLst>
                <a:latin typeface="Times New Roman" pitchFamily="18" charset="0"/>
              </a:rPr>
              <a:t>数据库管理系统（</a:t>
            </a:r>
            <a:r>
              <a:rPr lang="en-US" altLang="zh-CN" b="1" dirty="0">
                <a:solidFill>
                  <a:schemeClr val="bg2"/>
                </a:solidFill>
                <a:effectLst>
                  <a:outerShdw blurRad="38100" dist="38100" dir="2700000" algn="tl">
                    <a:srgbClr val="C0C0C0"/>
                  </a:outerShdw>
                </a:effectLst>
              </a:rPr>
              <a:t>DBMS</a:t>
            </a:r>
            <a:r>
              <a:rPr lang="zh-CN" altLang="en-US" b="1" dirty="0">
                <a:solidFill>
                  <a:schemeClr val="bg2"/>
                </a:solidFill>
                <a:effectLst>
                  <a:outerShdw blurRad="38100" dist="38100" dir="2700000" algn="tl">
                    <a:srgbClr val="C0C0C0"/>
                  </a:outerShdw>
                </a:effectLst>
                <a:latin typeface="Times New Roman" pitchFamily="18" charset="0"/>
              </a:rPr>
              <a:t>）</a:t>
            </a:r>
            <a:endParaRPr lang="zh-CN" altLang="en-US" b="1" dirty="0">
              <a:solidFill>
                <a:schemeClr val="bg2"/>
              </a:solidFill>
              <a:effectLst>
                <a:outerShdw blurRad="38100" dist="38100" dir="2700000" algn="tl">
                  <a:srgbClr val="C0C0C0"/>
                </a:outerShdw>
              </a:effectLst>
            </a:endParaRPr>
          </a:p>
          <a:p>
            <a:pPr>
              <a:lnSpc>
                <a:spcPct val="200000"/>
              </a:lnSpc>
              <a:spcBef>
                <a:spcPct val="50000"/>
              </a:spcBef>
            </a:pPr>
            <a:r>
              <a:rPr lang="zh-CN" altLang="en-US" b="1" dirty="0">
                <a:solidFill>
                  <a:schemeClr val="bg2"/>
                </a:solidFill>
              </a:rPr>
              <a:t>   一、</a:t>
            </a:r>
            <a:r>
              <a:rPr lang="en-US" altLang="zh-CN" b="1" dirty="0">
                <a:solidFill>
                  <a:schemeClr val="bg2"/>
                </a:solidFill>
              </a:rPr>
              <a:t>DBMS</a:t>
            </a:r>
            <a:r>
              <a:rPr lang="zh-CN" altLang="en-US" b="1" dirty="0">
                <a:solidFill>
                  <a:schemeClr val="bg2"/>
                </a:solidFill>
                <a:latin typeface="Times New Roman" pitchFamily="18" charset="0"/>
              </a:rPr>
              <a:t>的工作模式</a:t>
            </a:r>
          </a:p>
        </p:txBody>
      </p:sp>
      <p:grpSp>
        <p:nvGrpSpPr>
          <p:cNvPr id="596001" name="Group 33"/>
          <p:cNvGrpSpPr>
            <a:grpSpLocks/>
          </p:cNvGrpSpPr>
          <p:nvPr/>
        </p:nvGrpSpPr>
        <p:grpSpPr bwMode="auto">
          <a:xfrm>
            <a:off x="539750" y="3068638"/>
            <a:ext cx="8388350" cy="1871662"/>
            <a:chOff x="340" y="2387"/>
            <a:chExt cx="5284" cy="1179"/>
          </a:xfrm>
        </p:grpSpPr>
        <p:sp>
          <p:nvSpPr>
            <p:cNvPr id="595973" name="Line 5"/>
            <p:cNvSpPr>
              <a:spLocks noChangeShapeType="1"/>
            </p:cNvSpPr>
            <p:nvPr/>
          </p:nvSpPr>
          <p:spPr bwMode="auto">
            <a:xfrm>
              <a:off x="3742" y="3022"/>
              <a:ext cx="1086" cy="0"/>
            </a:xfrm>
            <a:prstGeom prst="line">
              <a:avLst/>
            </a:prstGeom>
            <a:noFill/>
            <a:ln w="9525">
              <a:solidFill>
                <a:schemeClr val="bg2"/>
              </a:solidFill>
              <a:round/>
              <a:headEnd type="arrow" w="sm" len="lg"/>
              <a:tailEnd/>
            </a:ln>
            <a:extLst>
              <a:ext uri="{909E8E84-426E-40DD-AFC4-6F175D3DCCD1}">
                <a14:hiddenFill xmlns:a14="http://schemas.microsoft.com/office/drawing/2010/main">
                  <a:noFill/>
                </a14:hiddenFill>
              </a:ext>
            </a:extLst>
          </p:spPr>
          <p:txBody>
            <a:bodyPr/>
            <a:lstStyle/>
            <a:p>
              <a:endParaRPr lang="zh-CN" altLang="en-US"/>
            </a:p>
          </p:txBody>
        </p:sp>
        <p:grpSp>
          <p:nvGrpSpPr>
            <p:cNvPr id="596000" name="Group 32"/>
            <p:cNvGrpSpPr>
              <a:grpSpLocks/>
            </p:cNvGrpSpPr>
            <p:nvPr/>
          </p:nvGrpSpPr>
          <p:grpSpPr bwMode="auto">
            <a:xfrm>
              <a:off x="340" y="2387"/>
              <a:ext cx="5284" cy="1179"/>
              <a:chOff x="340" y="2341"/>
              <a:chExt cx="5284" cy="1179"/>
            </a:xfrm>
          </p:grpSpPr>
          <p:grpSp>
            <p:nvGrpSpPr>
              <p:cNvPr id="595999" name="Group 31"/>
              <p:cNvGrpSpPr>
                <a:grpSpLocks/>
              </p:cNvGrpSpPr>
              <p:nvPr/>
            </p:nvGrpSpPr>
            <p:grpSpPr bwMode="auto">
              <a:xfrm>
                <a:off x="340" y="2341"/>
                <a:ext cx="5284" cy="1134"/>
                <a:chOff x="340" y="2341"/>
                <a:chExt cx="5284" cy="1134"/>
              </a:xfrm>
            </p:grpSpPr>
            <p:sp>
              <p:nvSpPr>
                <p:cNvPr id="595975" name="Rectangle 7"/>
                <p:cNvSpPr>
                  <a:spLocks noChangeArrowheads="1"/>
                </p:cNvSpPr>
                <p:nvPr/>
              </p:nvSpPr>
              <p:spPr bwMode="auto">
                <a:xfrm>
                  <a:off x="340" y="2766"/>
                  <a:ext cx="1121" cy="425"/>
                </a:xfrm>
                <a:prstGeom prst="rect">
                  <a:avLst/>
                </a:prstGeom>
                <a:solidFill>
                  <a:srgbClr val="FFFFFF"/>
                </a:solidFill>
                <a:ln w="28575">
                  <a:solidFill>
                    <a:schemeClr val="bg2"/>
                  </a:solidFill>
                  <a:miter lim="800000"/>
                  <a:headEnd/>
                  <a:tailEnd/>
                </a:ln>
              </p:spPr>
              <p:txBody>
                <a:bodyPr tIns="36000" bIns="0"/>
                <a:lstStyle/>
                <a:p>
                  <a:pPr algn="ctr">
                    <a:lnSpc>
                      <a:spcPct val="100000"/>
                    </a:lnSpc>
                  </a:pPr>
                  <a:r>
                    <a:rPr kumimoji="0" lang="zh-CN" altLang="en-US" sz="2400" b="1">
                      <a:solidFill>
                        <a:schemeClr val="bg2"/>
                      </a:solidFill>
                      <a:latin typeface="Times New Roman" pitchFamily="18" charset="0"/>
                    </a:rPr>
                    <a:t>应用程序</a:t>
                  </a:r>
                </a:p>
              </p:txBody>
            </p:sp>
            <p:sp>
              <p:nvSpPr>
                <p:cNvPr id="595976" name="AutoShape 8"/>
                <p:cNvSpPr>
                  <a:spLocks noChangeArrowheads="1"/>
                </p:cNvSpPr>
                <p:nvPr/>
              </p:nvSpPr>
              <p:spPr bwMode="auto">
                <a:xfrm>
                  <a:off x="2582" y="2341"/>
                  <a:ext cx="1121" cy="1134"/>
                </a:xfrm>
                <a:prstGeom prst="flowChartConnector">
                  <a:avLst/>
                </a:prstGeom>
                <a:solidFill>
                  <a:srgbClr val="FFFFFF"/>
                </a:solidFill>
                <a:ln w="9525">
                  <a:solidFill>
                    <a:schemeClr val="bg2"/>
                  </a:solidFill>
                  <a:round/>
                  <a:headEnd/>
                  <a:tailEnd/>
                </a:ln>
              </p:spPr>
              <p:txBody>
                <a:bodyPr lIns="0" tIns="0" rIns="0" bIns="0"/>
                <a:lstStyle/>
                <a:p>
                  <a:pPr>
                    <a:lnSpc>
                      <a:spcPct val="100000"/>
                    </a:lnSpc>
                  </a:pPr>
                  <a:endParaRPr kumimoji="0" lang="en-US" altLang="zh-CN" sz="2400" b="1">
                    <a:solidFill>
                      <a:schemeClr val="bg2"/>
                    </a:solidFill>
                    <a:latin typeface="Times New Roman" pitchFamily="18" charset="0"/>
                  </a:endParaRPr>
                </a:p>
                <a:p>
                  <a:pPr algn="ctr">
                    <a:lnSpc>
                      <a:spcPct val="100000"/>
                    </a:lnSpc>
                  </a:pPr>
                  <a:r>
                    <a:rPr kumimoji="0" lang="en-US" altLang="zh-CN" sz="2400" b="1">
                      <a:solidFill>
                        <a:schemeClr val="bg2"/>
                      </a:solidFill>
                      <a:latin typeface="Times New Roman" pitchFamily="18" charset="0"/>
                    </a:rPr>
                    <a:t>DBMS</a:t>
                  </a:r>
                </a:p>
              </p:txBody>
            </p:sp>
            <p:sp>
              <p:nvSpPr>
                <p:cNvPr id="595977" name="AutoShape 9"/>
                <p:cNvSpPr>
                  <a:spLocks noChangeArrowheads="1"/>
                </p:cNvSpPr>
                <p:nvPr/>
              </p:nvSpPr>
              <p:spPr bwMode="auto">
                <a:xfrm>
                  <a:off x="4823" y="2341"/>
                  <a:ext cx="801" cy="1134"/>
                </a:xfrm>
                <a:prstGeom prst="flowChartMagneticDisk">
                  <a:avLst/>
                </a:prstGeom>
                <a:solidFill>
                  <a:srgbClr val="FFFFFF"/>
                </a:solidFill>
                <a:ln w="9525">
                  <a:solidFill>
                    <a:schemeClr val="bg2"/>
                  </a:solidFill>
                  <a:round/>
                  <a:headEnd/>
                  <a:tailEnd/>
                </a:ln>
              </p:spPr>
              <p:txBody>
                <a:bodyPr tIns="0" bIns="108000"/>
                <a:lstStyle/>
                <a:p>
                  <a:pPr algn="ctr">
                    <a:lnSpc>
                      <a:spcPct val="100000"/>
                    </a:lnSpc>
                  </a:pPr>
                  <a:endParaRPr kumimoji="0" lang="en-US" altLang="zh-CN" sz="2400" b="1">
                    <a:solidFill>
                      <a:schemeClr val="bg2"/>
                    </a:solidFill>
                    <a:latin typeface="Times New Roman" pitchFamily="18" charset="0"/>
                  </a:endParaRPr>
                </a:p>
                <a:p>
                  <a:pPr algn="ctr">
                    <a:lnSpc>
                      <a:spcPct val="100000"/>
                    </a:lnSpc>
                  </a:pPr>
                  <a:r>
                    <a:rPr kumimoji="0" lang="en-US" altLang="zh-CN" sz="2400" b="1">
                      <a:solidFill>
                        <a:schemeClr val="bg2"/>
                      </a:solidFill>
                      <a:latin typeface="Times New Roman" pitchFamily="18" charset="0"/>
                    </a:rPr>
                    <a:t>DB</a:t>
                  </a:r>
                </a:p>
              </p:txBody>
            </p:sp>
            <p:sp>
              <p:nvSpPr>
                <p:cNvPr id="595978" name="Freeform 10"/>
                <p:cNvSpPr>
                  <a:spLocks/>
                </p:cNvSpPr>
                <p:nvPr/>
              </p:nvSpPr>
              <p:spPr bwMode="auto">
                <a:xfrm>
                  <a:off x="1461" y="2864"/>
                  <a:ext cx="1107" cy="1"/>
                </a:xfrm>
                <a:custGeom>
                  <a:avLst/>
                  <a:gdLst>
                    <a:gd name="T0" fmla="*/ 0 w 1245"/>
                    <a:gd name="T1" fmla="*/ 0 h 1"/>
                    <a:gd name="T2" fmla="*/ 1245 w 1245"/>
                    <a:gd name="T3" fmla="*/ 0 h 1"/>
                  </a:gdLst>
                  <a:ahLst/>
                  <a:cxnLst>
                    <a:cxn ang="0">
                      <a:pos x="T0" y="T1"/>
                    </a:cxn>
                    <a:cxn ang="0">
                      <a:pos x="T2" y="T3"/>
                    </a:cxn>
                  </a:cxnLst>
                  <a:rect l="0" t="0" r="r" b="b"/>
                  <a:pathLst>
                    <a:path w="1245" h="1">
                      <a:moveTo>
                        <a:pt x="0" y="0"/>
                      </a:moveTo>
                      <a:lnTo>
                        <a:pt x="1245" y="0"/>
                      </a:lnTo>
                    </a:path>
                  </a:pathLst>
                </a:custGeom>
                <a:noFill/>
                <a:ln w="9525">
                  <a:solidFill>
                    <a:schemeClr val="bg2"/>
                  </a:solidFill>
                  <a:round/>
                  <a:headEnd type="none" w="med" len="med"/>
                  <a:tailEnd type="arrow"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5979" name="Line 11"/>
                <p:cNvSpPr>
                  <a:spLocks noChangeShapeType="1"/>
                </p:cNvSpPr>
                <p:nvPr/>
              </p:nvSpPr>
              <p:spPr bwMode="auto">
                <a:xfrm>
                  <a:off x="1461" y="3050"/>
                  <a:ext cx="1121" cy="0"/>
                </a:xfrm>
                <a:prstGeom prst="line">
                  <a:avLst/>
                </a:prstGeom>
                <a:noFill/>
                <a:ln w="9525">
                  <a:solidFill>
                    <a:schemeClr val="bg2"/>
                  </a:solidFill>
                  <a:round/>
                  <a:headEnd type="arrow" w="sm" len="lg"/>
                  <a:tailEnd/>
                </a:ln>
                <a:extLst>
                  <a:ext uri="{909E8E84-426E-40DD-AFC4-6F175D3DCCD1}">
                    <a14:hiddenFill xmlns:a14="http://schemas.microsoft.com/office/drawing/2010/main">
                      <a:noFill/>
                    </a14:hiddenFill>
                  </a:ext>
                </a:extLst>
              </p:spPr>
              <p:txBody>
                <a:bodyPr/>
                <a:lstStyle/>
                <a:p>
                  <a:endParaRPr lang="zh-CN" altLang="en-US"/>
                </a:p>
              </p:txBody>
            </p:sp>
            <p:sp>
              <p:nvSpPr>
                <p:cNvPr id="595980" name="Freeform 12"/>
                <p:cNvSpPr>
                  <a:spLocks/>
                </p:cNvSpPr>
                <p:nvPr/>
              </p:nvSpPr>
              <p:spPr bwMode="auto">
                <a:xfrm>
                  <a:off x="3689" y="2820"/>
                  <a:ext cx="1134" cy="1"/>
                </a:xfrm>
                <a:custGeom>
                  <a:avLst/>
                  <a:gdLst>
                    <a:gd name="T0" fmla="*/ 0 w 1275"/>
                    <a:gd name="T1" fmla="*/ 0 h 1"/>
                    <a:gd name="T2" fmla="*/ 1275 w 1275"/>
                    <a:gd name="T3" fmla="*/ 0 h 1"/>
                  </a:gdLst>
                  <a:ahLst/>
                  <a:cxnLst>
                    <a:cxn ang="0">
                      <a:pos x="T0" y="T1"/>
                    </a:cxn>
                    <a:cxn ang="0">
                      <a:pos x="T2" y="T3"/>
                    </a:cxn>
                  </a:cxnLst>
                  <a:rect l="0" t="0" r="r" b="b"/>
                  <a:pathLst>
                    <a:path w="1275" h="1">
                      <a:moveTo>
                        <a:pt x="0" y="0"/>
                      </a:moveTo>
                      <a:lnTo>
                        <a:pt x="1275" y="0"/>
                      </a:lnTo>
                    </a:path>
                  </a:pathLst>
                </a:custGeom>
                <a:noFill/>
                <a:ln w="9525">
                  <a:solidFill>
                    <a:schemeClr val="bg2"/>
                  </a:solidFill>
                  <a:round/>
                  <a:headEnd type="none" w="med" len="med"/>
                  <a:tailEnd type="arrow"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595998" name="Group 30"/>
              <p:cNvGrpSpPr>
                <a:grpSpLocks/>
              </p:cNvGrpSpPr>
              <p:nvPr/>
            </p:nvGrpSpPr>
            <p:grpSpPr bwMode="auto">
              <a:xfrm>
                <a:off x="1592" y="2464"/>
                <a:ext cx="3415" cy="1056"/>
                <a:chOff x="1592" y="2464"/>
                <a:chExt cx="3415" cy="1056"/>
              </a:xfrm>
            </p:grpSpPr>
            <p:sp>
              <p:nvSpPr>
                <p:cNvPr id="595981" name="Rectangle 13"/>
                <p:cNvSpPr>
                  <a:spLocks noChangeArrowheads="1"/>
                </p:cNvSpPr>
                <p:nvPr/>
              </p:nvSpPr>
              <p:spPr bwMode="auto">
                <a:xfrm>
                  <a:off x="1592" y="2464"/>
                  <a:ext cx="1087" cy="2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36000" bIns="0"/>
                <a:lstStyle/>
                <a:p>
                  <a:pPr algn="ctr">
                    <a:lnSpc>
                      <a:spcPct val="100000"/>
                    </a:lnSpc>
                  </a:pPr>
                  <a:r>
                    <a:rPr kumimoji="0" lang="zh-CN" altLang="en-US" sz="2000" b="1">
                      <a:solidFill>
                        <a:schemeClr val="bg2"/>
                      </a:solidFill>
                      <a:latin typeface="Times New Roman" pitchFamily="18" charset="0"/>
                    </a:rPr>
                    <a:t>数据请求</a:t>
                  </a:r>
                </a:p>
              </p:txBody>
            </p:sp>
            <p:sp>
              <p:nvSpPr>
                <p:cNvPr id="595982" name="Rectangle 14"/>
                <p:cNvSpPr>
                  <a:spLocks noChangeArrowheads="1"/>
                </p:cNvSpPr>
                <p:nvPr/>
              </p:nvSpPr>
              <p:spPr bwMode="auto">
                <a:xfrm>
                  <a:off x="3611" y="2464"/>
                  <a:ext cx="1396" cy="2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36000" bIns="0"/>
                <a:lstStyle/>
                <a:p>
                  <a:pPr algn="ctr">
                    <a:lnSpc>
                      <a:spcPct val="100000"/>
                    </a:lnSpc>
                  </a:pPr>
                  <a:r>
                    <a:rPr kumimoji="0" lang="zh-CN" altLang="en-US" sz="2000" b="1">
                      <a:solidFill>
                        <a:schemeClr val="bg2"/>
                      </a:solidFill>
                      <a:latin typeface="Times New Roman" pitchFamily="18" charset="0"/>
                    </a:rPr>
                    <a:t>低层指令</a:t>
                  </a:r>
                </a:p>
              </p:txBody>
            </p:sp>
            <p:sp>
              <p:nvSpPr>
                <p:cNvPr id="595983" name="Rectangle 15"/>
                <p:cNvSpPr>
                  <a:spLocks noChangeArrowheads="1"/>
                </p:cNvSpPr>
                <p:nvPr/>
              </p:nvSpPr>
              <p:spPr bwMode="auto">
                <a:xfrm>
                  <a:off x="1610" y="3067"/>
                  <a:ext cx="1245" cy="4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nSpc>
                      <a:spcPct val="100000"/>
                    </a:lnSpc>
                  </a:pPr>
                  <a:r>
                    <a:rPr kumimoji="0" lang="en-US" altLang="zh-CN" sz="2000" b="1">
                      <a:solidFill>
                        <a:schemeClr val="bg2"/>
                      </a:solidFill>
                      <a:latin typeface="Times New Roman" pitchFamily="18" charset="0"/>
                    </a:rPr>
                    <a:t>         </a:t>
                  </a:r>
                  <a:r>
                    <a:rPr kumimoji="0" lang="zh-CN" altLang="en-US" sz="2000" b="1">
                      <a:solidFill>
                        <a:schemeClr val="bg2"/>
                      </a:solidFill>
                      <a:latin typeface="Times New Roman" pitchFamily="18" charset="0"/>
                    </a:rPr>
                    <a:t>数据</a:t>
                  </a:r>
                </a:p>
                <a:p>
                  <a:pPr>
                    <a:lnSpc>
                      <a:spcPct val="100000"/>
                    </a:lnSpc>
                  </a:pPr>
                  <a:r>
                    <a:rPr kumimoji="0" lang="zh-CN" altLang="en-US" sz="2000" b="1">
                      <a:solidFill>
                        <a:schemeClr val="bg2"/>
                      </a:solidFill>
                      <a:latin typeface="Times New Roman" pitchFamily="18" charset="0"/>
                    </a:rPr>
                    <a:t>（处理结果）</a:t>
                  </a:r>
                </a:p>
              </p:txBody>
            </p:sp>
            <p:sp>
              <p:nvSpPr>
                <p:cNvPr id="595984" name="Rectangle 16"/>
                <p:cNvSpPr>
                  <a:spLocks noChangeArrowheads="1"/>
                </p:cNvSpPr>
                <p:nvPr/>
              </p:nvSpPr>
              <p:spPr bwMode="auto">
                <a:xfrm>
                  <a:off x="3787" y="3022"/>
                  <a:ext cx="1086" cy="4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nSpc>
                      <a:spcPct val="100000"/>
                    </a:lnSpc>
                  </a:pPr>
                  <a:r>
                    <a:rPr kumimoji="0" lang="en-US" altLang="zh-CN" sz="2000" b="1">
                      <a:solidFill>
                        <a:schemeClr val="bg2"/>
                      </a:solidFill>
                      <a:latin typeface="Times New Roman" pitchFamily="18" charset="0"/>
                    </a:rPr>
                    <a:t>        </a:t>
                  </a:r>
                  <a:r>
                    <a:rPr kumimoji="0" lang="zh-CN" altLang="en-US" sz="2000" b="1">
                      <a:solidFill>
                        <a:schemeClr val="bg2"/>
                      </a:solidFill>
                      <a:latin typeface="Times New Roman" pitchFamily="18" charset="0"/>
                    </a:rPr>
                    <a:t>数据</a:t>
                  </a:r>
                </a:p>
                <a:p>
                  <a:pPr>
                    <a:lnSpc>
                      <a:spcPct val="100000"/>
                    </a:lnSpc>
                  </a:pPr>
                  <a:r>
                    <a:rPr kumimoji="0" lang="zh-CN" altLang="en-US" sz="2000" b="1">
                      <a:solidFill>
                        <a:schemeClr val="bg2"/>
                      </a:solidFill>
                      <a:latin typeface="Times New Roman" pitchFamily="18" charset="0"/>
                    </a:rPr>
                    <a:t>（查询结果）</a:t>
                  </a:r>
                </a:p>
              </p:txBody>
            </p:sp>
          </p:grpSp>
        </p:grpSp>
      </p:grpSp>
      <p:grpSp>
        <p:nvGrpSpPr>
          <p:cNvPr id="595989" name="Group 21"/>
          <p:cNvGrpSpPr>
            <a:grpSpLocks/>
          </p:cNvGrpSpPr>
          <p:nvPr/>
        </p:nvGrpSpPr>
        <p:grpSpPr bwMode="auto">
          <a:xfrm>
            <a:off x="152400" y="76200"/>
            <a:ext cx="8991600" cy="1143000"/>
            <a:chOff x="0" y="288"/>
            <a:chExt cx="5760" cy="864"/>
          </a:xfrm>
        </p:grpSpPr>
        <p:sp>
          <p:nvSpPr>
            <p:cNvPr id="595990" name="Rectangle 22"/>
            <p:cNvSpPr>
              <a:spLocks noChangeArrowheads="1"/>
            </p:cNvSpPr>
            <p:nvPr/>
          </p:nvSpPr>
          <p:spPr bwMode="ltGray">
            <a:xfrm>
              <a:off x="196" y="377"/>
              <a:ext cx="428" cy="389"/>
            </a:xfrm>
            <a:prstGeom prst="rect">
              <a:avLst/>
            </a:prstGeom>
            <a:gradFill rotWithShape="0">
              <a:gsLst>
                <a:gs pos="0">
                  <a:schemeClr val="bg1"/>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pPr>
              <a:endParaRPr lang="zh-CN" altLang="zh-CN" sz="2400">
                <a:latin typeface="Tahoma" pitchFamily="34" charset="0"/>
              </a:endParaRPr>
            </a:p>
          </p:txBody>
        </p:sp>
        <p:sp>
          <p:nvSpPr>
            <p:cNvPr id="595991" name="Rectangle 23"/>
            <p:cNvSpPr>
              <a:spLocks noChangeArrowheads="1"/>
            </p:cNvSpPr>
            <p:nvPr/>
          </p:nvSpPr>
          <p:spPr bwMode="ltGray">
            <a:xfrm>
              <a:off x="279" y="723"/>
              <a:ext cx="285" cy="39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pPr>
              <a:endParaRPr lang="zh-CN" altLang="zh-CN" sz="2400">
                <a:latin typeface="Tahoma" pitchFamily="34" charset="0"/>
              </a:endParaRPr>
            </a:p>
          </p:txBody>
        </p:sp>
        <p:sp>
          <p:nvSpPr>
            <p:cNvPr id="595992" name="Rectangle 24"/>
            <p:cNvSpPr>
              <a:spLocks noChangeArrowheads="1"/>
            </p:cNvSpPr>
            <p:nvPr/>
          </p:nvSpPr>
          <p:spPr bwMode="ltGray">
            <a:xfrm>
              <a:off x="529" y="723"/>
              <a:ext cx="248" cy="39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pPr>
              <a:endParaRPr lang="zh-CN" altLang="zh-CN" sz="2400">
                <a:latin typeface="Tahoma" pitchFamily="34" charset="0"/>
              </a:endParaRPr>
            </a:p>
          </p:txBody>
        </p:sp>
        <p:sp>
          <p:nvSpPr>
            <p:cNvPr id="595993" name="Rectangle 25"/>
            <p:cNvSpPr>
              <a:spLocks noChangeArrowheads="1"/>
            </p:cNvSpPr>
            <p:nvPr/>
          </p:nvSpPr>
          <p:spPr bwMode="ltGray">
            <a:xfrm>
              <a:off x="0" y="576"/>
              <a:ext cx="432" cy="384"/>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pPr>
              <a:endParaRPr lang="zh-CN" altLang="zh-CN" sz="2400">
                <a:latin typeface="Tahoma" pitchFamily="34" charset="0"/>
              </a:endParaRPr>
            </a:p>
          </p:txBody>
        </p:sp>
        <p:sp>
          <p:nvSpPr>
            <p:cNvPr id="595994" name="Rectangle 26"/>
            <p:cNvSpPr>
              <a:spLocks noChangeArrowheads="1"/>
            </p:cNvSpPr>
            <p:nvPr/>
          </p:nvSpPr>
          <p:spPr bwMode="gray">
            <a:xfrm>
              <a:off x="428" y="288"/>
              <a:ext cx="22" cy="864"/>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pPr>
              <a:endParaRPr lang="zh-CN" altLang="zh-CN" sz="2400">
                <a:latin typeface="Tahoma" pitchFamily="34" charset="0"/>
              </a:endParaRPr>
            </a:p>
          </p:txBody>
        </p:sp>
        <p:sp>
          <p:nvSpPr>
            <p:cNvPr id="595995" name="Rectangle 27"/>
            <p:cNvSpPr>
              <a:spLocks noChangeArrowheads="1"/>
            </p:cNvSpPr>
            <p:nvPr/>
          </p:nvSpPr>
          <p:spPr bwMode="gray">
            <a:xfrm>
              <a:off x="213" y="937"/>
              <a:ext cx="5547" cy="26"/>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100000"/>
                </a:lnSpc>
              </a:pPr>
              <a:endParaRPr lang="zh-CN" altLang="zh-CN" sz="2400">
                <a:latin typeface="Tahoma" pitchFamily="34" charset="0"/>
              </a:endParaRPr>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7026" name="Group 34"/>
          <p:cNvGrpSpPr>
            <a:grpSpLocks/>
          </p:cNvGrpSpPr>
          <p:nvPr/>
        </p:nvGrpSpPr>
        <p:grpSpPr bwMode="auto">
          <a:xfrm>
            <a:off x="179388" y="1524000"/>
            <a:ext cx="8839200" cy="4497388"/>
            <a:chOff x="113" y="960"/>
            <a:chExt cx="5568" cy="2833"/>
          </a:xfrm>
        </p:grpSpPr>
        <p:sp>
          <p:nvSpPr>
            <p:cNvPr id="597003" name="AutoShape 11"/>
            <p:cNvSpPr>
              <a:spLocks noChangeArrowheads="1"/>
            </p:cNvSpPr>
            <p:nvPr/>
          </p:nvSpPr>
          <p:spPr bwMode="auto">
            <a:xfrm>
              <a:off x="660" y="1344"/>
              <a:ext cx="272" cy="676"/>
            </a:xfrm>
            <a:prstGeom prst="upDownArrow">
              <a:avLst>
                <a:gd name="adj1" fmla="val 50000"/>
                <a:gd name="adj2" fmla="val 49706"/>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36000" bIns="0"/>
            <a:lstStyle/>
            <a:p>
              <a:endParaRPr lang="zh-CN" altLang="en-US"/>
            </a:p>
          </p:txBody>
        </p:sp>
        <p:sp>
          <p:nvSpPr>
            <p:cNvPr id="597004" name="AutoShape 12"/>
            <p:cNvSpPr>
              <a:spLocks noChangeArrowheads="1"/>
            </p:cNvSpPr>
            <p:nvPr/>
          </p:nvSpPr>
          <p:spPr bwMode="auto">
            <a:xfrm>
              <a:off x="660" y="2445"/>
              <a:ext cx="272" cy="676"/>
            </a:xfrm>
            <a:prstGeom prst="upDownArrow">
              <a:avLst>
                <a:gd name="adj1" fmla="val 50000"/>
                <a:gd name="adj2" fmla="val 49706"/>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36000" bIns="0"/>
            <a:lstStyle/>
            <a:p>
              <a:endParaRPr lang="zh-CN" altLang="en-US"/>
            </a:p>
          </p:txBody>
        </p:sp>
        <p:grpSp>
          <p:nvGrpSpPr>
            <p:cNvPr id="597025" name="Group 33"/>
            <p:cNvGrpSpPr>
              <a:grpSpLocks/>
            </p:cNvGrpSpPr>
            <p:nvPr/>
          </p:nvGrpSpPr>
          <p:grpSpPr bwMode="auto">
            <a:xfrm>
              <a:off x="113" y="960"/>
              <a:ext cx="5568" cy="2833"/>
              <a:chOff x="113" y="960"/>
              <a:chExt cx="5568" cy="2833"/>
            </a:xfrm>
          </p:grpSpPr>
          <p:sp>
            <p:nvSpPr>
              <p:cNvPr id="597002" name="AutoShape 10"/>
              <p:cNvSpPr>
                <a:spLocks noChangeArrowheads="1"/>
              </p:cNvSpPr>
              <p:nvPr/>
            </p:nvSpPr>
            <p:spPr bwMode="auto">
              <a:xfrm>
                <a:off x="520" y="3134"/>
                <a:ext cx="544" cy="659"/>
              </a:xfrm>
              <a:prstGeom prst="flowChartMagneticDisk">
                <a:avLst/>
              </a:prstGeom>
              <a:solidFill>
                <a:srgbClr val="FFFFFF"/>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72000" bIns="0"/>
              <a:lstStyle/>
              <a:p>
                <a:pPr>
                  <a:lnSpc>
                    <a:spcPct val="100000"/>
                  </a:lnSpc>
                </a:pPr>
                <a:r>
                  <a:rPr kumimoji="0" lang="en-US" altLang="zh-CN" sz="2000" b="1">
                    <a:solidFill>
                      <a:schemeClr val="bg2"/>
                    </a:solidFill>
                    <a:latin typeface="Times New Roman" pitchFamily="18" charset="0"/>
                  </a:rPr>
                  <a:t>   DB</a:t>
                </a:r>
              </a:p>
            </p:txBody>
          </p:sp>
          <p:sp>
            <p:nvSpPr>
              <p:cNvPr id="597005" name="AutoShape 13"/>
              <p:cNvSpPr>
                <a:spLocks noChangeArrowheads="1"/>
              </p:cNvSpPr>
              <p:nvPr/>
            </p:nvSpPr>
            <p:spPr bwMode="auto">
              <a:xfrm>
                <a:off x="1704" y="2497"/>
                <a:ext cx="696" cy="768"/>
              </a:xfrm>
              <a:prstGeom prst="flowChartConnector">
                <a:avLst/>
              </a:prstGeom>
              <a:solidFill>
                <a:srgbClr val="FFFFFF"/>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a:lnSpc>
                    <a:spcPct val="100000"/>
                  </a:lnSpc>
                </a:pPr>
                <a:endParaRPr kumimoji="0" lang="en-US" altLang="zh-CN" sz="2000" b="1">
                  <a:solidFill>
                    <a:schemeClr val="bg2"/>
                  </a:solidFill>
                  <a:latin typeface="Times New Roman" pitchFamily="18" charset="0"/>
                </a:endParaRPr>
              </a:p>
              <a:p>
                <a:pPr algn="ctr">
                  <a:lnSpc>
                    <a:spcPct val="100000"/>
                  </a:lnSpc>
                </a:pPr>
                <a:r>
                  <a:rPr kumimoji="0" lang="en-US" altLang="zh-CN" sz="2400" b="1">
                    <a:solidFill>
                      <a:schemeClr val="bg2"/>
                    </a:solidFill>
                    <a:latin typeface="Times New Roman" pitchFamily="18" charset="0"/>
                  </a:rPr>
                  <a:t>OS</a:t>
                </a:r>
              </a:p>
            </p:txBody>
          </p:sp>
          <p:grpSp>
            <p:nvGrpSpPr>
              <p:cNvPr id="597024" name="Group 32"/>
              <p:cNvGrpSpPr>
                <a:grpSpLocks/>
              </p:cNvGrpSpPr>
              <p:nvPr/>
            </p:nvGrpSpPr>
            <p:grpSpPr bwMode="auto">
              <a:xfrm>
                <a:off x="113" y="960"/>
                <a:ext cx="5568" cy="2301"/>
                <a:chOff x="113" y="960"/>
                <a:chExt cx="5568" cy="2301"/>
              </a:xfrm>
            </p:grpSpPr>
            <p:sp>
              <p:nvSpPr>
                <p:cNvPr id="597006" name="AutoShape 14"/>
                <p:cNvSpPr>
                  <a:spLocks noChangeArrowheads="1"/>
                </p:cNvSpPr>
                <p:nvPr/>
              </p:nvSpPr>
              <p:spPr bwMode="auto">
                <a:xfrm>
                  <a:off x="2549" y="1344"/>
                  <a:ext cx="945" cy="812"/>
                </a:xfrm>
                <a:prstGeom prst="flowChartConnector">
                  <a:avLst/>
                </a:prstGeom>
                <a:solidFill>
                  <a:srgbClr val="FFFFFF"/>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08000" rIns="0" bIns="0"/>
                <a:lstStyle/>
                <a:p>
                  <a:pPr algn="ctr">
                    <a:lnSpc>
                      <a:spcPct val="100000"/>
                    </a:lnSpc>
                  </a:pPr>
                  <a:endParaRPr kumimoji="0" lang="en-US" altLang="zh-CN" sz="1800" b="1">
                    <a:solidFill>
                      <a:schemeClr val="bg2"/>
                    </a:solidFill>
                    <a:latin typeface="Times New Roman" pitchFamily="18" charset="0"/>
                  </a:endParaRPr>
                </a:p>
                <a:p>
                  <a:pPr algn="ctr">
                    <a:lnSpc>
                      <a:spcPct val="100000"/>
                    </a:lnSpc>
                  </a:pPr>
                  <a:r>
                    <a:rPr kumimoji="0" lang="en-US" altLang="zh-CN" sz="2400" b="1">
                      <a:solidFill>
                        <a:schemeClr val="bg2"/>
                      </a:solidFill>
                      <a:latin typeface="Times New Roman" pitchFamily="18" charset="0"/>
                    </a:rPr>
                    <a:t>DBMS</a:t>
                  </a:r>
                </a:p>
              </p:txBody>
            </p:sp>
            <p:sp>
              <p:nvSpPr>
                <p:cNvPr id="597007" name="Text Box 15"/>
                <p:cNvSpPr txBox="1">
                  <a:spLocks noChangeArrowheads="1"/>
                </p:cNvSpPr>
                <p:nvPr/>
              </p:nvSpPr>
              <p:spPr bwMode="auto">
                <a:xfrm>
                  <a:off x="5410" y="1636"/>
                  <a:ext cx="271" cy="12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eaVert" lIns="0" tIns="0" rIns="0" bIns="0"/>
                <a:lstStyle/>
                <a:p>
                  <a:pPr>
                    <a:lnSpc>
                      <a:spcPct val="100000"/>
                    </a:lnSpc>
                  </a:pPr>
                  <a:r>
                    <a:rPr kumimoji="0" lang="zh-CN" altLang="en-US" sz="2000" b="1">
                      <a:solidFill>
                        <a:schemeClr val="bg2"/>
                      </a:solidFill>
                      <a:latin typeface="Times New Roman" pitchFamily="18" charset="0"/>
                    </a:rPr>
                    <a:t>数 据 字 典</a:t>
                  </a:r>
                </a:p>
              </p:txBody>
            </p:sp>
            <p:grpSp>
              <p:nvGrpSpPr>
                <p:cNvPr id="597019" name="Group 27"/>
                <p:cNvGrpSpPr>
                  <a:grpSpLocks/>
                </p:cNvGrpSpPr>
                <p:nvPr/>
              </p:nvGrpSpPr>
              <p:grpSpPr bwMode="auto">
                <a:xfrm>
                  <a:off x="113" y="960"/>
                  <a:ext cx="5297" cy="2301"/>
                  <a:chOff x="192" y="240"/>
                  <a:chExt cx="5114" cy="2300"/>
                </a:xfrm>
              </p:grpSpPr>
              <p:grpSp>
                <p:nvGrpSpPr>
                  <p:cNvPr id="596995" name="Group 3"/>
                  <p:cNvGrpSpPr>
                    <a:grpSpLocks/>
                  </p:cNvGrpSpPr>
                  <p:nvPr/>
                </p:nvGrpSpPr>
                <p:grpSpPr bwMode="auto">
                  <a:xfrm>
                    <a:off x="192" y="240"/>
                    <a:ext cx="5114" cy="2300"/>
                    <a:chOff x="2160" y="1752"/>
                    <a:chExt cx="7020" cy="2652"/>
                  </a:xfrm>
                </p:grpSpPr>
                <p:sp>
                  <p:nvSpPr>
                    <p:cNvPr id="596996" name="Rectangle 4"/>
                    <p:cNvSpPr>
                      <a:spLocks noChangeArrowheads="1"/>
                    </p:cNvSpPr>
                    <p:nvPr/>
                  </p:nvSpPr>
                  <p:spPr bwMode="auto">
                    <a:xfrm>
                      <a:off x="2520" y="1752"/>
                      <a:ext cx="1080" cy="468"/>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36000" rIns="18000" bIns="0"/>
                    <a:lstStyle/>
                    <a:p>
                      <a:pPr algn="ctr">
                        <a:lnSpc>
                          <a:spcPct val="100000"/>
                        </a:lnSpc>
                      </a:pPr>
                      <a:r>
                        <a:rPr kumimoji="0" lang="zh-CN" altLang="en-US" sz="2000" b="1">
                          <a:solidFill>
                            <a:schemeClr val="bg2"/>
                          </a:solidFill>
                          <a:latin typeface="Times New Roman" pitchFamily="18" charset="0"/>
                        </a:rPr>
                        <a:t>应用程序</a:t>
                      </a:r>
                    </a:p>
                  </p:txBody>
                </p:sp>
                <p:sp>
                  <p:nvSpPr>
                    <p:cNvPr id="596997" name="Rectangle 5"/>
                    <p:cNvSpPr>
                      <a:spLocks noChangeArrowheads="1"/>
                    </p:cNvSpPr>
                    <p:nvPr/>
                  </p:nvSpPr>
                  <p:spPr bwMode="auto">
                    <a:xfrm>
                      <a:off x="2160" y="3000"/>
                      <a:ext cx="1800" cy="468"/>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36000" rIns="18000" bIns="0"/>
                    <a:lstStyle/>
                    <a:p>
                      <a:pPr algn="ctr">
                        <a:lnSpc>
                          <a:spcPct val="100000"/>
                        </a:lnSpc>
                      </a:pPr>
                      <a:r>
                        <a:rPr kumimoji="0" lang="en-US" altLang="zh-CN" sz="2000" b="1">
                          <a:solidFill>
                            <a:schemeClr val="bg2"/>
                          </a:solidFill>
                          <a:latin typeface="Times New Roman" pitchFamily="18" charset="0"/>
                        </a:rPr>
                        <a:t>DB</a:t>
                      </a:r>
                      <a:r>
                        <a:rPr kumimoji="0" lang="zh-CN" altLang="en-US" sz="2000" b="1">
                          <a:solidFill>
                            <a:schemeClr val="bg2"/>
                          </a:solidFill>
                          <a:latin typeface="Times New Roman" pitchFamily="18" charset="0"/>
                        </a:rPr>
                        <a:t>的系统缓冲区</a:t>
                      </a:r>
                    </a:p>
                  </p:txBody>
                </p:sp>
                <p:sp>
                  <p:nvSpPr>
                    <p:cNvPr id="596998" name="Rectangle 6"/>
                    <p:cNvSpPr>
                      <a:spLocks noChangeArrowheads="1"/>
                    </p:cNvSpPr>
                    <p:nvPr/>
                  </p:nvSpPr>
                  <p:spPr bwMode="auto">
                    <a:xfrm>
                      <a:off x="7920" y="2220"/>
                      <a:ext cx="1080" cy="468"/>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36000" bIns="0"/>
                    <a:lstStyle/>
                    <a:p>
                      <a:pPr algn="ctr">
                        <a:lnSpc>
                          <a:spcPct val="100000"/>
                        </a:lnSpc>
                      </a:pPr>
                      <a:r>
                        <a:rPr kumimoji="0" lang="zh-CN" altLang="en-US" sz="2000" b="1">
                          <a:solidFill>
                            <a:schemeClr val="bg2"/>
                          </a:solidFill>
                          <a:latin typeface="Times New Roman" pitchFamily="18" charset="0"/>
                        </a:rPr>
                        <a:t>外模式</a:t>
                      </a:r>
                    </a:p>
                  </p:txBody>
                </p:sp>
                <p:sp>
                  <p:nvSpPr>
                    <p:cNvPr id="596999" name="Rectangle 7"/>
                    <p:cNvSpPr>
                      <a:spLocks noChangeArrowheads="1"/>
                    </p:cNvSpPr>
                    <p:nvPr/>
                  </p:nvSpPr>
                  <p:spPr bwMode="auto">
                    <a:xfrm>
                      <a:off x="7920" y="3000"/>
                      <a:ext cx="1080" cy="468"/>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36000" bIns="0"/>
                    <a:lstStyle/>
                    <a:p>
                      <a:pPr algn="ctr">
                        <a:lnSpc>
                          <a:spcPct val="100000"/>
                        </a:lnSpc>
                      </a:pPr>
                      <a:r>
                        <a:rPr kumimoji="0" lang="zh-CN" altLang="en-US" sz="2000" b="1">
                          <a:solidFill>
                            <a:schemeClr val="bg2"/>
                          </a:solidFill>
                          <a:latin typeface="Times New Roman" pitchFamily="18" charset="0"/>
                        </a:rPr>
                        <a:t>模式</a:t>
                      </a:r>
                    </a:p>
                  </p:txBody>
                </p:sp>
                <p:sp>
                  <p:nvSpPr>
                    <p:cNvPr id="597000" name="Rectangle 8"/>
                    <p:cNvSpPr>
                      <a:spLocks noChangeArrowheads="1"/>
                    </p:cNvSpPr>
                    <p:nvPr/>
                  </p:nvSpPr>
                  <p:spPr bwMode="auto">
                    <a:xfrm>
                      <a:off x="7920" y="3780"/>
                      <a:ext cx="1080" cy="468"/>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36000" bIns="0"/>
                    <a:lstStyle/>
                    <a:p>
                      <a:pPr algn="ctr">
                        <a:lnSpc>
                          <a:spcPct val="100000"/>
                        </a:lnSpc>
                      </a:pPr>
                      <a:r>
                        <a:rPr kumimoji="0" lang="zh-CN" altLang="en-US" sz="2000" b="1">
                          <a:solidFill>
                            <a:schemeClr val="bg2"/>
                          </a:solidFill>
                          <a:latin typeface="Times New Roman" pitchFamily="18" charset="0"/>
                        </a:rPr>
                        <a:t>内模式</a:t>
                      </a:r>
                    </a:p>
                  </p:txBody>
                </p:sp>
                <p:sp>
                  <p:nvSpPr>
                    <p:cNvPr id="597001" name="Rectangle 9"/>
                    <p:cNvSpPr>
                      <a:spLocks noChangeArrowheads="1"/>
                    </p:cNvSpPr>
                    <p:nvPr/>
                  </p:nvSpPr>
                  <p:spPr bwMode="auto">
                    <a:xfrm>
                      <a:off x="7740" y="2064"/>
                      <a:ext cx="1440" cy="234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36000" bIns="0"/>
                    <a:lstStyle/>
                    <a:p>
                      <a:endParaRPr lang="zh-CN" altLang="en-US"/>
                    </a:p>
                  </p:txBody>
                </p:sp>
              </p:grpSp>
              <p:sp>
                <p:nvSpPr>
                  <p:cNvPr id="597008" name="Line 16"/>
                  <p:cNvSpPr>
                    <a:spLocks noChangeShapeType="1"/>
                  </p:cNvSpPr>
                  <p:nvPr/>
                </p:nvSpPr>
                <p:spPr bwMode="auto">
                  <a:xfrm>
                    <a:off x="1239" y="378"/>
                    <a:ext cx="1305" cy="486"/>
                  </a:xfrm>
                  <a:prstGeom prst="line">
                    <a:avLst/>
                  </a:prstGeom>
                  <a:noFill/>
                  <a:ln w="9525">
                    <a:solidFill>
                      <a:schemeClr val="bg2"/>
                    </a:solidFill>
                    <a:round/>
                    <a:headEnd/>
                    <a:tailEnd type="arrow"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72000" bIns="0"/>
                  <a:lstStyle/>
                  <a:p>
                    <a:endParaRPr lang="zh-CN" altLang="en-US"/>
                  </a:p>
                </p:txBody>
              </p:sp>
              <p:sp>
                <p:nvSpPr>
                  <p:cNvPr id="597009" name="Line 17"/>
                  <p:cNvSpPr>
                    <a:spLocks noChangeShapeType="1"/>
                  </p:cNvSpPr>
                  <p:nvPr/>
                </p:nvSpPr>
                <p:spPr bwMode="auto">
                  <a:xfrm>
                    <a:off x="3408" y="1104"/>
                    <a:ext cx="980" cy="489"/>
                  </a:xfrm>
                  <a:prstGeom prst="line">
                    <a:avLst/>
                  </a:prstGeom>
                  <a:noFill/>
                  <a:ln w="9525">
                    <a:solidFill>
                      <a:schemeClr val="bg2"/>
                    </a:solidFill>
                    <a:round/>
                    <a:headEnd type="arrow" w="sm" len="lg"/>
                    <a:tailEnd type="arrow"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72000" bIns="0"/>
                  <a:lstStyle/>
                  <a:p>
                    <a:endParaRPr lang="zh-CN" altLang="en-US"/>
                  </a:p>
                </p:txBody>
              </p:sp>
              <p:sp>
                <p:nvSpPr>
                  <p:cNvPr id="597010" name="Freeform 18"/>
                  <p:cNvSpPr>
                    <a:spLocks/>
                  </p:cNvSpPr>
                  <p:nvPr/>
                </p:nvSpPr>
                <p:spPr bwMode="auto">
                  <a:xfrm>
                    <a:off x="3252" y="1340"/>
                    <a:ext cx="1136" cy="794"/>
                  </a:xfrm>
                  <a:custGeom>
                    <a:avLst/>
                    <a:gdLst>
                      <a:gd name="T0" fmla="*/ 0 w 1560"/>
                      <a:gd name="T1" fmla="*/ 0 h 603"/>
                      <a:gd name="T2" fmla="*/ 1560 w 1560"/>
                      <a:gd name="T3" fmla="*/ 603 h 603"/>
                    </a:gdLst>
                    <a:ahLst/>
                    <a:cxnLst>
                      <a:cxn ang="0">
                        <a:pos x="T0" y="T1"/>
                      </a:cxn>
                      <a:cxn ang="0">
                        <a:pos x="T2" y="T3"/>
                      </a:cxn>
                    </a:cxnLst>
                    <a:rect l="0" t="0" r="r" b="b"/>
                    <a:pathLst>
                      <a:path w="1560" h="603">
                        <a:moveTo>
                          <a:pt x="0" y="0"/>
                        </a:moveTo>
                        <a:lnTo>
                          <a:pt x="1560" y="603"/>
                        </a:lnTo>
                      </a:path>
                    </a:pathLst>
                  </a:custGeom>
                  <a:noFill/>
                  <a:ln w="9525" cap="flat" cmpd="sng">
                    <a:solidFill>
                      <a:schemeClr val="bg2"/>
                    </a:solidFill>
                    <a:prstDash val="solid"/>
                    <a:round/>
                    <a:headEnd type="arrow" w="sm" len="lg"/>
                    <a:tailEnd type="arrow"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72000" bIns="0"/>
                  <a:lstStyle/>
                  <a:p>
                    <a:endParaRPr lang="zh-CN" altLang="en-US"/>
                  </a:p>
                </p:txBody>
              </p:sp>
              <p:sp>
                <p:nvSpPr>
                  <p:cNvPr id="597011" name="Freeform 19"/>
                  <p:cNvSpPr>
                    <a:spLocks/>
                  </p:cNvSpPr>
                  <p:nvPr/>
                </p:nvSpPr>
                <p:spPr bwMode="auto">
                  <a:xfrm>
                    <a:off x="2290" y="1340"/>
                    <a:ext cx="470" cy="523"/>
                  </a:xfrm>
                  <a:custGeom>
                    <a:avLst/>
                    <a:gdLst>
                      <a:gd name="T0" fmla="*/ 645 w 645"/>
                      <a:gd name="T1" fmla="*/ 0 h 603"/>
                      <a:gd name="T2" fmla="*/ 0 w 645"/>
                      <a:gd name="T3" fmla="*/ 603 h 603"/>
                    </a:gdLst>
                    <a:ahLst/>
                    <a:cxnLst>
                      <a:cxn ang="0">
                        <a:pos x="T0" y="T1"/>
                      </a:cxn>
                      <a:cxn ang="0">
                        <a:pos x="T2" y="T3"/>
                      </a:cxn>
                    </a:cxnLst>
                    <a:rect l="0" t="0" r="r" b="b"/>
                    <a:pathLst>
                      <a:path w="645" h="603">
                        <a:moveTo>
                          <a:pt x="645" y="0"/>
                        </a:moveTo>
                        <a:lnTo>
                          <a:pt x="0" y="603"/>
                        </a:lnTo>
                      </a:path>
                    </a:pathLst>
                  </a:custGeom>
                  <a:noFill/>
                  <a:ln w="9525" cap="flat" cmpd="sng">
                    <a:solidFill>
                      <a:schemeClr val="bg2"/>
                    </a:solidFill>
                    <a:prstDash val="solid"/>
                    <a:round/>
                    <a:headEnd type="none" w="med" len="med"/>
                    <a:tailEnd type="arrow"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72000" bIns="0"/>
                  <a:lstStyle/>
                  <a:p>
                    <a:endParaRPr lang="zh-CN" altLang="en-US"/>
                  </a:p>
                </p:txBody>
              </p:sp>
              <p:sp>
                <p:nvSpPr>
                  <p:cNvPr id="597012" name="Line 20"/>
                  <p:cNvSpPr>
                    <a:spLocks noChangeShapeType="1"/>
                  </p:cNvSpPr>
                  <p:nvPr/>
                </p:nvSpPr>
                <p:spPr bwMode="auto">
                  <a:xfrm flipV="1">
                    <a:off x="960" y="2064"/>
                    <a:ext cx="816" cy="135"/>
                  </a:xfrm>
                  <a:prstGeom prst="line">
                    <a:avLst/>
                  </a:prstGeom>
                  <a:noFill/>
                  <a:ln w="9525">
                    <a:solidFill>
                      <a:schemeClr val="bg2"/>
                    </a:solidFill>
                    <a:round/>
                    <a:headEnd type="arrow"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72000" bIns="0"/>
                  <a:lstStyle/>
                  <a:p>
                    <a:endParaRPr lang="zh-CN" altLang="en-US"/>
                  </a:p>
                </p:txBody>
              </p:sp>
              <p:sp>
                <p:nvSpPr>
                  <p:cNvPr id="597013" name="Line 21"/>
                  <p:cNvSpPr>
                    <a:spLocks noChangeShapeType="1"/>
                  </p:cNvSpPr>
                  <p:nvPr/>
                </p:nvSpPr>
                <p:spPr bwMode="auto">
                  <a:xfrm>
                    <a:off x="912" y="912"/>
                    <a:ext cx="1704" cy="135"/>
                  </a:xfrm>
                  <a:prstGeom prst="line">
                    <a:avLst/>
                  </a:prstGeom>
                  <a:noFill/>
                  <a:ln w="9525">
                    <a:solidFill>
                      <a:schemeClr val="bg2"/>
                    </a:solidFill>
                    <a:round/>
                    <a:headEnd type="arrow"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72000" bIns="0"/>
                  <a:lstStyle/>
                  <a:p>
                    <a:endParaRPr lang="zh-CN" altLang="en-US"/>
                  </a:p>
                </p:txBody>
              </p:sp>
              <p:sp>
                <p:nvSpPr>
                  <p:cNvPr id="597014" name="Line 22"/>
                  <p:cNvSpPr>
                    <a:spLocks noChangeShapeType="1"/>
                  </p:cNvSpPr>
                  <p:nvPr/>
                </p:nvSpPr>
                <p:spPr bwMode="auto">
                  <a:xfrm flipV="1">
                    <a:off x="1503" y="1200"/>
                    <a:ext cx="1089" cy="395"/>
                  </a:xfrm>
                  <a:prstGeom prst="line">
                    <a:avLst/>
                  </a:prstGeom>
                  <a:noFill/>
                  <a:ln w="9525">
                    <a:solidFill>
                      <a:schemeClr val="bg2"/>
                    </a:solidFill>
                    <a:round/>
                    <a:headEnd type="arrow"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72000" bIns="0"/>
                  <a:lstStyle/>
                  <a:p>
                    <a:endParaRPr lang="zh-CN" altLang="en-US"/>
                  </a:p>
                </p:txBody>
              </p:sp>
              <p:sp>
                <p:nvSpPr>
                  <p:cNvPr id="597015" name="Line 23"/>
                  <p:cNvSpPr>
                    <a:spLocks noChangeShapeType="1"/>
                  </p:cNvSpPr>
                  <p:nvPr/>
                </p:nvSpPr>
                <p:spPr bwMode="auto">
                  <a:xfrm flipH="1">
                    <a:off x="3456" y="781"/>
                    <a:ext cx="932" cy="131"/>
                  </a:xfrm>
                  <a:prstGeom prst="line">
                    <a:avLst/>
                  </a:prstGeom>
                  <a:noFill/>
                  <a:ln w="9525">
                    <a:solidFill>
                      <a:schemeClr val="bg2"/>
                    </a:solidFill>
                    <a:round/>
                    <a:headEnd type="arrow" w="sm" len="lg"/>
                    <a:tailEnd type="arrow"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72000" bIns="0"/>
                  <a:lstStyle/>
                  <a:p>
                    <a:endParaRPr lang="zh-CN" altLang="en-US"/>
                  </a:p>
                </p:txBody>
              </p:sp>
            </p:grpSp>
          </p:grpSp>
        </p:grpSp>
      </p:grpSp>
      <p:sp>
        <p:nvSpPr>
          <p:cNvPr id="597022" name="Rectangle 30"/>
          <p:cNvSpPr>
            <a:spLocks noChangeArrowheads="1"/>
          </p:cNvSpPr>
          <p:nvPr/>
        </p:nvSpPr>
        <p:spPr bwMode="auto">
          <a:xfrm>
            <a:off x="468313" y="404813"/>
            <a:ext cx="7704137"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eaLnBrk="1" hangingPunct="1">
              <a:lnSpc>
                <a:spcPct val="100000"/>
              </a:lnSpc>
            </a:pPr>
            <a:r>
              <a:rPr lang="zh-CN" altLang="en-US" b="1">
                <a:solidFill>
                  <a:srgbClr val="000099"/>
                </a:solidFill>
              </a:rPr>
              <a:t>用户访问数据的过程</a:t>
            </a:r>
            <a:r>
              <a:rPr lang="zh-CN" altLang="en-US">
                <a:solidFill>
                  <a:srgbClr val="000099"/>
                </a:solidFill>
              </a:rPr>
              <a:t> </a:t>
            </a:r>
            <a:r>
              <a:rPr lang="en-US" altLang="zh-CN">
                <a:solidFill>
                  <a:srgbClr val="000099"/>
                </a:solidFill>
              </a:rPr>
              <a:t>:</a:t>
            </a:r>
            <a:endParaRPr lang="en-US" altLang="zh-CN">
              <a:solidFill>
                <a:srgbClr val="000099"/>
              </a:solidFill>
              <a:latin typeface="Times New Roman" pitchFamily="18" charset="0"/>
            </a:endParaRPr>
          </a:p>
        </p:txBody>
      </p:sp>
      <p:sp>
        <p:nvSpPr>
          <p:cNvPr id="2" name="椭圆 1">
            <a:extLst>
              <a:ext uri="{FF2B5EF4-FFF2-40B4-BE49-F238E27FC236}">
                <a16:creationId xmlns:a16="http://schemas.microsoft.com/office/drawing/2014/main" id="{7B5AFE8D-8175-3E45-5B5C-E2AE9C923846}"/>
              </a:ext>
            </a:extLst>
          </p:cNvPr>
          <p:cNvSpPr/>
          <p:nvPr/>
        </p:nvSpPr>
        <p:spPr bwMode="auto">
          <a:xfrm>
            <a:off x="3958007" y="2130460"/>
            <a:ext cx="1659108" cy="1320476"/>
          </a:xfrm>
          <a:prstGeom prst="ellipse">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609600" algn="just" defTabSz="914400" rtl="0" eaLnBrk="0" fontAlgn="base" latinLnBrk="0" hangingPunct="0">
              <a:lnSpc>
                <a:spcPct val="180000"/>
              </a:lnSpc>
              <a:spcBef>
                <a:spcPct val="0"/>
              </a:spcBef>
              <a:spcAft>
                <a:spcPct val="0"/>
              </a:spcAft>
              <a:buClrTx/>
              <a:buSzTx/>
              <a:buFontTx/>
              <a:buNone/>
              <a:tabLst/>
            </a:pPr>
            <a:endParaRPr kumimoji="1" lang="zh-CN" altLang="en-US" sz="2800" b="0" i="0" u="none" strike="noStrike" cap="none" normalizeH="0" baseline="0">
              <a:ln>
                <a:noFill/>
              </a:ln>
              <a:solidFill>
                <a:schemeClr val="tx1"/>
              </a:solidFill>
              <a:effectLst/>
              <a:latin typeface="宋体" pitchFamily="2" charset="-122"/>
              <a:ea typeface="宋体" pitchFamily="2" charset="-122"/>
            </a:endParaRPr>
          </a:p>
        </p:txBody>
      </p:sp>
      <p:sp>
        <p:nvSpPr>
          <p:cNvPr id="3" name="文本框 2">
            <a:extLst>
              <a:ext uri="{FF2B5EF4-FFF2-40B4-BE49-F238E27FC236}">
                <a16:creationId xmlns:a16="http://schemas.microsoft.com/office/drawing/2014/main" id="{CFB0F197-231F-25D6-F02B-FC251B9DD2E5}"/>
              </a:ext>
            </a:extLst>
          </p:cNvPr>
          <p:cNvSpPr txBox="1"/>
          <p:nvPr/>
        </p:nvSpPr>
        <p:spPr>
          <a:xfrm>
            <a:off x="2222420" y="1219437"/>
            <a:ext cx="6647974" cy="642868"/>
          </a:xfrm>
          <a:prstGeom prst="rect">
            <a:avLst/>
          </a:prstGeom>
          <a:noFill/>
        </p:spPr>
        <p:txBody>
          <a:bodyPr wrap="none" rtlCol="0">
            <a:spAutoFit/>
          </a:bodyPr>
          <a:lstStyle/>
          <a:p>
            <a:r>
              <a:rPr lang="zh-CN" altLang="en-US" sz="2400" dirty="0">
                <a:solidFill>
                  <a:schemeClr val="bg1"/>
                </a:solidFill>
              </a:rPr>
              <a:t>核心作用：使数据作为一种可管理的资源来处理</a:t>
            </a:r>
            <a:endParaRPr kumimoji="1" lang="zh-CN" altLang="en-US" sz="24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018" name="Rectangle 2"/>
          <p:cNvSpPr>
            <a:spLocks noChangeArrowheads="1"/>
          </p:cNvSpPr>
          <p:nvPr/>
        </p:nvSpPr>
        <p:spPr bwMode="auto">
          <a:xfrm>
            <a:off x="0" y="382588"/>
            <a:ext cx="9144000" cy="4875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0000"/>
              </a:lnSpc>
              <a:spcBef>
                <a:spcPct val="50000"/>
              </a:spcBef>
            </a:pPr>
            <a:r>
              <a:rPr lang="en-US" altLang="zh-CN" sz="2400" b="1" dirty="0">
                <a:solidFill>
                  <a:srgbClr val="000099"/>
                </a:solidFill>
              </a:rPr>
              <a:t>  </a:t>
            </a:r>
            <a:r>
              <a:rPr lang="zh-CN" altLang="en-US" sz="2400" b="1" dirty="0">
                <a:solidFill>
                  <a:srgbClr val="000099"/>
                </a:solidFill>
              </a:rPr>
              <a:t>二、</a:t>
            </a:r>
            <a:r>
              <a:rPr lang="en-US" altLang="zh-CN" sz="2400" b="1" dirty="0">
                <a:solidFill>
                  <a:srgbClr val="000099"/>
                </a:solidFill>
              </a:rPr>
              <a:t>DBMS</a:t>
            </a:r>
            <a:r>
              <a:rPr lang="zh-CN" altLang="en-US" sz="2400" b="1" dirty="0">
                <a:solidFill>
                  <a:srgbClr val="000099"/>
                </a:solidFill>
                <a:latin typeface="Times New Roman" pitchFamily="18" charset="0"/>
              </a:rPr>
              <a:t>的主要功能</a:t>
            </a:r>
            <a:endParaRPr lang="zh-CN" altLang="en-US" sz="2400" b="1" dirty="0">
              <a:solidFill>
                <a:srgbClr val="000099"/>
              </a:solidFill>
            </a:endParaRPr>
          </a:p>
          <a:p>
            <a:pPr>
              <a:lnSpc>
                <a:spcPct val="120000"/>
              </a:lnSpc>
              <a:spcBef>
                <a:spcPct val="50000"/>
              </a:spcBef>
            </a:pPr>
            <a:r>
              <a:rPr lang="zh-CN" altLang="en-US" sz="2400" b="1" dirty="0">
                <a:solidFill>
                  <a:schemeClr val="bg2"/>
                </a:solidFill>
              </a:rPr>
              <a:t>  </a:t>
            </a:r>
            <a:r>
              <a:rPr lang="en-US" altLang="zh-CN" sz="2400" b="1" dirty="0">
                <a:solidFill>
                  <a:srgbClr val="660033"/>
                </a:solidFill>
              </a:rPr>
              <a:t>1</a:t>
            </a:r>
            <a:r>
              <a:rPr lang="zh-CN" altLang="en-US" sz="2400" b="1" dirty="0">
                <a:solidFill>
                  <a:srgbClr val="660033"/>
                </a:solidFill>
              </a:rPr>
              <a:t>．数据库的定义功能  </a:t>
            </a:r>
            <a:r>
              <a:rPr lang="zh-CN" altLang="en-US" sz="2400" b="1" dirty="0">
                <a:solidFill>
                  <a:schemeClr val="bg2"/>
                </a:solidFill>
              </a:rPr>
              <a:t>提供</a:t>
            </a:r>
            <a:r>
              <a:rPr lang="en-US" altLang="zh-CN" sz="2400" b="1" dirty="0">
                <a:solidFill>
                  <a:schemeClr val="bg2"/>
                </a:solidFill>
              </a:rPr>
              <a:t>DDL</a:t>
            </a:r>
            <a:endParaRPr lang="zh-CN" altLang="en-US" sz="2400" b="1" dirty="0">
              <a:solidFill>
                <a:schemeClr val="bg2"/>
              </a:solidFill>
            </a:endParaRPr>
          </a:p>
          <a:p>
            <a:pPr>
              <a:lnSpc>
                <a:spcPct val="120000"/>
              </a:lnSpc>
              <a:spcBef>
                <a:spcPct val="50000"/>
              </a:spcBef>
            </a:pPr>
            <a:r>
              <a:rPr lang="zh-CN" altLang="en-US" sz="2400" b="1" dirty="0">
                <a:solidFill>
                  <a:srgbClr val="660033"/>
                </a:solidFill>
              </a:rPr>
              <a:t>  </a:t>
            </a:r>
            <a:r>
              <a:rPr lang="en-US" altLang="zh-CN" sz="2400" b="1" dirty="0">
                <a:solidFill>
                  <a:srgbClr val="660033"/>
                </a:solidFill>
              </a:rPr>
              <a:t>2</a:t>
            </a:r>
            <a:r>
              <a:rPr lang="zh-CN" altLang="en-US" sz="2400" b="1" dirty="0">
                <a:solidFill>
                  <a:srgbClr val="660033"/>
                </a:solidFill>
              </a:rPr>
              <a:t>．数据库的操纵功能  </a:t>
            </a:r>
            <a:r>
              <a:rPr lang="zh-CN" altLang="en-US" sz="2400" b="1" dirty="0">
                <a:solidFill>
                  <a:schemeClr val="bg2"/>
                </a:solidFill>
              </a:rPr>
              <a:t>提供</a:t>
            </a:r>
            <a:r>
              <a:rPr lang="en-US" altLang="zh-CN" sz="2400" b="1" dirty="0">
                <a:solidFill>
                  <a:schemeClr val="bg2"/>
                </a:solidFill>
              </a:rPr>
              <a:t>DML</a:t>
            </a:r>
            <a:r>
              <a:rPr lang="zh-CN" altLang="en-US" sz="2400" b="1" dirty="0">
                <a:solidFill>
                  <a:schemeClr val="bg2"/>
                </a:solidFill>
              </a:rPr>
              <a:t>实现检索和更新</a:t>
            </a:r>
          </a:p>
          <a:p>
            <a:pPr>
              <a:lnSpc>
                <a:spcPct val="120000"/>
              </a:lnSpc>
              <a:spcBef>
                <a:spcPct val="50000"/>
              </a:spcBef>
            </a:pPr>
            <a:r>
              <a:rPr lang="zh-CN" altLang="en-US" sz="2400" b="1" dirty="0">
                <a:solidFill>
                  <a:srgbClr val="660033"/>
                </a:solidFill>
              </a:rPr>
              <a:t>  </a:t>
            </a:r>
            <a:r>
              <a:rPr lang="en-US" altLang="zh-CN" sz="2400" b="1" dirty="0">
                <a:solidFill>
                  <a:srgbClr val="660033"/>
                </a:solidFill>
              </a:rPr>
              <a:t>3</a:t>
            </a:r>
            <a:r>
              <a:rPr lang="zh-CN" altLang="en-US" sz="2400" b="1" dirty="0">
                <a:solidFill>
                  <a:srgbClr val="660033"/>
                </a:solidFill>
              </a:rPr>
              <a:t>．数据库的保护功能</a:t>
            </a:r>
          </a:p>
          <a:p>
            <a:pPr>
              <a:lnSpc>
                <a:spcPct val="120000"/>
              </a:lnSpc>
              <a:spcBef>
                <a:spcPct val="50000"/>
              </a:spcBef>
            </a:pPr>
            <a:endParaRPr lang="zh-CN" altLang="en-US" sz="2400" b="1" dirty="0">
              <a:solidFill>
                <a:srgbClr val="660033"/>
              </a:solidFill>
            </a:endParaRPr>
          </a:p>
          <a:p>
            <a:pPr>
              <a:lnSpc>
                <a:spcPct val="120000"/>
              </a:lnSpc>
              <a:spcBef>
                <a:spcPct val="50000"/>
              </a:spcBef>
            </a:pPr>
            <a:endParaRPr lang="zh-CN" altLang="en-US" sz="2400" b="1" dirty="0">
              <a:solidFill>
                <a:srgbClr val="660033"/>
              </a:solidFill>
            </a:endParaRPr>
          </a:p>
          <a:p>
            <a:pPr>
              <a:lnSpc>
                <a:spcPct val="120000"/>
              </a:lnSpc>
              <a:spcBef>
                <a:spcPct val="50000"/>
              </a:spcBef>
            </a:pPr>
            <a:endParaRPr lang="zh-CN" altLang="en-US" sz="2400" b="1" dirty="0">
              <a:solidFill>
                <a:srgbClr val="660033"/>
              </a:solidFill>
            </a:endParaRPr>
          </a:p>
          <a:p>
            <a:pPr>
              <a:lnSpc>
                <a:spcPct val="120000"/>
              </a:lnSpc>
              <a:spcBef>
                <a:spcPct val="50000"/>
              </a:spcBef>
            </a:pPr>
            <a:r>
              <a:rPr lang="zh-CN" altLang="en-US" sz="2400" b="1" dirty="0">
                <a:solidFill>
                  <a:srgbClr val="660033"/>
                </a:solidFill>
              </a:rPr>
              <a:t>  </a:t>
            </a:r>
            <a:r>
              <a:rPr lang="en-US" altLang="zh-CN" sz="2400" b="1" dirty="0">
                <a:solidFill>
                  <a:srgbClr val="660033"/>
                </a:solidFill>
              </a:rPr>
              <a:t>4</a:t>
            </a:r>
            <a:r>
              <a:rPr lang="zh-CN" altLang="en-US" sz="2400" b="1" dirty="0">
                <a:solidFill>
                  <a:srgbClr val="660033"/>
                </a:solidFill>
              </a:rPr>
              <a:t>．数据库的维护功能</a:t>
            </a:r>
          </a:p>
        </p:txBody>
      </p:sp>
      <p:sp>
        <p:nvSpPr>
          <p:cNvPr id="598019" name="Rectangle 3"/>
          <p:cNvSpPr>
            <a:spLocks noChangeArrowheads="1"/>
          </p:cNvSpPr>
          <p:nvPr/>
        </p:nvSpPr>
        <p:spPr bwMode="auto">
          <a:xfrm>
            <a:off x="685800" y="2205038"/>
            <a:ext cx="8458200" cy="2355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30000"/>
              </a:lnSpc>
              <a:spcBef>
                <a:spcPct val="50000"/>
              </a:spcBef>
            </a:pPr>
            <a:r>
              <a:rPr lang="en-US" altLang="zh-CN" sz="2400" b="1">
                <a:solidFill>
                  <a:schemeClr val="bg2"/>
                </a:solidFill>
                <a:latin typeface="Times New Roman" pitchFamily="18" charset="0"/>
              </a:rPr>
              <a:t>                                      </a:t>
            </a:r>
            <a:r>
              <a:rPr lang="zh-CN" altLang="en-US" sz="2400" b="1">
                <a:solidFill>
                  <a:schemeClr val="bg2"/>
                </a:solidFill>
                <a:latin typeface="Times New Roman" pitchFamily="18" charset="0"/>
              </a:rPr>
              <a:t>数据库的恢复</a:t>
            </a:r>
            <a:r>
              <a:rPr lang="en-US" altLang="zh-CN" sz="2400" b="1">
                <a:solidFill>
                  <a:schemeClr val="bg2"/>
                </a:solidFill>
                <a:latin typeface="Times New Roman" pitchFamily="18" charset="0"/>
              </a:rPr>
              <a:t>;</a:t>
            </a:r>
            <a:r>
              <a:rPr lang="en-US" altLang="zh-CN" sz="2400" b="1">
                <a:solidFill>
                  <a:schemeClr val="bg2"/>
                </a:solidFill>
                <a:latin typeface="Times New Roman" pitchFamily="18" charset="0"/>
                <a:cs typeface="Times New Roman" pitchFamily="18" charset="0"/>
              </a:rPr>
              <a:t>  </a:t>
            </a:r>
            <a:r>
              <a:rPr lang="zh-CN" altLang="en-US" sz="2400" b="1">
                <a:solidFill>
                  <a:schemeClr val="bg2"/>
                </a:solidFill>
                <a:latin typeface="Times New Roman" pitchFamily="18" charset="0"/>
              </a:rPr>
              <a:t>数据库的并发控制</a:t>
            </a:r>
            <a:r>
              <a:rPr lang="en-US" altLang="zh-CN" sz="2400" b="1">
                <a:solidFill>
                  <a:schemeClr val="bg2"/>
                </a:solidFill>
                <a:latin typeface="Times New Roman" pitchFamily="18" charset="0"/>
              </a:rPr>
              <a:t>;</a:t>
            </a:r>
            <a:endParaRPr lang="en-US" altLang="zh-CN" sz="2400" b="1">
              <a:solidFill>
                <a:schemeClr val="bg2"/>
              </a:solidFill>
            </a:endParaRPr>
          </a:p>
          <a:p>
            <a:pPr>
              <a:lnSpc>
                <a:spcPct val="130000"/>
              </a:lnSpc>
              <a:spcBef>
                <a:spcPct val="50000"/>
              </a:spcBef>
            </a:pPr>
            <a:r>
              <a:rPr lang="en-US" altLang="zh-CN" sz="2400" b="1">
                <a:solidFill>
                  <a:schemeClr val="bg2"/>
                </a:solidFill>
                <a:latin typeface="Times New Roman" pitchFamily="18" charset="0"/>
              </a:rPr>
              <a:t>                                      </a:t>
            </a:r>
            <a:r>
              <a:rPr lang="zh-CN" altLang="en-US" sz="2400" b="1">
                <a:solidFill>
                  <a:schemeClr val="bg2"/>
                </a:solidFill>
                <a:latin typeface="Times New Roman" pitchFamily="18" charset="0"/>
              </a:rPr>
              <a:t>数据完整性控制</a:t>
            </a:r>
            <a:r>
              <a:rPr lang="en-US" altLang="zh-CN" sz="2400" b="1">
                <a:solidFill>
                  <a:schemeClr val="bg2"/>
                </a:solidFill>
                <a:latin typeface="Times New Roman" pitchFamily="18" charset="0"/>
              </a:rPr>
              <a:t>;</a:t>
            </a:r>
            <a:r>
              <a:rPr lang="en-US" altLang="zh-CN" sz="2400" b="1">
                <a:solidFill>
                  <a:schemeClr val="bg2"/>
                </a:solidFill>
                <a:latin typeface="Times New Roman" pitchFamily="18" charset="0"/>
                <a:cs typeface="Times New Roman" pitchFamily="18" charset="0"/>
              </a:rPr>
              <a:t>  </a:t>
            </a:r>
            <a:r>
              <a:rPr lang="zh-CN" altLang="en-US" sz="2400" b="1">
                <a:solidFill>
                  <a:schemeClr val="bg2"/>
                </a:solidFill>
                <a:latin typeface="Times New Roman" pitchFamily="18" charset="0"/>
              </a:rPr>
              <a:t>数据安全性控制</a:t>
            </a:r>
            <a:r>
              <a:rPr lang="en-US" altLang="zh-CN" sz="2400" b="1">
                <a:solidFill>
                  <a:schemeClr val="bg2"/>
                </a:solidFill>
                <a:latin typeface="Times New Roman" pitchFamily="18" charset="0"/>
              </a:rPr>
              <a:t>;</a:t>
            </a:r>
            <a:endParaRPr lang="en-US" altLang="zh-CN" sz="2400" b="1">
              <a:solidFill>
                <a:schemeClr val="bg2"/>
              </a:solidFill>
            </a:endParaRPr>
          </a:p>
          <a:p>
            <a:pPr>
              <a:lnSpc>
                <a:spcPct val="130000"/>
              </a:lnSpc>
              <a:spcBef>
                <a:spcPct val="50000"/>
              </a:spcBef>
            </a:pPr>
            <a:r>
              <a:rPr lang="en-US" altLang="zh-CN" sz="2400" b="1">
                <a:solidFill>
                  <a:schemeClr val="bg2"/>
                </a:solidFill>
              </a:rPr>
              <a:t>    DBMS</a:t>
            </a:r>
            <a:r>
              <a:rPr lang="zh-CN" altLang="en-US" sz="2400" b="1">
                <a:solidFill>
                  <a:schemeClr val="bg2"/>
                </a:solidFill>
                <a:latin typeface="Times New Roman" pitchFamily="18" charset="0"/>
              </a:rPr>
              <a:t>的其他保护功能还有系统缓冲区的管理以及数据存储的某些自适应调节机制等。</a:t>
            </a:r>
          </a:p>
        </p:txBody>
      </p:sp>
      <p:sp>
        <p:nvSpPr>
          <p:cNvPr id="598020" name="Rectangle 4"/>
          <p:cNvSpPr>
            <a:spLocks noChangeArrowheads="1"/>
          </p:cNvSpPr>
          <p:nvPr/>
        </p:nvSpPr>
        <p:spPr bwMode="auto">
          <a:xfrm>
            <a:off x="3563938" y="4652963"/>
            <a:ext cx="5943600" cy="2100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spcBef>
                <a:spcPct val="50000"/>
              </a:spcBef>
            </a:pPr>
            <a:r>
              <a:rPr lang="zh-CN" altLang="en-US" sz="2400" b="1" dirty="0">
                <a:solidFill>
                  <a:schemeClr val="bg2"/>
                </a:solidFill>
                <a:latin typeface="Times New Roman" pitchFamily="18" charset="0"/>
              </a:rPr>
              <a:t>包括数据库的数据载入、转换、转储，</a:t>
            </a:r>
          </a:p>
          <a:p>
            <a:pPr>
              <a:lnSpc>
                <a:spcPct val="150000"/>
              </a:lnSpc>
              <a:spcBef>
                <a:spcPct val="50000"/>
              </a:spcBef>
            </a:pPr>
            <a:r>
              <a:rPr lang="zh-CN" altLang="en-US" sz="2400" b="1" dirty="0">
                <a:solidFill>
                  <a:schemeClr val="bg2"/>
                </a:solidFill>
                <a:latin typeface="Times New Roman" pitchFamily="18" charset="0"/>
              </a:rPr>
              <a:t> 数据库的改组以及性能监控等功能。</a:t>
            </a:r>
            <a:endParaRPr lang="zh-CN" altLang="en-US" sz="2400" b="1" dirty="0">
              <a:solidFill>
                <a:schemeClr val="bg2"/>
              </a:solidFill>
            </a:endParaRPr>
          </a:p>
          <a:p>
            <a:pPr>
              <a:lnSpc>
                <a:spcPct val="150000"/>
              </a:lnSpc>
              <a:spcBef>
                <a:spcPct val="50000"/>
              </a:spcBef>
            </a:pPr>
            <a:endParaRPr lang="en-US" altLang="zh-CN" sz="2400" b="1" dirty="0">
              <a:solidFill>
                <a:schemeClr val="bg2"/>
              </a:solidFill>
            </a:endParaRPr>
          </a:p>
        </p:txBody>
      </p:sp>
      <p:pic>
        <p:nvPicPr>
          <p:cNvPr id="5" name="图片 4">
            <a:extLst>
              <a:ext uri="{FF2B5EF4-FFF2-40B4-BE49-F238E27FC236}">
                <a16:creationId xmlns:a16="http://schemas.microsoft.com/office/drawing/2014/main" id="{A62E5426-BF1B-B24D-95EE-95B199101510}"/>
              </a:ext>
            </a:extLst>
          </p:cNvPr>
          <p:cNvPicPr>
            <a:picLocks noChangeAspect="1"/>
          </p:cNvPicPr>
          <p:nvPr/>
        </p:nvPicPr>
        <p:blipFill rotWithShape="1">
          <a:blip r:embed="rId2"/>
          <a:srcRect l="676" t="20973" r="54062" b="13716"/>
          <a:stretch/>
        </p:blipFill>
        <p:spPr>
          <a:xfrm>
            <a:off x="251520" y="382588"/>
            <a:ext cx="577970" cy="550431"/>
          </a:xfrm>
          <a:prstGeom prst="rect">
            <a:avLst/>
          </a:prstGeom>
        </p:spPr>
      </p:pic>
      <p:sp>
        <p:nvSpPr>
          <p:cNvPr id="7" name="文本框 6">
            <a:extLst>
              <a:ext uri="{FF2B5EF4-FFF2-40B4-BE49-F238E27FC236}">
                <a16:creationId xmlns:a16="http://schemas.microsoft.com/office/drawing/2014/main" id="{BFBBB3C4-790D-9642-B497-785E8C6C92DF}"/>
              </a:ext>
            </a:extLst>
          </p:cNvPr>
          <p:cNvSpPr txBox="1"/>
          <p:nvPr/>
        </p:nvSpPr>
        <p:spPr>
          <a:xfrm>
            <a:off x="284236" y="5820236"/>
            <a:ext cx="4809280" cy="642868"/>
          </a:xfrm>
          <a:prstGeom prst="rect">
            <a:avLst/>
          </a:prstGeom>
          <a:noFill/>
        </p:spPr>
        <p:txBody>
          <a:bodyPr wrap="square">
            <a:spAutoFit/>
          </a:bodyPr>
          <a:lstStyle/>
          <a:p>
            <a:r>
              <a:rPr lang="en-US" altLang="zh-CN" sz="2400" b="1" dirty="0">
                <a:solidFill>
                  <a:srgbClr val="660033"/>
                </a:solidFill>
              </a:rPr>
              <a:t>5</a:t>
            </a:r>
            <a:r>
              <a:rPr lang="zh-CN" altLang="en-US" sz="2400" b="1" dirty="0">
                <a:solidFill>
                  <a:srgbClr val="660033"/>
                </a:solidFill>
              </a:rPr>
              <a:t>．数据字典</a:t>
            </a:r>
            <a:endParaRPr lang="zh-CN" altLang="en-US" sz="2400" dirty="0"/>
          </a:p>
        </p:txBody>
      </p:sp>
      <p:sp>
        <p:nvSpPr>
          <p:cNvPr id="9" name="Rectangle 4">
            <a:extLst>
              <a:ext uri="{FF2B5EF4-FFF2-40B4-BE49-F238E27FC236}">
                <a16:creationId xmlns:a16="http://schemas.microsoft.com/office/drawing/2014/main" id="{FBC9F8F9-6C20-3341-B557-2AB2451E62AF}"/>
              </a:ext>
            </a:extLst>
          </p:cNvPr>
          <p:cNvSpPr>
            <a:spLocks noChangeArrowheads="1"/>
          </p:cNvSpPr>
          <p:nvPr/>
        </p:nvSpPr>
        <p:spPr bwMode="auto">
          <a:xfrm>
            <a:off x="2379044" y="5932076"/>
            <a:ext cx="6480720"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nSpc>
                <a:spcPct val="100000"/>
              </a:lnSpc>
              <a:spcBef>
                <a:spcPts val="0"/>
              </a:spcBef>
            </a:pPr>
            <a:r>
              <a:rPr lang="en-US" altLang="zh-CN" sz="2400" b="1" dirty="0">
                <a:solidFill>
                  <a:srgbClr val="660033"/>
                </a:solidFill>
              </a:rPr>
              <a:t>(DD, Data Dictionary)</a:t>
            </a:r>
          </a:p>
          <a:p>
            <a:pPr>
              <a:lnSpc>
                <a:spcPct val="100000"/>
              </a:lnSpc>
              <a:spcBef>
                <a:spcPts val="0"/>
              </a:spcBef>
            </a:pPr>
            <a:r>
              <a:rPr lang="zh-CN" altLang="en-US" sz="2400" b="1" dirty="0">
                <a:solidFill>
                  <a:schemeClr val="bg2"/>
                </a:solidFill>
                <a:latin typeface="Times New Roman" pitchFamily="18" charset="0"/>
              </a:rPr>
              <a:t>数据库系统中存放三级结构定义的数据库。</a:t>
            </a:r>
            <a:endParaRPr lang="en-US" altLang="zh-CN" sz="2400" b="1" dirty="0">
              <a:solidFill>
                <a:schemeClr val="bg2"/>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98019"/>
                                        </p:tgtEl>
                                        <p:attrNameLst>
                                          <p:attrName>style.visibility</p:attrName>
                                        </p:attrNameLst>
                                      </p:cBhvr>
                                      <p:to>
                                        <p:strVal val="visible"/>
                                      </p:to>
                                    </p:set>
                                    <p:animEffect transition="in" filter="blinds(horizontal)">
                                      <p:cBhvr>
                                        <p:cTn id="7" dur="500"/>
                                        <p:tgtEl>
                                          <p:spTgt spid="5980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98020"/>
                                        </p:tgtEl>
                                        <p:attrNameLst>
                                          <p:attrName>style.visibility</p:attrName>
                                        </p:attrNameLst>
                                      </p:cBhvr>
                                      <p:to>
                                        <p:strVal val="visible"/>
                                      </p:to>
                                    </p:set>
                                    <p:animEffect transition="in" filter="blinds(horizontal)">
                                      <p:cBhvr>
                                        <p:cTn id="12" dur="500"/>
                                        <p:tgtEl>
                                          <p:spTgt spid="59802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8019" grpId="0" autoUpdateAnimBg="0"/>
      <p:bldP spid="598020" grpId="0" autoUpdateAnimBg="0"/>
      <p:bldP spid="9"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042" name="Rectangle 2"/>
          <p:cNvSpPr>
            <a:spLocks noChangeArrowheads="1"/>
          </p:cNvSpPr>
          <p:nvPr/>
        </p:nvSpPr>
        <p:spPr bwMode="auto">
          <a:xfrm>
            <a:off x="0" y="0"/>
            <a:ext cx="9144000" cy="70138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400" b="1" dirty="0">
                <a:solidFill>
                  <a:srgbClr val="000099"/>
                </a:solidFill>
              </a:rPr>
              <a:t>  </a:t>
            </a:r>
            <a:r>
              <a:rPr lang="zh-CN" altLang="en-US" sz="2400" b="1" dirty="0">
                <a:solidFill>
                  <a:srgbClr val="000099"/>
                </a:solidFill>
              </a:rPr>
              <a:t>三、</a:t>
            </a:r>
            <a:r>
              <a:rPr lang="en-US" altLang="zh-CN" sz="2400" b="1" dirty="0">
                <a:solidFill>
                  <a:srgbClr val="000099"/>
                </a:solidFill>
              </a:rPr>
              <a:t>DBMS</a:t>
            </a:r>
            <a:r>
              <a:rPr lang="zh-CN" altLang="en-US" sz="2400" b="1" dirty="0">
                <a:solidFill>
                  <a:srgbClr val="000099"/>
                </a:solidFill>
                <a:latin typeface="Times New Roman" pitchFamily="18" charset="0"/>
              </a:rPr>
              <a:t>的模块组成</a:t>
            </a:r>
            <a:endParaRPr lang="zh-CN" altLang="en-US" sz="2400" b="1" dirty="0">
              <a:solidFill>
                <a:srgbClr val="000099"/>
              </a:solidFill>
            </a:endParaRPr>
          </a:p>
          <a:p>
            <a:pPr>
              <a:spcBef>
                <a:spcPct val="50000"/>
              </a:spcBef>
            </a:pPr>
            <a:r>
              <a:rPr lang="zh-CN" altLang="en-US" sz="2400" b="1" dirty="0">
                <a:solidFill>
                  <a:schemeClr val="bg2"/>
                </a:solidFill>
                <a:latin typeface="Times New Roman" pitchFamily="18" charset="0"/>
              </a:rPr>
              <a:t>       从模块结构来观察，</a:t>
            </a:r>
            <a:r>
              <a:rPr lang="en-US" altLang="zh-CN" sz="2400" b="1" dirty="0">
                <a:solidFill>
                  <a:schemeClr val="bg2"/>
                </a:solidFill>
              </a:rPr>
              <a:t>DBMS</a:t>
            </a:r>
            <a:r>
              <a:rPr lang="zh-CN" altLang="en-US" sz="2400" b="1" dirty="0">
                <a:solidFill>
                  <a:schemeClr val="bg2"/>
                </a:solidFill>
                <a:latin typeface="Times New Roman" pitchFamily="18" charset="0"/>
              </a:rPr>
              <a:t>由两大部分组成：</a:t>
            </a:r>
          </a:p>
          <a:p>
            <a:pPr>
              <a:spcBef>
                <a:spcPct val="50000"/>
              </a:spcBef>
            </a:pPr>
            <a:r>
              <a:rPr lang="zh-CN" altLang="en-US" sz="2400" b="1" dirty="0">
                <a:solidFill>
                  <a:schemeClr val="bg2"/>
                </a:solidFill>
                <a:latin typeface="Times New Roman" pitchFamily="18" charset="0"/>
              </a:rPr>
              <a:t>                                   </a:t>
            </a:r>
            <a:r>
              <a:rPr lang="zh-CN" altLang="en-US" sz="2400" b="1" dirty="0">
                <a:solidFill>
                  <a:srgbClr val="660033"/>
                </a:solidFill>
                <a:latin typeface="Times New Roman" pitchFamily="18" charset="0"/>
              </a:rPr>
              <a:t>查询处理器和存储管理器。</a:t>
            </a:r>
            <a:endParaRPr lang="zh-CN" altLang="en-US" sz="2400" b="1" dirty="0">
              <a:solidFill>
                <a:srgbClr val="660033"/>
              </a:solidFill>
            </a:endParaRPr>
          </a:p>
          <a:p>
            <a:pPr>
              <a:spcBef>
                <a:spcPct val="50000"/>
              </a:spcBef>
            </a:pPr>
            <a:r>
              <a:rPr lang="zh-CN" altLang="en-US" sz="2400" b="1" dirty="0">
                <a:solidFill>
                  <a:schemeClr val="bg2"/>
                </a:solidFill>
                <a:latin typeface="Times New Roman" pitchFamily="18" charset="0"/>
              </a:rPr>
              <a:t>（</a:t>
            </a:r>
            <a:r>
              <a:rPr lang="en-US" altLang="zh-CN" sz="2400" b="1" dirty="0">
                <a:solidFill>
                  <a:schemeClr val="bg2"/>
                </a:solidFill>
              </a:rPr>
              <a:t>1</a:t>
            </a:r>
            <a:r>
              <a:rPr lang="zh-CN" altLang="en-US" sz="2400" b="1" dirty="0">
                <a:solidFill>
                  <a:schemeClr val="bg2"/>
                </a:solidFill>
                <a:latin typeface="Times New Roman" pitchFamily="18" charset="0"/>
              </a:rPr>
              <a:t>）</a:t>
            </a:r>
            <a:r>
              <a:rPr lang="zh-CN" altLang="en-US" sz="2400" b="1" dirty="0">
                <a:solidFill>
                  <a:srgbClr val="000099"/>
                </a:solidFill>
                <a:latin typeface="Times New Roman" pitchFamily="18" charset="0"/>
              </a:rPr>
              <a:t>查询处理器有四个主要成分：</a:t>
            </a:r>
            <a:endParaRPr lang="en-US" altLang="zh-CN" sz="2400" b="1" dirty="0">
              <a:solidFill>
                <a:srgbClr val="000099"/>
              </a:solidFill>
              <a:latin typeface="Times New Roman" pitchFamily="18" charset="0"/>
            </a:endParaRPr>
          </a:p>
          <a:p>
            <a:pPr>
              <a:spcBef>
                <a:spcPct val="50000"/>
              </a:spcBef>
            </a:pPr>
            <a:r>
              <a:rPr lang="zh-CN" altLang="en-US" sz="2000" b="1" dirty="0">
                <a:solidFill>
                  <a:schemeClr val="bg2"/>
                </a:solidFill>
              </a:rPr>
              <a:t>      </a:t>
            </a:r>
            <a:r>
              <a:rPr lang="en-US" altLang="zh-CN" sz="2000" b="1" dirty="0">
                <a:solidFill>
                  <a:schemeClr val="bg2"/>
                </a:solidFill>
              </a:rPr>
              <a:t>DDL</a:t>
            </a:r>
            <a:r>
              <a:rPr lang="zh-CN" altLang="en-US" sz="2000" b="1" dirty="0">
                <a:solidFill>
                  <a:schemeClr val="bg2"/>
                </a:solidFill>
                <a:latin typeface="Times New Roman" pitchFamily="18" charset="0"/>
              </a:rPr>
              <a:t>编译器，</a:t>
            </a:r>
            <a:r>
              <a:rPr lang="en-US" altLang="zh-CN" sz="2000" b="1" dirty="0">
                <a:solidFill>
                  <a:schemeClr val="bg2"/>
                </a:solidFill>
              </a:rPr>
              <a:t>DML</a:t>
            </a:r>
            <a:r>
              <a:rPr lang="zh-CN" altLang="en-US" sz="2000" b="1" dirty="0">
                <a:solidFill>
                  <a:schemeClr val="bg2"/>
                </a:solidFill>
                <a:latin typeface="Times New Roman" pitchFamily="18" charset="0"/>
              </a:rPr>
              <a:t>编译器，嵌入式</a:t>
            </a:r>
            <a:r>
              <a:rPr lang="en-US" altLang="zh-CN" sz="2000" b="1" dirty="0">
                <a:solidFill>
                  <a:schemeClr val="bg2"/>
                </a:solidFill>
              </a:rPr>
              <a:t>DML</a:t>
            </a:r>
            <a:r>
              <a:rPr lang="zh-CN" altLang="en-US" sz="2000" b="1" dirty="0">
                <a:solidFill>
                  <a:schemeClr val="bg2"/>
                </a:solidFill>
                <a:latin typeface="Times New Roman" pitchFamily="18" charset="0"/>
              </a:rPr>
              <a:t>的预编译器及查询运行核心程序。</a:t>
            </a:r>
            <a:endParaRPr lang="zh-CN" altLang="en-US" sz="2000" b="1" dirty="0">
              <a:solidFill>
                <a:schemeClr val="bg2"/>
              </a:solidFill>
            </a:endParaRPr>
          </a:p>
          <a:p>
            <a:pPr>
              <a:spcBef>
                <a:spcPct val="50000"/>
              </a:spcBef>
            </a:pPr>
            <a:r>
              <a:rPr lang="zh-CN" altLang="en-US" sz="2400" b="1" dirty="0">
                <a:solidFill>
                  <a:schemeClr val="bg2"/>
                </a:solidFill>
                <a:latin typeface="Times New Roman" pitchFamily="18" charset="0"/>
              </a:rPr>
              <a:t>（</a:t>
            </a:r>
            <a:r>
              <a:rPr lang="en-US" altLang="zh-CN" sz="2400" b="1" dirty="0">
                <a:solidFill>
                  <a:schemeClr val="bg2"/>
                </a:solidFill>
              </a:rPr>
              <a:t>2</a:t>
            </a:r>
            <a:r>
              <a:rPr lang="zh-CN" altLang="en-US" sz="2400" b="1" dirty="0">
                <a:solidFill>
                  <a:schemeClr val="bg2"/>
                </a:solidFill>
                <a:latin typeface="Times New Roman" pitchFamily="18" charset="0"/>
              </a:rPr>
              <a:t>）</a:t>
            </a:r>
            <a:r>
              <a:rPr lang="zh-CN" altLang="en-US" sz="2400" b="1" dirty="0">
                <a:solidFill>
                  <a:srgbClr val="000099"/>
                </a:solidFill>
                <a:latin typeface="Times New Roman" pitchFamily="18" charset="0"/>
              </a:rPr>
              <a:t>存储管理器有四个主要成分：</a:t>
            </a:r>
            <a:endParaRPr lang="en-US" altLang="zh-CN" sz="2400" b="1" dirty="0">
              <a:solidFill>
                <a:srgbClr val="000099"/>
              </a:solidFill>
              <a:latin typeface="Times New Roman" pitchFamily="18" charset="0"/>
            </a:endParaRPr>
          </a:p>
          <a:p>
            <a:pPr>
              <a:spcBef>
                <a:spcPct val="50000"/>
              </a:spcBef>
            </a:pPr>
            <a:r>
              <a:rPr lang="zh-CN" altLang="en-US" sz="2000" b="1" dirty="0">
                <a:solidFill>
                  <a:schemeClr val="bg2"/>
                </a:solidFill>
                <a:latin typeface="Times New Roman" pitchFamily="18" charset="0"/>
              </a:rPr>
              <a:t>            权限和完整性管理器，事务管理器，文件管理器及缓冲区管理器。</a:t>
            </a:r>
          </a:p>
          <a:p>
            <a:pPr>
              <a:spcBef>
                <a:spcPct val="50000"/>
              </a:spcBef>
            </a:pPr>
            <a:endParaRPr lang="zh-CN" altLang="en-US" sz="2000" b="1" dirty="0">
              <a:solidFill>
                <a:schemeClr val="bg2"/>
              </a:solidFill>
            </a:endParaRPr>
          </a:p>
          <a:p>
            <a:pPr>
              <a:spcBef>
                <a:spcPct val="50000"/>
              </a:spcBef>
            </a:pPr>
            <a:endParaRPr lang="en-US" altLang="zh-CN" sz="2400" b="1" dirty="0">
              <a:solidFill>
                <a:schemeClr val="bg2"/>
              </a:solidFill>
            </a:endParaRPr>
          </a:p>
        </p:txBody>
      </p:sp>
      <p:pic>
        <p:nvPicPr>
          <p:cNvPr id="3" name="图片 2">
            <a:extLst>
              <a:ext uri="{FF2B5EF4-FFF2-40B4-BE49-F238E27FC236}">
                <a16:creationId xmlns:a16="http://schemas.microsoft.com/office/drawing/2014/main" id="{7E7167C9-EAE1-FF44-861C-6FFFDBD8A96D}"/>
              </a:ext>
            </a:extLst>
          </p:cNvPr>
          <p:cNvPicPr>
            <a:picLocks noChangeAspect="1"/>
          </p:cNvPicPr>
          <p:nvPr/>
        </p:nvPicPr>
        <p:blipFill rotWithShape="1">
          <a:blip r:embed="rId2"/>
          <a:srcRect l="676" t="20973" r="54062" b="13716"/>
          <a:stretch/>
        </p:blipFill>
        <p:spPr>
          <a:xfrm>
            <a:off x="323528" y="188640"/>
            <a:ext cx="577970" cy="55043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7" name="Text Box 3"/>
          <p:cNvSpPr txBox="1">
            <a:spLocks noChangeArrowheads="1"/>
          </p:cNvSpPr>
          <p:nvPr/>
        </p:nvSpPr>
        <p:spPr bwMode="auto">
          <a:xfrm>
            <a:off x="467544" y="836613"/>
            <a:ext cx="8208963" cy="5456237"/>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eaVert" tIns="36000" bIns="0"/>
          <a:lstStyle/>
          <a:p>
            <a:pPr>
              <a:lnSpc>
                <a:spcPct val="100000"/>
              </a:lnSpc>
            </a:pPr>
            <a:r>
              <a:rPr kumimoji="0" lang="en-US" altLang="zh-CN" sz="2000" b="1">
                <a:solidFill>
                  <a:schemeClr val="bg2"/>
                </a:solidFill>
                <a:latin typeface="Times New Roman" pitchFamily="18" charset="0"/>
              </a:rPr>
              <a:t>             </a:t>
            </a:r>
            <a:r>
              <a:rPr kumimoji="0" lang="zh-CN" altLang="en-US" sz="2000" b="1">
                <a:solidFill>
                  <a:schemeClr val="bg2"/>
                </a:solidFill>
                <a:latin typeface="Times New Roman" pitchFamily="18" charset="0"/>
              </a:rPr>
              <a:t>查询处理器                 存储管理器</a:t>
            </a:r>
          </a:p>
        </p:txBody>
      </p:sp>
      <p:sp>
        <p:nvSpPr>
          <p:cNvPr id="600068" name="Rectangle 4"/>
          <p:cNvSpPr>
            <a:spLocks noChangeArrowheads="1"/>
          </p:cNvSpPr>
          <p:nvPr/>
        </p:nvSpPr>
        <p:spPr bwMode="auto">
          <a:xfrm>
            <a:off x="685032" y="981075"/>
            <a:ext cx="7296150" cy="2365375"/>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72000" bIns="0"/>
          <a:lstStyle/>
          <a:p>
            <a:endParaRPr lang="zh-CN" altLang="en-US"/>
          </a:p>
        </p:txBody>
      </p:sp>
      <p:sp>
        <p:nvSpPr>
          <p:cNvPr id="600069" name="Rectangle 5"/>
          <p:cNvSpPr>
            <a:spLocks noChangeArrowheads="1"/>
          </p:cNvSpPr>
          <p:nvPr/>
        </p:nvSpPr>
        <p:spPr bwMode="auto">
          <a:xfrm>
            <a:off x="685032" y="3429000"/>
            <a:ext cx="7296150" cy="2573338"/>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72000" bIns="0"/>
          <a:lstStyle/>
          <a:p>
            <a:endParaRPr lang="zh-CN" altLang="en-US"/>
          </a:p>
        </p:txBody>
      </p:sp>
      <p:sp>
        <p:nvSpPr>
          <p:cNvPr id="600070" name="Rectangle 6"/>
          <p:cNvSpPr>
            <a:spLocks noChangeArrowheads="1"/>
          </p:cNvSpPr>
          <p:nvPr/>
        </p:nvSpPr>
        <p:spPr bwMode="auto">
          <a:xfrm>
            <a:off x="775519" y="1722439"/>
            <a:ext cx="1139825" cy="909637"/>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72000" rIns="0" bIns="0"/>
          <a:lstStyle/>
          <a:p>
            <a:pPr algn="ctr">
              <a:lnSpc>
                <a:spcPct val="100000"/>
              </a:lnSpc>
            </a:pPr>
            <a:r>
              <a:rPr kumimoji="0" lang="zh-CN" altLang="en-US" sz="2000" b="1" dirty="0">
                <a:solidFill>
                  <a:schemeClr val="bg2"/>
                </a:solidFill>
                <a:latin typeface="Times New Roman" pitchFamily="18" charset="0"/>
              </a:rPr>
              <a:t>应用程序</a:t>
            </a:r>
          </a:p>
          <a:p>
            <a:pPr algn="ctr">
              <a:lnSpc>
                <a:spcPct val="100000"/>
              </a:lnSpc>
            </a:pPr>
            <a:r>
              <a:rPr kumimoji="0" lang="zh-CN" altLang="en-US" sz="2000" b="1" dirty="0">
                <a:solidFill>
                  <a:schemeClr val="bg2"/>
                </a:solidFill>
                <a:latin typeface="Times New Roman" pitchFamily="18" charset="0"/>
              </a:rPr>
              <a:t>目标码</a:t>
            </a:r>
          </a:p>
        </p:txBody>
      </p:sp>
      <p:sp>
        <p:nvSpPr>
          <p:cNvPr id="600071" name="Rectangle 7"/>
          <p:cNvSpPr>
            <a:spLocks noChangeArrowheads="1"/>
          </p:cNvSpPr>
          <p:nvPr/>
        </p:nvSpPr>
        <p:spPr bwMode="auto">
          <a:xfrm>
            <a:off x="2496369" y="1155700"/>
            <a:ext cx="1368425" cy="909638"/>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72000" rIns="0" bIns="0"/>
          <a:lstStyle/>
          <a:p>
            <a:pPr algn="ctr">
              <a:lnSpc>
                <a:spcPct val="100000"/>
              </a:lnSpc>
            </a:pPr>
            <a:r>
              <a:rPr kumimoji="0" lang="zh-CN" altLang="en-US" sz="1800" b="1">
                <a:solidFill>
                  <a:schemeClr val="bg2"/>
                </a:solidFill>
                <a:latin typeface="Times New Roman" pitchFamily="18" charset="0"/>
              </a:rPr>
              <a:t>嵌入型</a:t>
            </a:r>
            <a:r>
              <a:rPr kumimoji="0" lang="en-US" altLang="zh-CN" sz="1800" b="1">
                <a:solidFill>
                  <a:schemeClr val="bg2"/>
                </a:solidFill>
                <a:latin typeface="Times New Roman" pitchFamily="18" charset="0"/>
              </a:rPr>
              <a:t>DML</a:t>
            </a:r>
            <a:r>
              <a:rPr kumimoji="0" lang="zh-CN" altLang="en-US" sz="1800" b="1">
                <a:solidFill>
                  <a:schemeClr val="bg2"/>
                </a:solidFill>
                <a:latin typeface="Times New Roman" pitchFamily="18" charset="0"/>
              </a:rPr>
              <a:t>预编译器</a:t>
            </a:r>
          </a:p>
        </p:txBody>
      </p:sp>
      <p:sp>
        <p:nvSpPr>
          <p:cNvPr id="600072" name="Rectangle 8"/>
          <p:cNvSpPr>
            <a:spLocks noChangeArrowheads="1"/>
          </p:cNvSpPr>
          <p:nvPr/>
        </p:nvSpPr>
        <p:spPr bwMode="auto">
          <a:xfrm>
            <a:off x="4549007" y="1155700"/>
            <a:ext cx="1139825" cy="909638"/>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72000" rIns="0" bIns="0"/>
          <a:lstStyle/>
          <a:p>
            <a:pPr algn="ctr">
              <a:lnSpc>
                <a:spcPct val="100000"/>
              </a:lnSpc>
            </a:pPr>
            <a:r>
              <a:rPr kumimoji="0" lang="en-US" altLang="zh-CN" sz="2000" b="1">
                <a:solidFill>
                  <a:schemeClr val="bg2"/>
                </a:solidFill>
                <a:latin typeface="Times New Roman" pitchFamily="18" charset="0"/>
              </a:rPr>
              <a:t>DML</a:t>
            </a:r>
          </a:p>
          <a:p>
            <a:pPr algn="ctr">
              <a:lnSpc>
                <a:spcPct val="100000"/>
              </a:lnSpc>
            </a:pPr>
            <a:r>
              <a:rPr kumimoji="0" lang="zh-CN" altLang="en-US" sz="2000" b="1">
                <a:solidFill>
                  <a:schemeClr val="bg2"/>
                </a:solidFill>
                <a:latin typeface="Times New Roman" pitchFamily="18" charset="0"/>
              </a:rPr>
              <a:t>编译器</a:t>
            </a:r>
          </a:p>
        </p:txBody>
      </p:sp>
      <p:sp>
        <p:nvSpPr>
          <p:cNvPr id="600073" name="Rectangle 9"/>
          <p:cNvSpPr>
            <a:spLocks noChangeArrowheads="1"/>
          </p:cNvSpPr>
          <p:nvPr/>
        </p:nvSpPr>
        <p:spPr bwMode="auto">
          <a:xfrm>
            <a:off x="6373044" y="1155700"/>
            <a:ext cx="1141413" cy="909638"/>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72000" bIns="0"/>
          <a:lstStyle/>
          <a:p>
            <a:pPr algn="ctr">
              <a:lnSpc>
                <a:spcPct val="100000"/>
              </a:lnSpc>
            </a:pPr>
            <a:r>
              <a:rPr kumimoji="0" lang="en-US" altLang="zh-CN" sz="2000" b="1">
                <a:solidFill>
                  <a:schemeClr val="bg2"/>
                </a:solidFill>
                <a:latin typeface="Times New Roman" pitchFamily="18" charset="0"/>
              </a:rPr>
              <a:t>DDL</a:t>
            </a:r>
          </a:p>
          <a:p>
            <a:pPr algn="ctr">
              <a:lnSpc>
                <a:spcPct val="100000"/>
              </a:lnSpc>
            </a:pPr>
            <a:r>
              <a:rPr kumimoji="0" lang="zh-CN" altLang="en-US" sz="2000" b="1">
                <a:solidFill>
                  <a:schemeClr val="bg2"/>
                </a:solidFill>
                <a:latin typeface="Times New Roman" pitchFamily="18" charset="0"/>
              </a:rPr>
              <a:t>编译器</a:t>
            </a:r>
          </a:p>
        </p:txBody>
      </p:sp>
      <p:sp>
        <p:nvSpPr>
          <p:cNvPr id="600074" name="Rectangle 10"/>
          <p:cNvSpPr>
            <a:spLocks noChangeArrowheads="1"/>
          </p:cNvSpPr>
          <p:nvPr/>
        </p:nvSpPr>
        <p:spPr bwMode="auto">
          <a:xfrm>
            <a:off x="2724969" y="2246313"/>
            <a:ext cx="1368425" cy="909637"/>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72000" rIns="0" bIns="0"/>
          <a:lstStyle/>
          <a:p>
            <a:pPr algn="ctr">
              <a:lnSpc>
                <a:spcPct val="100000"/>
              </a:lnSpc>
            </a:pPr>
            <a:r>
              <a:rPr kumimoji="0" lang="zh-CN" altLang="en-US" sz="2000" b="1">
                <a:solidFill>
                  <a:schemeClr val="bg2"/>
                </a:solidFill>
                <a:latin typeface="Times New Roman" pitchFamily="18" charset="0"/>
              </a:rPr>
              <a:t>查询运行</a:t>
            </a:r>
          </a:p>
          <a:p>
            <a:pPr algn="ctr">
              <a:lnSpc>
                <a:spcPct val="100000"/>
              </a:lnSpc>
            </a:pPr>
            <a:r>
              <a:rPr kumimoji="0" lang="zh-CN" altLang="en-US" sz="2000" b="1">
                <a:solidFill>
                  <a:schemeClr val="bg2"/>
                </a:solidFill>
                <a:latin typeface="Times New Roman" pitchFamily="18" charset="0"/>
              </a:rPr>
              <a:t>核心程序</a:t>
            </a:r>
          </a:p>
        </p:txBody>
      </p:sp>
      <p:sp>
        <p:nvSpPr>
          <p:cNvPr id="600075" name="Rectangle 11"/>
          <p:cNvSpPr>
            <a:spLocks noChangeArrowheads="1"/>
          </p:cNvSpPr>
          <p:nvPr/>
        </p:nvSpPr>
        <p:spPr bwMode="auto">
          <a:xfrm>
            <a:off x="900932" y="4978400"/>
            <a:ext cx="1368425" cy="909638"/>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p>
            <a:pPr algn="ctr">
              <a:lnSpc>
                <a:spcPct val="100000"/>
              </a:lnSpc>
            </a:pPr>
            <a:r>
              <a:rPr kumimoji="0" lang="zh-CN" altLang="en-US" sz="2000" b="1">
                <a:solidFill>
                  <a:schemeClr val="bg2"/>
                </a:solidFill>
                <a:latin typeface="Times New Roman" pitchFamily="18" charset="0"/>
              </a:rPr>
              <a:t>权限和完</a:t>
            </a:r>
          </a:p>
          <a:p>
            <a:pPr algn="ctr">
              <a:lnSpc>
                <a:spcPct val="100000"/>
              </a:lnSpc>
            </a:pPr>
            <a:r>
              <a:rPr kumimoji="0" lang="zh-CN" altLang="en-US" sz="2000" b="1">
                <a:solidFill>
                  <a:schemeClr val="bg2"/>
                </a:solidFill>
                <a:latin typeface="Times New Roman" pitchFamily="18" charset="0"/>
              </a:rPr>
              <a:t>整性管理器</a:t>
            </a:r>
          </a:p>
        </p:txBody>
      </p:sp>
      <p:sp>
        <p:nvSpPr>
          <p:cNvPr id="600076" name="Rectangle 12"/>
          <p:cNvSpPr>
            <a:spLocks noChangeArrowheads="1"/>
          </p:cNvSpPr>
          <p:nvPr/>
        </p:nvSpPr>
        <p:spPr bwMode="auto">
          <a:xfrm>
            <a:off x="900932" y="3702050"/>
            <a:ext cx="1368425" cy="909638"/>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36000" bIns="0"/>
          <a:lstStyle/>
          <a:p>
            <a:pPr algn="ctr">
              <a:lnSpc>
                <a:spcPct val="100000"/>
              </a:lnSpc>
            </a:pPr>
            <a:r>
              <a:rPr kumimoji="0" lang="zh-CN" altLang="en-US" sz="2000" b="1">
                <a:solidFill>
                  <a:schemeClr val="bg2"/>
                </a:solidFill>
                <a:latin typeface="Times New Roman" pitchFamily="18" charset="0"/>
              </a:rPr>
              <a:t>事务</a:t>
            </a:r>
          </a:p>
          <a:p>
            <a:pPr algn="ctr">
              <a:lnSpc>
                <a:spcPct val="100000"/>
              </a:lnSpc>
            </a:pPr>
            <a:r>
              <a:rPr kumimoji="0" lang="zh-CN" altLang="en-US" sz="2000" b="1">
                <a:solidFill>
                  <a:schemeClr val="bg2"/>
                </a:solidFill>
                <a:latin typeface="Times New Roman" pitchFamily="18" charset="0"/>
              </a:rPr>
              <a:t>管理器</a:t>
            </a:r>
          </a:p>
        </p:txBody>
      </p:sp>
      <p:sp>
        <p:nvSpPr>
          <p:cNvPr id="600077" name="Rectangle 13"/>
          <p:cNvSpPr>
            <a:spLocks noChangeArrowheads="1"/>
          </p:cNvSpPr>
          <p:nvPr/>
        </p:nvSpPr>
        <p:spPr bwMode="auto">
          <a:xfrm>
            <a:off x="2948807" y="3702050"/>
            <a:ext cx="1368425" cy="909638"/>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36000" bIns="0"/>
          <a:lstStyle/>
          <a:p>
            <a:pPr algn="ctr">
              <a:lnSpc>
                <a:spcPct val="100000"/>
              </a:lnSpc>
            </a:pPr>
            <a:r>
              <a:rPr kumimoji="0" lang="zh-CN" altLang="en-US" sz="2000" b="1">
                <a:solidFill>
                  <a:schemeClr val="bg2"/>
                </a:solidFill>
                <a:latin typeface="Times New Roman" pitchFamily="18" charset="0"/>
              </a:rPr>
              <a:t>缓冲区</a:t>
            </a:r>
          </a:p>
          <a:p>
            <a:pPr algn="ctr">
              <a:lnSpc>
                <a:spcPct val="100000"/>
              </a:lnSpc>
            </a:pPr>
            <a:r>
              <a:rPr kumimoji="0" lang="zh-CN" altLang="en-US" sz="2000" b="1">
                <a:solidFill>
                  <a:schemeClr val="bg2"/>
                </a:solidFill>
                <a:latin typeface="Times New Roman" pitchFamily="18" charset="0"/>
              </a:rPr>
              <a:t>管理器</a:t>
            </a:r>
          </a:p>
        </p:txBody>
      </p:sp>
      <p:sp>
        <p:nvSpPr>
          <p:cNvPr id="600078" name="Rectangle 14"/>
          <p:cNvSpPr>
            <a:spLocks noChangeArrowheads="1"/>
          </p:cNvSpPr>
          <p:nvPr/>
        </p:nvSpPr>
        <p:spPr bwMode="auto">
          <a:xfrm>
            <a:off x="2948807" y="4978400"/>
            <a:ext cx="1368425" cy="909638"/>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36000" bIns="0"/>
          <a:lstStyle/>
          <a:p>
            <a:pPr algn="ctr">
              <a:lnSpc>
                <a:spcPct val="100000"/>
              </a:lnSpc>
            </a:pPr>
            <a:r>
              <a:rPr kumimoji="0" lang="zh-CN" altLang="en-US" sz="2000" b="1">
                <a:solidFill>
                  <a:schemeClr val="bg2"/>
                </a:solidFill>
                <a:latin typeface="Times New Roman" pitchFamily="18" charset="0"/>
              </a:rPr>
              <a:t>文件</a:t>
            </a:r>
          </a:p>
          <a:p>
            <a:pPr algn="ctr">
              <a:lnSpc>
                <a:spcPct val="100000"/>
              </a:lnSpc>
            </a:pPr>
            <a:r>
              <a:rPr kumimoji="0" lang="zh-CN" altLang="en-US" sz="2000" b="1">
                <a:solidFill>
                  <a:schemeClr val="bg2"/>
                </a:solidFill>
                <a:latin typeface="Times New Roman" pitchFamily="18" charset="0"/>
              </a:rPr>
              <a:t>管理器</a:t>
            </a:r>
          </a:p>
        </p:txBody>
      </p:sp>
      <p:sp>
        <p:nvSpPr>
          <p:cNvPr id="600080" name="Line 16"/>
          <p:cNvSpPr>
            <a:spLocks noChangeShapeType="1"/>
          </p:cNvSpPr>
          <p:nvPr/>
        </p:nvSpPr>
        <p:spPr bwMode="auto">
          <a:xfrm flipH="1">
            <a:off x="1915343" y="1704976"/>
            <a:ext cx="581025" cy="350840"/>
          </a:xfrm>
          <a:prstGeom prst="line">
            <a:avLst/>
          </a:prstGeom>
          <a:noFill/>
          <a:ln w="9525">
            <a:solidFill>
              <a:schemeClr val="bg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72000" bIns="0"/>
          <a:lstStyle/>
          <a:p>
            <a:endParaRPr lang="zh-CN" altLang="en-US"/>
          </a:p>
        </p:txBody>
      </p:sp>
      <p:sp>
        <p:nvSpPr>
          <p:cNvPr id="600081" name="Line 17"/>
          <p:cNvSpPr>
            <a:spLocks noChangeShapeType="1"/>
          </p:cNvSpPr>
          <p:nvPr/>
        </p:nvSpPr>
        <p:spPr bwMode="auto">
          <a:xfrm>
            <a:off x="1915343" y="2419353"/>
            <a:ext cx="809626" cy="9522"/>
          </a:xfrm>
          <a:prstGeom prst="line">
            <a:avLst/>
          </a:prstGeom>
          <a:noFill/>
          <a:ln w="9525">
            <a:solidFill>
              <a:schemeClr val="bg2"/>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72000" bIns="0"/>
          <a:lstStyle/>
          <a:p>
            <a:endParaRPr lang="zh-CN" altLang="en-US"/>
          </a:p>
        </p:txBody>
      </p:sp>
      <p:sp>
        <p:nvSpPr>
          <p:cNvPr id="600082" name="Line 18"/>
          <p:cNvSpPr>
            <a:spLocks noChangeShapeType="1"/>
          </p:cNvSpPr>
          <p:nvPr/>
        </p:nvSpPr>
        <p:spPr bwMode="auto">
          <a:xfrm>
            <a:off x="3864794" y="1519238"/>
            <a:ext cx="684213" cy="0"/>
          </a:xfrm>
          <a:prstGeom prst="line">
            <a:avLst/>
          </a:prstGeom>
          <a:noFill/>
          <a:ln w="9525">
            <a:solidFill>
              <a:schemeClr val="bg2"/>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72000" bIns="0"/>
          <a:lstStyle/>
          <a:p>
            <a:endParaRPr lang="zh-CN" altLang="en-US"/>
          </a:p>
        </p:txBody>
      </p:sp>
      <p:sp>
        <p:nvSpPr>
          <p:cNvPr id="600083" name="Line 19"/>
          <p:cNvSpPr>
            <a:spLocks noChangeShapeType="1"/>
          </p:cNvSpPr>
          <p:nvPr/>
        </p:nvSpPr>
        <p:spPr bwMode="auto">
          <a:xfrm flipH="1">
            <a:off x="4093394" y="2068513"/>
            <a:ext cx="684213" cy="723900"/>
          </a:xfrm>
          <a:prstGeom prst="line">
            <a:avLst/>
          </a:prstGeom>
          <a:noFill/>
          <a:ln w="9525">
            <a:solidFill>
              <a:schemeClr val="bg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72000" bIns="0"/>
          <a:lstStyle/>
          <a:p>
            <a:endParaRPr lang="zh-CN" altLang="en-US"/>
          </a:p>
        </p:txBody>
      </p:sp>
      <p:sp>
        <p:nvSpPr>
          <p:cNvPr id="600084" name="Line 20"/>
          <p:cNvSpPr>
            <a:spLocks noChangeShapeType="1"/>
          </p:cNvSpPr>
          <p:nvPr/>
        </p:nvSpPr>
        <p:spPr bwMode="auto">
          <a:xfrm flipH="1">
            <a:off x="1585144" y="3159125"/>
            <a:ext cx="1139825" cy="546100"/>
          </a:xfrm>
          <a:prstGeom prst="line">
            <a:avLst/>
          </a:prstGeom>
          <a:noFill/>
          <a:ln w="9525">
            <a:solidFill>
              <a:schemeClr val="bg2"/>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72000" bIns="0"/>
          <a:lstStyle/>
          <a:p>
            <a:endParaRPr lang="zh-CN" altLang="en-US"/>
          </a:p>
        </p:txBody>
      </p:sp>
      <p:sp>
        <p:nvSpPr>
          <p:cNvPr id="600085" name="Line 21"/>
          <p:cNvSpPr>
            <a:spLocks noChangeShapeType="1"/>
          </p:cNvSpPr>
          <p:nvPr/>
        </p:nvSpPr>
        <p:spPr bwMode="auto">
          <a:xfrm>
            <a:off x="1585144" y="4614863"/>
            <a:ext cx="0" cy="363537"/>
          </a:xfrm>
          <a:prstGeom prst="line">
            <a:avLst/>
          </a:prstGeom>
          <a:noFill/>
          <a:ln w="9525">
            <a:solidFill>
              <a:schemeClr val="bg2"/>
            </a:solidFill>
            <a:round/>
            <a:headEnd type="triangl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72000" bIns="0"/>
          <a:lstStyle/>
          <a:p>
            <a:endParaRPr lang="zh-CN" altLang="en-US"/>
          </a:p>
        </p:txBody>
      </p:sp>
      <p:sp>
        <p:nvSpPr>
          <p:cNvPr id="600086" name="Line 22"/>
          <p:cNvSpPr>
            <a:spLocks noChangeShapeType="1"/>
          </p:cNvSpPr>
          <p:nvPr/>
        </p:nvSpPr>
        <p:spPr bwMode="auto">
          <a:xfrm>
            <a:off x="2269357" y="5521325"/>
            <a:ext cx="684212" cy="0"/>
          </a:xfrm>
          <a:prstGeom prst="line">
            <a:avLst/>
          </a:prstGeom>
          <a:noFill/>
          <a:ln w="9525">
            <a:solidFill>
              <a:schemeClr val="bg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72000" bIns="0"/>
          <a:lstStyle/>
          <a:p>
            <a:endParaRPr lang="zh-CN" altLang="en-US"/>
          </a:p>
        </p:txBody>
      </p:sp>
      <p:sp>
        <p:nvSpPr>
          <p:cNvPr id="600087" name="Line 23"/>
          <p:cNvSpPr>
            <a:spLocks noChangeShapeType="1"/>
          </p:cNvSpPr>
          <p:nvPr/>
        </p:nvSpPr>
        <p:spPr bwMode="auto">
          <a:xfrm>
            <a:off x="3409182" y="3159125"/>
            <a:ext cx="0" cy="546100"/>
          </a:xfrm>
          <a:prstGeom prst="line">
            <a:avLst/>
          </a:prstGeom>
          <a:noFill/>
          <a:ln w="9525">
            <a:solidFill>
              <a:schemeClr val="bg2"/>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72000" bIns="0"/>
          <a:lstStyle/>
          <a:p>
            <a:endParaRPr lang="zh-CN" altLang="en-US"/>
          </a:p>
        </p:txBody>
      </p:sp>
      <p:sp>
        <p:nvSpPr>
          <p:cNvPr id="600088" name="Line 24"/>
          <p:cNvSpPr>
            <a:spLocks noChangeShapeType="1"/>
          </p:cNvSpPr>
          <p:nvPr/>
        </p:nvSpPr>
        <p:spPr bwMode="auto">
          <a:xfrm>
            <a:off x="3409182" y="4614863"/>
            <a:ext cx="0" cy="363537"/>
          </a:xfrm>
          <a:prstGeom prst="line">
            <a:avLst/>
          </a:prstGeom>
          <a:noFill/>
          <a:ln w="9525">
            <a:solidFill>
              <a:schemeClr val="bg2"/>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72000" bIns="0"/>
          <a:lstStyle/>
          <a:p>
            <a:endParaRPr lang="zh-CN" altLang="en-US"/>
          </a:p>
        </p:txBody>
      </p:sp>
      <p:sp>
        <p:nvSpPr>
          <p:cNvPr id="600089" name="Rectangle 25"/>
          <p:cNvSpPr>
            <a:spLocks noChangeArrowheads="1"/>
          </p:cNvSpPr>
          <p:nvPr/>
        </p:nvSpPr>
        <p:spPr bwMode="auto">
          <a:xfrm>
            <a:off x="395288" y="0"/>
            <a:ext cx="57912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00000"/>
              </a:lnSpc>
            </a:pPr>
            <a:r>
              <a:rPr kumimoji="0" lang="zh-CN" altLang="en-US" b="1">
                <a:solidFill>
                  <a:srgbClr val="000099"/>
                </a:solidFill>
                <a:latin typeface="Times New Roman" pitchFamily="18" charset="0"/>
              </a:rPr>
              <a:t>数据库管理系统：</a:t>
            </a:r>
            <a:r>
              <a:rPr lang="zh-CN" altLang="en-US" sz="2400" b="1">
                <a:solidFill>
                  <a:srgbClr val="000099"/>
                </a:solidFill>
                <a:latin typeface="Times New Roman" pitchFamily="18" charset="0"/>
              </a:rPr>
              <a:t>模块结构</a:t>
            </a:r>
          </a:p>
        </p:txBody>
      </p:sp>
      <p:sp>
        <p:nvSpPr>
          <p:cNvPr id="600090" name="Line 26"/>
          <p:cNvSpPr>
            <a:spLocks noChangeShapeType="1"/>
          </p:cNvSpPr>
          <p:nvPr/>
        </p:nvSpPr>
        <p:spPr bwMode="auto">
          <a:xfrm>
            <a:off x="467544" y="6092825"/>
            <a:ext cx="7273925"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090" name="Rectangle 2"/>
          <p:cNvSpPr>
            <a:spLocks noChangeArrowheads="1"/>
          </p:cNvSpPr>
          <p:nvPr/>
        </p:nvSpPr>
        <p:spPr bwMode="auto">
          <a:xfrm>
            <a:off x="323528" y="836712"/>
            <a:ext cx="7560840" cy="48115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nSpc>
                <a:spcPct val="120000"/>
              </a:lnSpc>
              <a:spcBef>
                <a:spcPct val="50000"/>
              </a:spcBef>
            </a:pPr>
            <a:r>
              <a:rPr lang="zh-CN" altLang="en-US" sz="4000" b="1" dirty="0">
                <a:solidFill>
                  <a:srgbClr val="000099"/>
                </a:solidFill>
              </a:rPr>
              <a:t>四、数据库用户</a:t>
            </a:r>
            <a:endParaRPr lang="en-US" altLang="zh-CN" sz="4000" b="1" dirty="0">
              <a:solidFill>
                <a:srgbClr val="000099"/>
              </a:solidFill>
            </a:endParaRPr>
          </a:p>
          <a:p>
            <a:pPr marL="2171700" lvl="4" indent="-342900">
              <a:lnSpc>
                <a:spcPct val="120000"/>
              </a:lnSpc>
              <a:spcBef>
                <a:spcPts val="2000"/>
              </a:spcBef>
              <a:buFont typeface="Wingdings" pitchFamily="2" charset="2"/>
              <a:buChar char="u"/>
            </a:pPr>
            <a:r>
              <a:rPr lang="en-US" altLang="zh-CN" sz="4000" b="1" dirty="0">
                <a:solidFill>
                  <a:schemeClr val="bg2"/>
                </a:solidFill>
              </a:rPr>
              <a:t>DBA</a:t>
            </a:r>
          </a:p>
          <a:p>
            <a:pPr marL="2171700" lvl="4" indent="-342900">
              <a:lnSpc>
                <a:spcPct val="120000"/>
              </a:lnSpc>
              <a:spcBef>
                <a:spcPts val="2000"/>
              </a:spcBef>
              <a:buFont typeface="Wingdings" pitchFamily="2" charset="2"/>
              <a:buChar char="u"/>
            </a:pPr>
            <a:r>
              <a:rPr lang="zh-CN" altLang="en-US" sz="4000" b="1" dirty="0">
                <a:solidFill>
                  <a:schemeClr val="bg2"/>
                </a:solidFill>
              </a:rPr>
              <a:t>专业用户</a:t>
            </a:r>
            <a:endParaRPr lang="en-US" altLang="zh-CN" sz="4000" b="1" dirty="0">
              <a:solidFill>
                <a:schemeClr val="bg2"/>
              </a:solidFill>
            </a:endParaRPr>
          </a:p>
          <a:p>
            <a:pPr marL="2171700" lvl="4" indent="-342900">
              <a:lnSpc>
                <a:spcPct val="120000"/>
              </a:lnSpc>
              <a:spcBef>
                <a:spcPts val="2000"/>
              </a:spcBef>
              <a:buFont typeface="Wingdings" pitchFamily="2" charset="2"/>
              <a:buChar char="u"/>
            </a:pPr>
            <a:r>
              <a:rPr lang="zh-CN" altLang="en-US" sz="4000" b="1" dirty="0">
                <a:solidFill>
                  <a:schemeClr val="bg2"/>
                </a:solidFill>
              </a:rPr>
              <a:t>应用程序员</a:t>
            </a:r>
            <a:endParaRPr lang="en-US" altLang="zh-CN" sz="4000" b="1" dirty="0">
              <a:solidFill>
                <a:schemeClr val="bg2"/>
              </a:solidFill>
            </a:endParaRPr>
          </a:p>
          <a:p>
            <a:pPr marL="2171700" lvl="4" indent="-342900">
              <a:lnSpc>
                <a:spcPct val="120000"/>
              </a:lnSpc>
              <a:spcBef>
                <a:spcPts val="2000"/>
              </a:spcBef>
              <a:buFont typeface="Wingdings" pitchFamily="2" charset="2"/>
              <a:buChar char="u"/>
            </a:pPr>
            <a:r>
              <a:rPr lang="zh-CN" altLang="en-US" sz="4000" b="1" dirty="0">
                <a:solidFill>
                  <a:schemeClr val="bg2"/>
                </a:solidFill>
              </a:rPr>
              <a:t>终端用户</a:t>
            </a:r>
            <a:endParaRPr lang="en-US" altLang="zh-CN" sz="4000" b="1" dirty="0">
              <a:solidFill>
                <a:schemeClr val="bg2"/>
              </a:solidFill>
            </a:endParaRPr>
          </a:p>
        </p:txBody>
      </p:sp>
    </p:spTree>
    <p:extLst>
      <p:ext uri="{BB962C8B-B14F-4D97-AF65-F5344CB8AC3E}">
        <p14:creationId xmlns:p14="http://schemas.microsoft.com/office/powerpoint/2010/main" val="376566678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 name="Rectangle 2"/>
          <p:cNvSpPr txBox="1"/>
          <p:nvPr/>
        </p:nvSpPr>
        <p:spPr>
          <a:xfrm>
            <a:off x="-2" y="1585030"/>
            <a:ext cx="9981250" cy="34219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0" marR="0" lvl="0" indent="0" algn="just" defTabSz="914400" rtl="0" eaLnBrk="1" fontAlgn="auto" latinLnBrk="0" hangingPunct="0">
              <a:lnSpc>
                <a:spcPct val="80000"/>
              </a:lnSpc>
              <a:spcBef>
                <a:spcPts val="1900"/>
              </a:spcBef>
              <a:spcAft>
                <a:spcPts val="0"/>
              </a:spcAft>
              <a:buClrTx/>
              <a:buSzTx/>
              <a:buFontTx/>
              <a:buNone/>
              <a:tabLst/>
              <a:defRPr sz="3200" b="1"/>
            </a:pPr>
            <a:r>
              <a:rPr kumimoji="0" sz="3200" b="1" i="0" u="none" strike="noStrike" kern="0" cap="none" spc="0" normalizeH="0" baseline="0" noProof="0" dirty="0">
                <a:ln>
                  <a:noFill/>
                </a:ln>
                <a:solidFill>
                  <a:srgbClr val="000000"/>
                </a:solidFill>
                <a:effectLst/>
                <a:uLnTx/>
                <a:uFillTx/>
                <a:latin typeface="Times New Roman"/>
                <a:cs typeface="Times New Roman"/>
                <a:sym typeface="Times New Roman"/>
              </a:rPr>
              <a:t>    </a:t>
            </a:r>
            <a:r>
              <a:rPr lang="zh-CN" altLang="en-US" sz="4000" b="1" dirty="0">
                <a:solidFill>
                  <a:srgbClr val="000099"/>
                </a:solidFill>
                <a:sym typeface="Times New Roman"/>
              </a:rPr>
              <a:t>一、数据库系统的组成</a:t>
            </a:r>
            <a:endParaRPr lang="en-US" altLang="zh-CN" sz="4000" b="1" dirty="0">
              <a:solidFill>
                <a:srgbClr val="000099"/>
              </a:solidFill>
              <a:sym typeface="Times New Roman"/>
            </a:endParaRPr>
          </a:p>
          <a:p>
            <a:pPr marL="0" marR="0" lvl="0" indent="0" algn="just" defTabSz="914400" rtl="0" eaLnBrk="1" fontAlgn="auto" latinLnBrk="0" hangingPunct="0">
              <a:lnSpc>
                <a:spcPct val="80000"/>
              </a:lnSpc>
              <a:spcBef>
                <a:spcPts val="1900"/>
              </a:spcBef>
              <a:spcAft>
                <a:spcPts val="0"/>
              </a:spcAft>
              <a:buClrTx/>
              <a:buSzTx/>
              <a:buFontTx/>
              <a:buNone/>
              <a:tabLst/>
              <a:defRPr sz="3200" b="1"/>
            </a:pPr>
            <a:r>
              <a:rPr kumimoji="0" sz="3200" b="1" i="0" u="none" strike="noStrike" kern="0" cap="none" spc="0" normalizeH="0" baseline="0" noProof="0" dirty="0">
                <a:ln>
                  <a:noFill/>
                </a:ln>
                <a:solidFill>
                  <a:srgbClr val="000000"/>
                </a:solidFill>
                <a:effectLst/>
                <a:uLnTx/>
                <a:uFillTx/>
                <a:latin typeface="Times New Roman"/>
                <a:cs typeface="Times New Roman"/>
                <a:sym typeface="Times New Roman"/>
              </a:rPr>
              <a:t>         </a:t>
            </a:r>
            <a:r>
              <a:rPr kumimoji="0" lang="zh-CN" altLang="en-US" sz="2800" b="0" i="0" u="none" strike="noStrike" kern="0" cap="none" spc="0" normalizeH="0" baseline="0" noProof="0" dirty="0">
                <a:ln>
                  <a:noFill/>
                </a:ln>
                <a:solidFill>
                  <a:srgbClr val="000000"/>
                </a:solidFill>
                <a:effectLst/>
                <a:uLnTx/>
                <a:uFillTx/>
                <a:latin typeface="SimSun"/>
                <a:ea typeface="SimSun"/>
                <a:sym typeface="SimSun"/>
              </a:rPr>
              <a:t>数据库系统（</a:t>
            </a:r>
            <a:r>
              <a:rPr kumimoji="0" lang="en-US" altLang="zh-CN" sz="2800" b="0" i="0" u="none" strike="noStrike" kern="0" cap="none" spc="0" normalizeH="0" baseline="0" noProof="0" dirty="0">
                <a:ln>
                  <a:noFill/>
                </a:ln>
                <a:solidFill>
                  <a:srgbClr val="000000"/>
                </a:solidFill>
                <a:effectLst/>
                <a:uLnTx/>
                <a:uFillTx/>
                <a:latin typeface="SimSun"/>
                <a:ea typeface="SimSun"/>
                <a:sym typeface="SimSun"/>
              </a:rPr>
              <a:t>DBS</a:t>
            </a:r>
            <a:r>
              <a:rPr kumimoji="0" lang="zh-CN" altLang="en-US" sz="2800" b="0" i="0" u="none" strike="noStrike" kern="0" cap="none" spc="0" normalizeH="0" baseline="0" noProof="0" dirty="0">
                <a:ln>
                  <a:noFill/>
                </a:ln>
                <a:solidFill>
                  <a:srgbClr val="000000"/>
                </a:solidFill>
                <a:effectLst/>
                <a:uLnTx/>
                <a:uFillTx/>
                <a:latin typeface="SimSun"/>
                <a:ea typeface="SimSun"/>
                <a:sym typeface="SimSun"/>
              </a:rPr>
              <a:t>）由四个部分组成：</a:t>
            </a:r>
            <a:endParaRPr kumimoji="0" lang="en-US" altLang="zh-CN" sz="2800" b="0" i="0" u="none" strike="noStrike" kern="0" cap="none" spc="0" normalizeH="0" baseline="0" noProof="0" dirty="0">
              <a:ln>
                <a:noFill/>
              </a:ln>
              <a:solidFill>
                <a:srgbClr val="000000"/>
              </a:solidFill>
              <a:effectLst/>
              <a:uLnTx/>
              <a:uFillTx/>
              <a:latin typeface="SimSun"/>
              <a:ea typeface="SimSun"/>
              <a:sym typeface="SimSun"/>
            </a:endParaRPr>
          </a:p>
          <a:p>
            <a:pPr marL="0" marR="0" lvl="0" indent="0" algn="just" defTabSz="914400" rtl="0" eaLnBrk="1" fontAlgn="auto" latinLnBrk="0" hangingPunct="0">
              <a:lnSpc>
                <a:spcPct val="80000"/>
              </a:lnSpc>
              <a:spcBef>
                <a:spcPts val="1600"/>
              </a:spcBef>
              <a:spcAft>
                <a:spcPts val="0"/>
              </a:spcAft>
              <a:buClrTx/>
              <a:buSzTx/>
              <a:buFontTx/>
              <a:buNone/>
              <a:tabLst/>
              <a:defRPr>
                <a:latin typeface="SimSun"/>
                <a:ea typeface="SimSun"/>
                <a:cs typeface="SimSun"/>
                <a:sym typeface="SimSun"/>
              </a:defRPr>
            </a:pPr>
            <a:r>
              <a:rPr kumimoji="0" lang="zh-CN" altLang="en-US" sz="2800" b="0" i="0" u="none" strike="noStrike" kern="0" cap="none" spc="0" normalizeH="0" baseline="0" noProof="0" dirty="0">
                <a:ln>
                  <a:noFill/>
                </a:ln>
                <a:solidFill>
                  <a:srgbClr val="000000"/>
                </a:solidFill>
                <a:effectLst/>
                <a:uLnTx/>
                <a:uFillTx/>
                <a:latin typeface="SimSun"/>
                <a:ea typeface="SimSun"/>
                <a:sym typeface="SimSun"/>
              </a:rPr>
              <a:t>      </a:t>
            </a:r>
            <a:r>
              <a:rPr kumimoji="0" lang="en-US" altLang="zh-CN" sz="2800" b="0" i="0" u="none" strike="noStrike" kern="0" cap="none" spc="0" normalizeH="0" baseline="0" noProof="0" dirty="0">
                <a:ln>
                  <a:noFill/>
                </a:ln>
                <a:solidFill>
                  <a:srgbClr val="000000"/>
                </a:solidFill>
                <a:effectLst/>
                <a:uLnTx/>
                <a:uFillTx/>
                <a:latin typeface="SimSun"/>
                <a:ea typeface="SimSun"/>
                <a:sym typeface="SimSun"/>
              </a:rPr>
              <a:t>1</a:t>
            </a:r>
            <a:r>
              <a:rPr kumimoji="0" lang="zh-CN" altLang="en-US" sz="2800" b="0" i="0" u="none" strike="noStrike" kern="0" cap="none" spc="0" normalizeH="0" baseline="0" noProof="0" dirty="0">
                <a:ln>
                  <a:noFill/>
                </a:ln>
                <a:solidFill>
                  <a:srgbClr val="000000"/>
                </a:solidFill>
                <a:effectLst/>
                <a:uLnTx/>
                <a:uFillTx/>
                <a:latin typeface="SimSun"/>
                <a:ea typeface="SimSun"/>
                <a:sym typeface="SimSun"/>
              </a:rPr>
              <a:t>、</a:t>
            </a:r>
            <a:r>
              <a:rPr kumimoji="0" lang="en-US" sz="2800" b="0" i="0" u="none" strike="noStrike" kern="0" cap="none" spc="0" normalizeH="0" baseline="0" noProof="0" dirty="0">
                <a:ln>
                  <a:noFill/>
                </a:ln>
                <a:solidFill>
                  <a:srgbClr val="000000"/>
                </a:solidFill>
                <a:effectLst/>
                <a:uLnTx/>
                <a:uFillTx/>
                <a:latin typeface="SimSun"/>
                <a:ea typeface="SimSun"/>
                <a:sym typeface="SimSun"/>
              </a:rPr>
              <a:t>DB</a:t>
            </a:r>
          </a:p>
          <a:p>
            <a:pPr marL="0" marR="0" lvl="0" indent="0" algn="just" defTabSz="914400" rtl="0" eaLnBrk="1" fontAlgn="auto" latinLnBrk="0" hangingPunct="0">
              <a:lnSpc>
                <a:spcPct val="80000"/>
              </a:lnSpc>
              <a:spcBef>
                <a:spcPts val="1600"/>
              </a:spcBef>
              <a:spcAft>
                <a:spcPts val="0"/>
              </a:spcAft>
              <a:buClrTx/>
              <a:buSzTx/>
              <a:buFontTx/>
              <a:buNone/>
              <a:tabLst/>
              <a:defRPr>
                <a:latin typeface="SimSun"/>
                <a:ea typeface="SimSun"/>
                <a:cs typeface="SimSun"/>
                <a:sym typeface="SimSun"/>
              </a:defRPr>
            </a:pPr>
            <a:r>
              <a:rPr kumimoji="0" lang="zh-CN" altLang="en-US" kern="0" dirty="0">
                <a:solidFill>
                  <a:srgbClr val="000000"/>
                </a:solidFill>
                <a:latin typeface="SimSun"/>
                <a:ea typeface="SimSun"/>
                <a:sym typeface="SimSun"/>
              </a:rPr>
              <a:t>      </a:t>
            </a:r>
            <a:r>
              <a:rPr kumimoji="0" lang="en-US" altLang="zh-CN" kern="0" dirty="0">
                <a:solidFill>
                  <a:srgbClr val="000000"/>
                </a:solidFill>
                <a:latin typeface="SimSun"/>
                <a:ea typeface="SimSun"/>
                <a:sym typeface="SimSun"/>
              </a:rPr>
              <a:t>2</a:t>
            </a:r>
            <a:r>
              <a:rPr kumimoji="0" lang="zh-CN" altLang="en-US" kern="0" dirty="0">
                <a:solidFill>
                  <a:srgbClr val="000000"/>
                </a:solidFill>
                <a:latin typeface="SimSun"/>
                <a:ea typeface="SimSun"/>
                <a:sym typeface="SimSun"/>
              </a:rPr>
              <a:t>、</a:t>
            </a:r>
            <a:r>
              <a:rPr kumimoji="0" lang="zh-CN" altLang="en-US" sz="2800" b="0" i="0" u="none" strike="noStrike" kern="0" cap="none" spc="0" normalizeH="0" baseline="0" noProof="0" dirty="0">
                <a:ln>
                  <a:noFill/>
                </a:ln>
                <a:solidFill>
                  <a:srgbClr val="000000"/>
                </a:solidFill>
                <a:effectLst/>
                <a:uLnTx/>
                <a:uFillTx/>
                <a:latin typeface="SimSun"/>
                <a:ea typeface="SimSun"/>
                <a:sym typeface="SimSun"/>
              </a:rPr>
              <a:t>硬件</a:t>
            </a:r>
            <a:endParaRPr kumimoji="0" lang="en-US" altLang="zh-CN" sz="2800" b="0" i="0" u="none" strike="noStrike" kern="0" cap="none" spc="0" normalizeH="0" baseline="0" noProof="0" dirty="0">
              <a:ln>
                <a:noFill/>
              </a:ln>
              <a:solidFill>
                <a:srgbClr val="000000"/>
              </a:solidFill>
              <a:effectLst/>
              <a:uLnTx/>
              <a:uFillTx/>
              <a:latin typeface="SimSun"/>
              <a:ea typeface="SimSun"/>
              <a:sym typeface="SimSun"/>
            </a:endParaRPr>
          </a:p>
          <a:p>
            <a:pPr marL="0" marR="0" lvl="0" indent="0" algn="just" defTabSz="914400" rtl="0" eaLnBrk="1" fontAlgn="auto" latinLnBrk="0" hangingPunct="0">
              <a:lnSpc>
                <a:spcPct val="80000"/>
              </a:lnSpc>
              <a:spcBef>
                <a:spcPts val="1600"/>
              </a:spcBef>
              <a:spcAft>
                <a:spcPts val="0"/>
              </a:spcAft>
              <a:buClrTx/>
              <a:buSzTx/>
              <a:buFontTx/>
              <a:buNone/>
              <a:tabLst/>
              <a:defRPr>
                <a:latin typeface="SimSun"/>
                <a:ea typeface="SimSun"/>
                <a:cs typeface="SimSun"/>
                <a:sym typeface="SimSun"/>
              </a:defRPr>
            </a:pPr>
            <a:r>
              <a:rPr kumimoji="0" lang="zh-CN" altLang="en-US" kern="0" dirty="0">
                <a:solidFill>
                  <a:srgbClr val="000000"/>
                </a:solidFill>
                <a:latin typeface="SimSun"/>
                <a:ea typeface="SimSun"/>
                <a:sym typeface="SimSun"/>
              </a:rPr>
              <a:t>      </a:t>
            </a:r>
            <a:r>
              <a:rPr kumimoji="0" lang="en-US" altLang="zh-CN" kern="0" dirty="0">
                <a:solidFill>
                  <a:srgbClr val="000000"/>
                </a:solidFill>
                <a:latin typeface="SimSun"/>
                <a:ea typeface="SimSun"/>
                <a:sym typeface="SimSun"/>
              </a:rPr>
              <a:t>3</a:t>
            </a:r>
            <a:r>
              <a:rPr kumimoji="0" lang="zh-CN" altLang="en-US" kern="0" dirty="0">
                <a:solidFill>
                  <a:srgbClr val="000000"/>
                </a:solidFill>
                <a:latin typeface="SimSun"/>
                <a:ea typeface="SimSun"/>
                <a:sym typeface="SimSun"/>
              </a:rPr>
              <a:t>、</a:t>
            </a:r>
            <a:r>
              <a:rPr kumimoji="0" lang="zh-CN" altLang="en-US" sz="2800" b="0" i="0" u="none" strike="noStrike" kern="0" cap="none" spc="0" normalizeH="0" baseline="0" noProof="0" dirty="0">
                <a:ln>
                  <a:noFill/>
                </a:ln>
                <a:solidFill>
                  <a:srgbClr val="000000"/>
                </a:solidFill>
                <a:effectLst/>
                <a:uLnTx/>
                <a:uFillTx/>
                <a:latin typeface="SimSun"/>
                <a:ea typeface="SimSun"/>
                <a:sym typeface="SimSun"/>
              </a:rPr>
              <a:t>软件</a:t>
            </a:r>
            <a:endParaRPr kumimoji="0" lang="en-US" altLang="zh-CN" sz="2800" b="0" i="0" u="none" strike="noStrike" kern="0" cap="none" spc="0" normalizeH="0" baseline="0" noProof="0" dirty="0">
              <a:ln>
                <a:noFill/>
              </a:ln>
              <a:solidFill>
                <a:srgbClr val="000000"/>
              </a:solidFill>
              <a:effectLst/>
              <a:uLnTx/>
              <a:uFillTx/>
              <a:latin typeface="SimSun"/>
              <a:ea typeface="SimSun"/>
              <a:sym typeface="SimSun"/>
            </a:endParaRPr>
          </a:p>
          <a:p>
            <a:pPr marL="0" marR="0" lvl="0" indent="0" algn="just" defTabSz="914400" rtl="0" eaLnBrk="1" fontAlgn="auto" latinLnBrk="0" hangingPunct="0">
              <a:lnSpc>
                <a:spcPct val="80000"/>
              </a:lnSpc>
              <a:spcBef>
                <a:spcPts val="1600"/>
              </a:spcBef>
              <a:spcAft>
                <a:spcPts val="0"/>
              </a:spcAft>
              <a:buClrTx/>
              <a:buSzTx/>
              <a:buFontTx/>
              <a:buNone/>
              <a:tabLst/>
              <a:defRPr>
                <a:latin typeface="SimSun"/>
                <a:ea typeface="SimSun"/>
                <a:cs typeface="SimSun"/>
                <a:sym typeface="SimSun"/>
              </a:defRPr>
            </a:pPr>
            <a:r>
              <a:rPr kumimoji="0" lang="zh-CN" altLang="en-US" kern="0" dirty="0">
                <a:solidFill>
                  <a:srgbClr val="000000"/>
                </a:solidFill>
                <a:latin typeface="SimSun"/>
                <a:ea typeface="SimSun"/>
                <a:sym typeface="SimSun"/>
              </a:rPr>
              <a:t>      </a:t>
            </a:r>
            <a:r>
              <a:rPr kumimoji="0" lang="en-US" altLang="zh-CN" kern="0" dirty="0">
                <a:solidFill>
                  <a:srgbClr val="000000"/>
                </a:solidFill>
                <a:latin typeface="SimSun"/>
                <a:ea typeface="SimSun"/>
                <a:sym typeface="SimSun"/>
              </a:rPr>
              <a:t>4</a:t>
            </a:r>
            <a:r>
              <a:rPr kumimoji="0" lang="zh-CN" altLang="en-US" kern="0" dirty="0">
                <a:solidFill>
                  <a:srgbClr val="000000"/>
                </a:solidFill>
                <a:latin typeface="SimSun"/>
                <a:ea typeface="SimSun"/>
                <a:sym typeface="SimSun"/>
              </a:rPr>
              <a:t>、</a:t>
            </a:r>
            <a:r>
              <a:rPr kumimoji="0" lang="en-US" sz="2800" b="0" i="0" u="none" strike="noStrike" kern="0" cap="none" spc="0" normalizeH="0" baseline="0" noProof="0" dirty="0">
                <a:ln>
                  <a:noFill/>
                </a:ln>
                <a:solidFill>
                  <a:srgbClr val="000000"/>
                </a:solidFill>
                <a:effectLst/>
                <a:uLnTx/>
                <a:uFillTx/>
                <a:latin typeface="SimSun"/>
                <a:ea typeface="SimSun"/>
                <a:sym typeface="SimSun"/>
              </a:rPr>
              <a:t>DBA</a:t>
            </a:r>
            <a:endParaRPr kumimoji="0" sz="2800" b="0" i="0" u="none" strike="noStrike" kern="0" cap="none" spc="0" normalizeH="0" baseline="0" noProof="0" dirty="0">
              <a:ln>
                <a:noFill/>
              </a:ln>
              <a:solidFill>
                <a:srgbClr val="000000"/>
              </a:solidFill>
              <a:effectLst/>
              <a:uLnTx/>
              <a:uFillTx/>
              <a:latin typeface="SimSun"/>
              <a:ea typeface="SimSun"/>
              <a:sym typeface="SimSun"/>
            </a:endParaRPr>
          </a:p>
        </p:txBody>
      </p:sp>
      <p:grpSp>
        <p:nvGrpSpPr>
          <p:cNvPr id="622" name="Group 34"/>
          <p:cNvGrpSpPr/>
          <p:nvPr/>
        </p:nvGrpSpPr>
        <p:grpSpPr>
          <a:xfrm>
            <a:off x="-1" y="47625"/>
            <a:ext cx="8382001" cy="1371600"/>
            <a:chOff x="0" y="0"/>
            <a:chExt cx="8381999" cy="1371600"/>
          </a:xfrm>
        </p:grpSpPr>
        <p:sp>
          <p:nvSpPr>
            <p:cNvPr id="616" name="Rectangle 35"/>
            <p:cNvSpPr/>
            <p:nvPr/>
          </p:nvSpPr>
          <p:spPr>
            <a:xfrm>
              <a:off x="285220" y="141287"/>
              <a:ext cx="622830" cy="617538"/>
            </a:xfrm>
            <a:prstGeom prst="rect">
              <a:avLst/>
            </a:prstGeom>
            <a:gradFill flip="none" rotWithShape="1">
              <a:gsLst>
                <a:gs pos="0">
                  <a:srgbClr val="0000FF"/>
                </a:gs>
                <a:gs pos="100000">
                  <a:schemeClr val="accent1"/>
                </a:gs>
              </a:gsLst>
              <a:lin ang="5400000" scaled="0"/>
            </a:gra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0">
                <a:lnSpc>
                  <a:spcPct val="180000"/>
                </a:lnSpc>
                <a:spcBef>
                  <a:spcPts val="0"/>
                </a:spcBef>
                <a:spcAft>
                  <a:spcPts val="0"/>
                </a:spcAft>
                <a:buClrTx/>
                <a:buSzTx/>
                <a:buFontTx/>
                <a:buNone/>
                <a:tabLst/>
                <a:defRPr sz="2400">
                  <a:solidFill>
                    <a:srgbClr val="FFFFFF"/>
                  </a:solidFill>
                  <a:latin typeface="Tahoma"/>
                  <a:ea typeface="Tahoma"/>
                  <a:cs typeface="Tahoma"/>
                  <a:sym typeface="Tahoma"/>
                </a:defRPr>
              </a:pPr>
              <a:endParaRPr kumimoji="0" sz="24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617" name="Rectangle 36"/>
            <p:cNvSpPr/>
            <p:nvPr/>
          </p:nvSpPr>
          <p:spPr>
            <a:xfrm>
              <a:off x="406003" y="690562"/>
              <a:ext cx="414735" cy="619126"/>
            </a:xfrm>
            <a:prstGeom prst="rect">
              <a:avLst/>
            </a:prstGeom>
            <a:solidFill>
              <a:srgbClr val="FFFF00"/>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0">
                <a:lnSpc>
                  <a:spcPct val="180000"/>
                </a:lnSpc>
                <a:spcBef>
                  <a:spcPts val="0"/>
                </a:spcBef>
                <a:spcAft>
                  <a:spcPts val="0"/>
                </a:spcAft>
                <a:buClrTx/>
                <a:buSzTx/>
                <a:buFontTx/>
                <a:buNone/>
                <a:tabLst/>
                <a:defRPr sz="2400">
                  <a:solidFill>
                    <a:srgbClr val="FFFFFF"/>
                  </a:solidFill>
                  <a:latin typeface="Tahoma"/>
                  <a:ea typeface="Tahoma"/>
                  <a:cs typeface="Tahoma"/>
                  <a:sym typeface="Tahoma"/>
                </a:defRPr>
              </a:pPr>
              <a:endParaRPr kumimoji="0" sz="24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618" name="Rectangle 37"/>
            <p:cNvSpPr/>
            <p:nvPr/>
          </p:nvSpPr>
          <p:spPr>
            <a:xfrm>
              <a:off x="769805" y="690562"/>
              <a:ext cx="360892" cy="619126"/>
            </a:xfrm>
            <a:prstGeom prst="rect">
              <a:avLst/>
            </a:prstGeom>
            <a:gradFill flip="none" rotWithShape="1">
              <a:gsLst>
                <a:gs pos="0">
                  <a:srgbClr val="FFFF00"/>
                </a:gs>
                <a:gs pos="100000">
                  <a:srgbClr val="0000FF"/>
                </a:gs>
              </a:gsLst>
              <a:lin ang="0" scaled="0"/>
            </a:gra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0">
                <a:lnSpc>
                  <a:spcPct val="180000"/>
                </a:lnSpc>
                <a:spcBef>
                  <a:spcPts val="0"/>
                </a:spcBef>
                <a:spcAft>
                  <a:spcPts val="0"/>
                </a:spcAft>
                <a:buClrTx/>
                <a:buSzTx/>
                <a:buFontTx/>
                <a:buNone/>
                <a:tabLst/>
                <a:defRPr sz="2400">
                  <a:solidFill>
                    <a:srgbClr val="FFFFFF"/>
                  </a:solidFill>
                  <a:latin typeface="Tahoma"/>
                  <a:ea typeface="Tahoma"/>
                  <a:cs typeface="Tahoma"/>
                  <a:sym typeface="Tahoma"/>
                </a:defRPr>
              </a:pPr>
              <a:endParaRPr kumimoji="0" sz="24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619" name="Rectangle 38"/>
            <p:cNvSpPr/>
            <p:nvPr/>
          </p:nvSpPr>
          <p:spPr>
            <a:xfrm>
              <a:off x="-1" y="457200"/>
              <a:ext cx="628651" cy="609600"/>
            </a:xfrm>
            <a:prstGeom prst="rect">
              <a:avLst/>
            </a:prstGeom>
            <a:gradFill flip="none" rotWithShape="1">
              <a:gsLst>
                <a:gs pos="0">
                  <a:srgbClr val="0000FF"/>
                </a:gs>
                <a:gs pos="100000">
                  <a:srgbClr val="FF0033"/>
                </a:gs>
              </a:gsLst>
              <a:lin ang="18900000" scaled="0"/>
            </a:gra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0">
                <a:lnSpc>
                  <a:spcPct val="180000"/>
                </a:lnSpc>
                <a:spcBef>
                  <a:spcPts val="0"/>
                </a:spcBef>
                <a:spcAft>
                  <a:spcPts val="0"/>
                </a:spcAft>
                <a:buClrTx/>
                <a:buSzTx/>
                <a:buFontTx/>
                <a:buNone/>
                <a:tabLst/>
                <a:defRPr sz="2400">
                  <a:solidFill>
                    <a:srgbClr val="FFFFFF"/>
                  </a:solidFill>
                  <a:latin typeface="Tahoma"/>
                  <a:ea typeface="Tahoma"/>
                  <a:cs typeface="Tahoma"/>
                  <a:sym typeface="Tahoma"/>
                </a:defRPr>
              </a:pPr>
              <a:endParaRPr kumimoji="0" sz="24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620" name="Rectangle 39"/>
            <p:cNvSpPr/>
            <p:nvPr/>
          </p:nvSpPr>
          <p:spPr>
            <a:xfrm>
              <a:off x="622829" y="0"/>
              <a:ext cx="32015" cy="1371600"/>
            </a:xfrm>
            <a:prstGeom prst="rect">
              <a:avLst/>
            </a:prstGeom>
            <a:solidFill>
              <a:srgbClr val="000000"/>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0">
                <a:lnSpc>
                  <a:spcPct val="180000"/>
                </a:lnSpc>
                <a:spcBef>
                  <a:spcPts val="0"/>
                </a:spcBef>
                <a:spcAft>
                  <a:spcPts val="0"/>
                </a:spcAft>
                <a:buClrTx/>
                <a:buSzTx/>
                <a:buFontTx/>
                <a:buNone/>
                <a:tabLst/>
                <a:defRPr sz="2400">
                  <a:solidFill>
                    <a:srgbClr val="FFFFFF"/>
                  </a:solidFill>
                  <a:latin typeface="Tahoma"/>
                  <a:ea typeface="Tahoma"/>
                  <a:cs typeface="Tahoma"/>
                  <a:sym typeface="Tahoma"/>
                </a:defRPr>
              </a:pPr>
              <a:endParaRPr kumimoji="0" sz="24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621" name="Rectangle 40"/>
            <p:cNvSpPr/>
            <p:nvPr/>
          </p:nvSpPr>
          <p:spPr>
            <a:xfrm>
              <a:off x="309959" y="1030287"/>
              <a:ext cx="8072041" cy="41276"/>
            </a:xfrm>
            <a:prstGeom prst="rect">
              <a:avLst/>
            </a:prstGeom>
            <a:gradFill flip="none" rotWithShape="1">
              <a:gsLst>
                <a:gs pos="0">
                  <a:srgbClr val="000000"/>
                </a:gs>
                <a:gs pos="100000">
                  <a:srgbClr val="0000FF"/>
                </a:gs>
              </a:gsLst>
              <a:lin ang="0" scaled="0"/>
            </a:gra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0">
                <a:lnSpc>
                  <a:spcPct val="180000"/>
                </a:lnSpc>
                <a:spcBef>
                  <a:spcPts val="0"/>
                </a:spcBef>
                <a:spcAft>
                  <a:spcPts val="0"/>
                </a:spcAft>
                <a:buClrTx/>
                <a:buSzTx/>
                <a:buFontTx/>
                <a:buNone/>
                <a:tabLst/>
                <a:defRPr sz="2400">
                  <a:solidFill>
                    <a:srgbClr val="FFFFFF"/>
                  </a:solidFill>
                  <a:latin typeface="Tahoma"/>
                  <a:ea typeface="Tahoma"/>
                  <a:cs typeface="Tahoma"/>
                  <a:sym typeface="Tahoma"/>
                </a:defRPr>
              </a:pPr>
              <a:endParaRPr kumimoji="0" sz="2400" b="0" i="0" u="none" strike="noStrike" kern="0" cap="none" spc="0" normalizeH="0" baseline="0" noProof="0">
                <a:ln>
                  <a:noFill/>
                </a:ln>
                <a:solidFill>
                  <a:srgbClr val="FFFFFF"/>
                </a:solidFill>
                <a:effectLst/>
                <a:uLnTx/>
                <a:uFillTx/>
                <a:latin typeface="Tahoma"/>
                <a:ea typeface="Tahoma"/>
                <a:cs typeface="Tahoma"/>
                <a:sym typeface="Tahoma"/>
              </a:endParaRPr>
            </a:p>
          </p:txBody>
        </p:sp>
      </p:grpSp>
      <p:sp>
        <p:nvSpPr>
          <p:cNvPr id="38" name="Rectangle 2">
            <a:extLst>
              <a:ext uri="{FF2B5EF4-FFF2-40B4-BE49-F238E27FC236}">
                <a16:creationId xmlns:a16="http://schemas.microsoft.com/office/drawing/2014/main" id="{EDC71A24-0F02-254D-AF92-FD8C7A1A66C2}"/>
              </a:ext>
            </a:extLst>
          </p:cNvPr>
          <p:cNvSpPr txBox="1"/>
          <p:nvPr/>
        </p:nvSpPr>
        <p:spPr>
          <a:xfrm>
            <a:off x="1124875" y="238945"/>
            <a:ext cx="9052562" cy="7005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0" marR="0" lvl="0" indent="0" algn="just" defTabSz="914400" rtl="0" eaLnBrk="1" fontAlgn="auto" latinLnBrk="0" hangingPunct="0">
              <a:lnSpc>
                <a:spcPct val="140000"/>
              </a:lnSpc>
              <a:spcBef>
                <a:spcPts val="1900"/>
              </a:spcBef>
              <a:spcAft>
                <a:spcPts val="0"/>
              </a:spcAft>
              <a:buClrTx/>
              <a:buSzTx/>
              <a:buFontTx/>
              <a:buNone/>
              <a:tabLst/>
              <a:defRPr sz="3200">
                <a:latin typeface="SimSun"/>
                <a:ea typeface="SimSun"/>
                <a:cs typeface="SimSun"/>
                <a:sym typeface="SimSun"/>
              </a:defRPr>
            </a:pPr>
            <a:r>
              <a:rPr kumimoji="0" lang="zh-CN" altLang="en-US" sz="3200" b="0"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SimSun"/>
                <a:ea typeface="SimSun"/>
                <a:sym typeface="SimSun"/>
              </a:rPr>
              <a:t> </a:t>
            </a:r>
            <a:r>
              <a:rPr kumimoji="0" lang="zh-CN" altLang="en-US" sz="3200" b="1"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Times New Roman"/>
                <a:ea typeface="+mn-ea"/>
                <a:cs typeface="Times New Roman"/>
                <a:sym typeface="Times New Roman"/>
              </a:rPr>
              <a:t>◆ </a:t>
            </a:r>
            <a:r>
              <a:rPr kumimoji="0" lang="en-US" altLang="zh-CN" sz="3200" b="1"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Times New Roman"/>
                <a:ea typeface="+mn-ea"/>
                <a:cs typeface="Times New Roman"/>
                <a:sym typeface="Times New Roman"/>
              </a:rPr>
              <a:t>2.5</a:t>
            </a:r>
            <a:r>
              <a:rPr kumimoji="0" lang="zh-CN" altLang="en-US" sz="3200" b="1"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Times New Roman"/>
                <a:ea typeface="+mn-ea"/>
                <a:cs typeface="Times New Roman"/>
                <a:sym typeface="Times New Roman"/>
              </a:rPr>
              <a:t> 数据库系统</a:t>
            </a:r>
            <a:endParaRPr kumimoji="0" lang="zh-CN" altLang="en-US" sz="3200" b="1" i="0" u="none" strike="noStrike" kern="0" cap="none" spc="0" normalizeH="0" baseline="0" noProof="0" dirty="0">
              <a:ln>
                <a:noFill/>
              </a:ln>
              <a:solidFill>
                <a:srgbClr val="000099"/>
              </a:solidFill>
              <a:effectLst>
                <a:outerShdw blurRad="38100" dist="38100" dir="2700000" rotWithShape="0">
                  <a:srgbClr val="C0C0C0"/>
                </a:outerShdw>
              </a:effectLst>
              <a:uLnTx/>
              <a:uFillTx/>
              <a:latin typeface="Times New Roman"/>
              <a:ea typeface="SimSun"/>
              <a:cs typeface="Times New Roman"/>
              <a:sym typeface="SimSun"/>
            </a:endParaRPr>
          </a:p>
        </p:txBody>
      </p:sp>
    </p:spTree>
    <p:extLst>
      <p:ext uri="{BB962C8B-B14F-4D97-AF65-F5344CB8AC3E}">
        <p14:creationId xmlns:p14="http://schemas.microsoft.com/office/powerpoint/2010/main" val="1495305646"/>
      </p:ext>
    </p:extLst>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67D2BD3A-30DE-4497-B70B-EC8C8E061323}"/>
              </a:ext>
            </a:extLst>
          </p:cNvPr>
          <p:cNvSpPr>
            <a:spLocks noChangeArrowheads="1"/>
          </p:cNvSpPr>
          <p:nvPr/>
        </p:nvSpPr>
        <p:spPr bwMode="auto">
          <a:xfrm>
            <a:off x="107950" y="44450"/>
            <a:ext cx="9036050" cy="66425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lgn="just">
              <a:lnSpc>
                <a:spcPct val="120000"/>
              </a:lnSpc>
              <a:spcBef>
                <a:spcPts val="0"/>
              </a:spcBef>
              <a:buClrTx/>
              <a:buSzTx/>
              <a:buFontTx/>
              <a:buNone/>
            </a:pPr>
            <a:r>
              <a:rPr lang="zh-CN" altLang="en-US" sz="2400" b="1" dirty="0">
                <a:solidFill>
                  <a:srgbClr val="000099"/>
                </a:solidFill>
                <a:latin typeface="宋体" panose="02010600030101010101" pitchFamily="2" charset="-122"/>
              </a:rPr>
              <a:t>数据库管理员</a:t>
            </a:r>
            <a:r>
              <a:rPr lang="en-US" altLang="zh-CN" sz="2400" b="1" dirty="0">
                <a:solidFill>
                  <a:srgbClr val="000099"/>
                </a:solidFill>
                <a:latin typeface="宋体" panose="02010600030101010101" pitchFamily="2" charset="-122"/>
              </a:rPr>
              <a:t>DBA</a:t>
            </a:r>
          </a:p>
          <a:p>
            <a:pPr algn="just">
              <a:lnSpc>
                <a:spcPct val="120000"/>
              </a:lnSpc>
              <a:spcBef>
                <a:spcPts val="0"/>
              </a:spcBef>
              <a:buClrTx/>
              <a:buSzTx/>
              <a:buFontTx/>
              <a:buNone/>
            </a:pPr>
            <a:r>
              <a:rPr lang="en-US" altLang="zh-CN" sz="2400" b="1" dirty="0">
                <a:solidFill>
                  <a:schemeClr val="bg2"/>
                </a:solidFill>
                <a:latin typeface="宋体" panose="02010600030101010101" pitchFamily="2" charset="-122"/>
              </a:rPr>
              <a:t>     DBA</a:t>
            </a:r>
            <a:r>
              <a:rPr lang="zh-CN" altLang="en-US" sz="2400" b="1" dirty="0">
                <a:solidFill>
                  <a:schemeClr val="bg2"/>
                </a:solidFill>
              </a:rPr>
              <a:t>是控制数据整体结构的一组人员，负责</a:t>
            </a:r>
            <a:r>
              <a:rPr lang="en-US" altLang="zh-CN" sz="2400" b="1" dirty="0">
                <a:solidFill>
                  <a:schemeClr val="bg2"/>
                </a:solidFill>
                <a:latin typeface="宋体" panose="02010600030101010101" pitchFamily="2" charset="-122"/>
              </a:rPr>
              <a:t>DBS</a:t>
            </a:r>
            <a:r>
              <a:rPr lang="zh-CN" altLang="en-US" sz="2400" b="1" dirty="0">
                <a:solidFill>
                  <a:schemeClr val="bg2"/>
                </a:solidFill>
              </a:rPr>
              <a:t>的正常运行，</a:t>
            </a:r>
          </a:p>
          <a:p>
            <a:pPr algn="just">
              <a:lnSpc>
                <a:spcPct val="120000"/>
              </a:lnSpc>
              <a:spcBef>
                <a:spcPts val="0"/>
              </a:spcBef>
              <a:buClrTx/>
              <a:buSzTx/>
              <a:buFontTx/>
              <a:buNone/>
            </a:pPr>
            <a:r>
              <a:rPr lang="zh-CN" altLang="en-US" sz="2400" b="1" dirty="0">
                <a:solidFill>
                  <a:schemeClr val="bg2"/>
                </a:solidFill>
              </a:rPr>
              <a:t>  承担创建、监控和维护数据库结构的责任。</a:t>
            </a:r>
            <a:endParaRPr lang="zh-CN" altLang="en-US" sz="2400" b="1" dirty="0">
              <a:solidFill>
                <a:schemeClr val="bg2"/>
              </a:solidFill>
              <a:latin typeface="宋体" panose="02010600030101010101" pitchFamily="2" charset="-122"/>
            </a:endParaRPr>
          </a:p>
          <a:p>
            <a:pPr algn="just">
              <a:spcBef>
                <a:spcPts val="0"/>
              </a:spcBef>
              <a:buClrTx/>
              <a:buSzTx/>
              <a:buFontTx/>
              <a:buNone/>
            </a:pPr>
            <a:r>
              <a:rPr lang="zh-CN" altLang="en-US" sz="2400" b="1" dirty="0">
                <a:solidFill>
                  <a:schemeClr val="bg2"/>
                </a:solidFill>
                <a:latin typeface="宋体" panose="02010600030101010101" pitchFamily="2" charset="-122"/>
              </a:rPr>
              <a:t>   </a:t>
            </a:r>
            <a:r>
              <a:rPr lang="en-US" altLang="zh-CN" sz="2400" b="1" dirty="0">
                <a:solidFill>
                  <a:srgbClr val="660033"/>
                </a:solidFill>
                <a:latin typeface="宋体" panose="02010600030101010101" pitchFamily="2" charset="-122"/>
              </a:rPr>
              <a:t>DBA</a:t>
            </a:r>
            <a:r>
              <a:rPr lang="zh-CN" altLang="en-US" sz="2400" b="1" dirty="0">
                <a:solidFill>
                  <a:srgbClr val="660033"/>
                </a:solidFill>
              </a:rPr>
              <a:t>的主要职责：</a:t>
            </a:r>
            <a:endParaRPr lang="zh-CN" altLang="en-US" sz="2400" b="1" dirty="0">
              <a:solidFill>
                <a:srgbClr val="660033"/>
              </a:solidFill>
              <a:latin typeface="宋体" panose="02010600030101010101" pitchFamily="2" charset="-122"/>
            </a:endParaRPr>
          </a:p>
          <a:p>
            <a:pPr algn="just">
              <a:spcBef>
                <a:spcPts val="0"/>
              </a:spcBef>
              <a:buClrTx/>
              <a:buSzTx/>
              <a:buFontTx/>
              <a:buNone/>
            </a:pPr>
            <a:r>
              <a:rPr lang="zh-CN" altLang="en-US" sz="2400" b="1" dirty="0">
                <a:solidFill>
                  <a:schemeClr val="bg2"/>
                </a:solidFill>
              </a:rPr>
              <a:t>       ①</a:t>
            </a:r>
            <a:r>
              <a:rPr lang="zh-CN" altLang="en-US" sz="2400" b="1" dirty="0">
                <a:solidFill>
                  <a:schemeClr val="bg2"/>
                </a:solidFill>
                <a:cs typeface="Times New Roman" panose="02020603050405020304" pitchFamily="18" charset="0"/>
              </a:rPr>
              <a:t>    </a:t>
            </a:r>
            <a:r>
              <a:rPr lang="zh-CN" altLang="en-US" sz="2400" b="1" dirty="0">
                <a:solidFill>
                  <a:schemeClr val="bg1"/>
                </a:solidFill>
              </a:rPr>
              <a:t>定义模式</a:t>
            </a:r>
            <a:endParaRPr lang="zh-CN" altLang="en-US" sz="2400" b="1" dirty="0">
              <a:solidFill>
                <a:schemeClr val="bg1"/>
              </a:solidFill>
              <a:latin typeface="宋体" panose="02010600030101010101" pitchFamily="2" charset="-122"/>
            </a:endParaRPr>
          </a:p>
          <a:p>
            <a:pPr algn="just">
              <a:spcBef>
                <a:spcPts val="0"/>
              </a:spcBef>
              <a:buClrTx/>
              <a:buSzTx/>
              <a:buFontTx/>
              <a:buNone/>
            </a:pPr>
            <a:r>
              <a:rPr lang="zh-CN" altLang="en-US" sz="2400" b="1" dirty="0">
                <a:solidFill>
                  <a:schemeClr val="bg2"/>
                </a:solidFill>
              </a:rPr>
              <a:t>       ②</a:t>
            </a:r>
            <a:r>
              <a:rPr lang="zh-CN" altLang="en-US" sz="2400" b="1" dirty="0">
                <a:solidFill>
                  <a:schemeClr val="bg2"/>
                </a:solidFill>
                <a:cs typeface="Times New Roman" panose="02020603050405020304" pitchFamily="18" charset="0"/>
              </a:rPr>
              <a:t>    </a:t>
            </a:r>
            <a:r>
              <a:rPr lang="zh-CN" altLang="en-US" sz="2400" b="1" dirty="0">
                <a:solidFill>
                  <a:schemeClr val="bg1"/>
                </a:solidFill>
              </a:rPr>
              <a:t>定义内模式</a:t>
            </a:r>
            <a:endParaRPr lang="zh-CN" altLang="en-US" sz="2400" b="1" dirty="0">
              <a:solidFill>
                <a:schemeClr val="bg1"/>
              </a:solidFill>
              <a:latin typeface="宋体" panose="02010600030101010101" pitchFamily="2" charset="-122"/>
            </a:endParaRPr>
          </a:p>
          <a:p>
            <a:pPr algn="just">
              <a:spcBef>
                <a:spcPts val="0"/>
              </a:spcBef>
              <a:buClrTx/>
              <a:buSzTx/>
              <a:buFontTx/>
              <a:buNone/>
            </a:pPr>
            <a:r>
              <a:rPr lang="zh-CN" altLang="en-US" sz="2400" b="1" dirty="0">
                <a:solidFill>
                  <a:schemeClr val="bg2"/>
                </a:solidFill>
              </a:rPr>
              <a:t>       ③</a:t>
            </a:r>
            <a:r>
              <a:rPr lang="zh-CN" altLang="en-US" sz="2400" b="1" dirty="0">
                <a:solidFill>
                  <a:schemeClr val="bg2"/>
                </a:solidFill>
                <a:cs typeface="Times New Roman" panose="02020603050405020304" pitchFamily="18" charset="0"/>
              </a:rPr>
              <a:t>   </a:t>
            </a:r>
            <a:r>
              <a:rPr lang="zh-CN" altLang="en-US" sz="2400" b="1" dirty="0">
                <a:solidFill>
                  <a:schemeClr val="bg1"/>
                </a:solidFill>
              </a:rPr>
              <a:t>与用户的联络</a:t>
            </a:r>
            <a:r>
              <a:rPr lang="zh-CN" altLang="en-US" sz="2400" b="1" dirty="0">
                <a:solidFill>
                  <a:schemeClr val="bg2"/>
                </a:solidFill>
              </a:rPr>
              <a:t>。包括定义外模式、应用程序的设计、提供</a:t>
            </a:r>
          </a:p>
          <a:p>
            <a:pPr algn="just">
              <a:spcBef>
                <a:spcPts val="0"/>
              </a:spcBef>
              <a:buClrTx/>
              <a:buSzTx/>
              <a:buFontTx/>
              <a:buNone/>
            </a:pPr>
            <a:r>
              <a:rPr lang="zh-CN" altLang="en-US" sz="2400" b="1" dirty="0">
                <a:solidFill>
                  <a:schemeClr val="bg2"/>
                </a:solidFill>
              </a:rPr>
              <a:t>              技术培训等专业服务。</a:t>
            </a:r>
            <a:endParaRPr lang="zh-CN" altLang="en-US" sz="2400" b="1" dirty="0">
              <a:solidFill>
                <a:schemeClr val="bg2"/>
              </a:solidFill>
              <a:latin typeface="宋体" panose="02010600030101010101" pitchFamily="2" charset="-122"/>
            </a:endParaRPr>
          </a:p>
          <a:p>
            <a:pPr algn="just">
              <a:spcBef>
                <a:spcPts val="0"/>
              </a:spcBef>
              <a:buClrTx/>
              <a:buSzTx/>
              <a:buFontTx/>
              <a:buNone/>
            </a:pPr>
            <a:r>
              <a:rPr lang="zh-CN" altLang="en-US" sz="2400" b="1" dirty="0">
                <a:solidFill>
                  <a:schemeClr val="bg2"/>
                </a:solidFill>
              </a:rPr>
              <a:t>       ④</a:t>
            </a:r>
            <a:r>
              <a:rPr lang="zh-CN" altLang="en-US" sz="2400" b="1" dirty="0">
                <a:solidFill>
                  <a:schemeClr val="bg2"/>
                </a:solidFill>
                <a:cs typeface="Times New Roman" panose="02020603050405020304" pitchFamily="18" charset="0"/>
              </a:rPr>
              <a:t>    </a:t>
            </a:r>
            <a:r>
              <a:rPr lang="zh-CN" altLang="en-US" sz="2400" b="1" dirty="0">
                <a:solidFill>
                  <a:schemeClr val="bg1"/>
                </a:solidFill>
              </a:rPr>
              <a:t>定义安全性规则</a:t>
            </a:r>
            <a:r>
              <a:rPr lang="zh-CN" altLang="en-US" sz="2400" b="1" dirty="0">
                <a:solidFill>
                  <a:schemeClr val="bg2"/>
                </a:solidFill>
              </a:rPr>
              <a:t>，对用户访问数据库的授权。</a:t>
            </a:r>
            <a:endParaRPr lang="zh-CN" altLang="en-US" sz="2400" b="1" dirty="0">
              <a:solidFill>
                <a:schemeClr val="bg2"/>
              </a:solidFill>
              <a:latin typeface="宋体" panose="02010600030101010101" pitchFamily="2" charset="-122"/>
            </a:endParaRPr>
          </a:p>
          <a:p>
            <a:pPr algn="just">
              <a:spcBef>
                <a:spcPts val="0"/>
              </a:spcBef>
              <a:buClrTx/>
              <a:buSzTx/>
              <a:buFontTx/>
              <a:buNone/>
            </a:pPr>
            <a:r>
              <a:rPr lang="zh-CN" altLang="en-US" sz="2400" b="1" dirty="0">
                <a:solidFill>
                  <a:schemeClr val="bg2"/>
                </a:solidFill>
              </a:rPr>
              <a:t>       ⑤</a:t>
            </a:r>
            <a:r>
              <a:rPr lang="zh-CN" altLang="en-US" sz="2400" b="1" dirty="0">
                <a:solidFill>
                  <a:schemeClr val="bg2"/>
                </a:solidFill>
                <a:cs typeface="Times New Roman" panose="02020603050405020304" pitchFamily="18" charset="0"/>
              </a:rPr>
              <a:t>    </a:t>
            </a:r>
            <a:r>
              <a:rPr lang="zh-CN" altLang="en-US" sz="2400" b="1" dirty="0">
                <a:solidFill>
                  <a:schemeClr val="bg1"/>
                </a:solidFill>
              </a:rPr>
              <a:t>定义完整性规则</a:t>
            </a:r>
            <a:r>
              <a:rPr lang="zh-CN" altLang="en-US" sz="2400" b="1" dirty="0">
                <a:solidFill>
                  <a:schemeClr val="bg2"/>
                </a:solidFill>
              </a:rPr>
              <a:t>，监督数据库的运行。</a:t>
            </a:r>
            <a:endParaRPr lang="zh-CN" altLang="en-US" sz="2400" b="1" dirty="0">
              <a:solidFill>
                <a:schemeClr val="bg2"/>
              </a:solidFill>
              <a:latin typeface="宋体" panose="02010600030101010101" pitchFamily="2" charset="-122"/>
            </a:endParaRPr>
          </a:p>
          <a:p>
            <a:pPr algn="just">
              <a:spcBef>
                <a:spcPts val="0"/>
              </a:spcBef>
              <a:buClrTx/>
              <a:buSzTx/>
              <a:buFontTx/>
              <a:buNone/>
            </a:pPr>
            <a:r>
              <a:rPr lang="zh-CN" altLang="en-US" sz="2400" b="1" dirty="0">
                <a:solidFill>
                  <a:schemeClr val="bg2"/>
                </a:solidFill>
              </a:rPr>
              <a:t>       ⑥</a:t>
            </a:r>
            <a:r>
              <a:rPr lang="zh-CN" altLang="en-US" sz="2400" b="1" dirty="0">
                <a:solidFill>
                  <a:schemeClr val="bg2"/>
                </a:solidFill>
                <a:cs typeface="Times New Roman" panose="02020603050405020304" pitchFamily="18" charset="0"/>
              </a:rPr>
              <a:t>    </a:t>
            </a:r>
            <a:r>
              <a:rPr lang="zh-CN" altLang="en-US" sz="2400" b="1" dirty="0">
                <a:solidFill>
                  <a:schemeClr val="bg1"/>
                </a:solidFill>
              </a:rPr>
              <a:t>数据库的转储与恢复工作</a:t>
            </a:r>
            <a:r>
              <a:rPr lang="zh-CN" altLang="en-US" sz="2400" b="1" dirty="0">
                <a:solidFill>
                  <a:schemeClr val="bg2"/>
                </a:solidFill>
              </a:rPr>
              <a:t>。</a:t>
            </a:r>
            <a:endParaRPr lang="zh-CN" altLang="en-US" sz="2400" b="1" dirty="0">
              <a:solidFill>
                <a:schemeClr val="bg2"/>
              </a:solidFill>
              <a:latin typeface="宋体" panose="02010600030101010101" pitchFamily="2" charset="-122"/>
            </a:endParaRPr>
          </a:p>
        </p:txBody>
      </p:sp>
      <p:pic>
        <p:nvPicPr>
          <p:cNvPr id="3" name="图片 2">
            <a:extLst>
              <a:ext uri="{FF2B5EF4-FFF2-40B4-BE49-F238E27FC236}">
                <a16:creationId xmlns:a16="http://schemas.microsoft.com/office/drawing/2014/main" id="{17EB475B-C307-0944-AA62-F2474CE54DA2}"/>
              </a:ext>
            </a:extLst>
          </p:cNvPr>
          <p:cNvPicPr>
            <a:picLocks noChangeAspect="1"/>
          </p:cNvPicPr>
          <p:nvPr/>
        </p:nvPicPr>
        <p:blipFill rotWithShape="1">
          <a:blip r:embed="rId2"/>
          <a:srcRect l="676" t="20973" r="54062" b="13716"/>
          <a:stretch/>
        </p:blipFill>
        <p:spPr>
          <a:xfrm>
            <a:off x="107950" y="1484784"/>
            <a:ext cx="577970" cy="550431"/>
          </a:xfrm>
          <a:prstGeom prst="rect">
            <a:avLst/>
          </a:prstGeom>
        </p:spPr>
      </p:pic>
    </p:spTree>
    <p:extLst>
      <p:ext uri="{BB962C8B-B14F-4D97-AF65-F5344CB8AC3E}">
        <p14:creationId xmlns:p14="http://schemas.microsoft.com/office/powerpoint/2010/main" val="515064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4A3ADCB5-1F4F-ED48-AA23-72C831A5AAD8}"/>
              </a:ext>
            </a:extLst>
          </p:cNvPr>
          <p:cNvSpPr txBox="1"/>
          <p:nvPr/>
        </p:nvSpPr>
        <p:spPr>
          <a:xfrm>
            <a:off x="251520" y="1580"/>
            <a:ext cx="9052562" cy="6786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0" marR="0" lvl="0" indent="0" algn="just" defTabSz="914400" rtl="0" eaLnBrk="1" fontAlgn="auto" latinLnBrk="0" hangingPunct="0">
              <a:lnSpc>
                <a:spcPct val="140000"/>
              </a:lnSpc>
              <a:spcBef>
                <a:spcPts val="1900"/>
              </a:spcBef>
              <a:spcAft>
                <a:spcPts val="0"/>
              </a:spcAft>
              <a:buClrTx/>
              <a:buSzTx/>
              <a:buFontTx/>
              <a:buNone/>
              <a:tabLst/>
              <a:defRPr sz="3200">
                <a:latin typeface="SimSun"/>
                <a:ea typeface="SimSun"/>
                <a:cs typeface="SimSun"/>
                <a:sym typeface="SimSun"/>
              </a:defRPr>
            </a:pPr>
            <a:r>
              <a:rPr lang="zh-CN" altLang="en-US" sz="3200" b="1" dirty="0">
                <a:solidFill>
                  <a:srgbClr val="000099"/>
                </a:solidFill>
                <a:sym typeface="Times New Roman"/>
              </a:rPr>
              <a:t>二、</a:t>
            </a:r>
            <a:r>
              <a:rPr lang="zh-CN" altLang="en-US" sz="3200" b="1" dirty="0">
                <a:solidFill>
                  <a:srgbClr val="000099"/>
                </a:solidFill>
                <a:latin typeface="SimSun"/>
                <a:ea typeface="SimSun"/>
                <a:sym typeface="Times New Roman"/>
              </a:rPr>
              <a:t>数据库系统的全局结构</a:t>
            </a:r>
            <a:endParaRPr lang="zh-CN" altLang="en-US" sz="3200" b="1" dirty="0">
              <a:solidFill>
                <a:srgbClr val="000099"/>
              </a:solidFill>
              <a:latin typeface="SimSun"/>
              <a:ea typeface="SimSun"/>
              <a:sym typeface="SimSun"/>
            </a:endParaRPr>
          </a:p>
        </p:txBody>
      </p:sp>
      <p:pic>
        <p:nvPicPr>
          <p:cNvPr id="5" name="图片 4" descr="图示, 示意图&#10;&#10;描述已自动生成">
            <a:extLst>
              <a:ext uri="{FF2B5EF4-FFF2-40B4-BE49-F238E27FC236}">
                <a16:creationId xmlns:a16="http://schemas.microsoft.com/office/drawing/2014/main" id="{9E04304F-B278-064B-8872-D4FC14184DD2}"/>
              </a:ext>
            </a:extLst>
          </p:cNvPr>
          <p:cNvPicPr>
            <a:picLocks noChangeAspect="1"/>
          </p:cNvPicPr>
          <p:nvPr/>
        </p:nvPicPr>
        <p:blipFill rotWithShape="1">
          <a:blip r:embed="rId2">
            <a:biLevel thresh="50000"/>
            <a:extLst>
              <a:ext uri="{28A0092B-C50C-407E-A947-70E740481C1C}">
                <a14:useLocalDpi xmlns:a14="http://schemas.microsoft.com/office/drawing/2010/main" val="0"/>
              </a:ext>
            </a:extLst>
          </a:blip>
          <a:srcRect l="6301" t="8133" r="25976" b="24667"/>
          <a:stretch/>
        </p:blipFill>
        <p:spPr>
          <a:xfrm rot="5400000">
            <a:off x="1572417" y="1447820"/>
            <a:ext cx="5999166" cy="4464496"/>
          </a:xfrm>
          <a:prstGeom prst="rect">
            <a:avLst/>
          </a:prstGeom>
        </p:spPr>
      </p:pic>
    </p:spTree>
    <p:extLst>
      <p:ext uri="{BB962C8B-B14F-4D97-AF65-F5344CB8AC3E}">
        <p14:creationId xmlns:p14="http://schemas.microsoft.com/office/powerpoint/2010/main" val="401400011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 name="Rectangle 2"/>
          <p:cNvSpPr txBox="1"/>
          <p:nvPr/>
        </p:nvSpPr>
        <p:spPr>
          <a:xfrm>
            <a:off x="-2" y="1585030"/>
            <a:ext cx="9981250" cy="10361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0" marR="0" lvl="0" indent="0" algn="just" defTabSz="914400" rtl="0" eaLnBrk="1" fontAlgn="auto" latinLnBrk="0" hangingPunct="0">
              <a:lnSpc>
                <a:spcPct val="80000"/>
              </a:lnSpc>
              <a:spcBef>
                <a:spcPts val="1900"/>
              </a:spcBef>
              <a:spcAft>
                <a:spcPts val="0"/>
              </a:spcAft>
              <a:buClrTx/>
              <a:buSzTx/>
              <a:buFontTx/>
              <a:buNone/>
              <a:tabLst/>
              <a:defRPr sz="3200" b="1"/>
            </a:pPr>
            <a:r>
              <a:rPr kumimoji="0" sz="3200" b="1" i="0" u="none" strike="noStrike" kern="0" cap="none" spc="0" normalizeH="0" baseline="0" noProof="0" dirty="0">
                <a:ln>
                  <a:noFill/>
                </a:ln>
                <a:solidFill>
                  <a:srgbClr val="000000"/>
                </a:solidFill>
                <a:effectLst/>
                <a:uLnTx/>
                <a:uFillTx/>
                <a:latin typeface="Times New Roman"/>
                <a:cs typeface="Times New Roman"/>
                <a:sym typeface="Times New Roman"/>
              </a:rPr>
              <a:t>             </a:t>
            </a:r>
            <a:endParaRPr kumimoji="0" sz="3200" b="0" i="0" u="none" strike="noStrike" kern="0" cap="none" spc="0" normalizeH="0" baseline="0" noProof="0" dirty="0">
              <a:ln>
                <a:noFill/>
              </a:ln>
              <a:solidFill>
                <a:srgbClr val="800000"/>
              </a:solidFill>
              <a:effectLst>
                <a:outerShdw blurRad="38100" dist="38100" dir="2700000" rotWithShape="0">
                  <a:srgbClr val="000000">
                    <a:alpha val="43137"/>
                  </a:srgbClr>
                </a:outerShdw>
              </a:effectLst>
              <a:uLnTx/>
              <a:uFillTx/>
              <a:latin typeface="SimSong Bold"/>
              <a:ea typeface="SimSong Bold"/>
              <a:cs typeface="SimSong Bold"/>
              <a:sym typeface="SimSong Bold"/>
            </a:endParaRPr>
          </a:p>
          <a:p>
            <a:pPr marL="0" marR="0" lvl="0" indent="0" algn="just" defTabSz="914400" rtl="0" eaLnBrk="1" fontAlgn="auto" latinLnBrk="0" hangingPunct="0">
              <a:lnSpc>
                <a:spcPct val="80000"/>
              </a:lnSpc>
              <a:spcBef>
                <a:spcPts val="1600"/>
              </a:spcBef>
              <a:spcAft>
                <a:spcPts val="0"/>
              </a:spcAft>
              <a:buClrTx/>
              <a:buSzTx/>
              <a:buFontTx/>
              <a:buNone/>
              <a:tabLst/>
              <a:defRPr>
                <a:latin typeface="SimSun"/>
                <a:ea typeface="SimSun"/>
                <a:cs typeface="SimSun"/>
                <a:sym typeface="SimSun"/>
              </a:defRPr>
            </a:pPr>
            <a:r>
              <a:rPr kumimoji="0" sz="2800" b="0" i="0" u="none" strike="noStrike" kern="0" cap="none" spc="0" normalizeH="0" baseline="0" noProof="0" dirty="0">
                <a:ln>
                  <a:noFill/>
                </a:ln>
                <a:solidFill>
                  <a:srgbClr val="000000"/>
                </a:solidFill>
                <a:effectLst/>
                <a:uLnTx/>
                <a:uFillTx/>
                <a:latin typeface="SimSun"/>
                <a:ea typeface="SimSun"/>
                <a:sym typeface="SimSun"/>
              </a:rPr>
              <a:t>  1.集中式DB体系结构  </a:t>
            </a:r>
            <a:r>
              <a:rPr kumimoji="0" sz="2800" b="0" i="0" u="none" strike="noStrike" kern="0" cap="none" spc="0" normalizeH="0" baseline="0" noProof="0" dirty="0" err="1">
                <a:ln>
                  <a:noFill/>
                </a:ln>
                <a:solidFill>
                  <a:srgbClr val="000000"/>
                </a:solidFill>
                <a:effectLst/>
                <a:uLnTx/>
                <a:uFillTx/>
                <a:latin typeface="SimSun"/>
                <a:ea typeface="SimSun"/>
                <a:sym typeface="SimSun"/>
              </a:rPr>
              <a:t>即：主从式（主机／终端式</a:t>
            </a:r>
            <a:r>
              <a:rPr kumimoji="0" sz="2800" b="0" i="0" u="none" strike="noStrike" kern="0" cap="none" spc="0" normalizeH="0" baseline="0" noProof="0" dirty="0">
                <a:ln>
                  <a:noFill/>
                </a:ln>
                <a:solidFill>
                  <a:srgbClr val="000000"/>
                </a:solidFill>
                <a:effectLst/>
                <a:uLnTx/>
                <a:uFillTx/>
                <a:latin typeface="SimSun"/>
                <a:ea typeface="SimSun"/>
                <a:sym typeface="SimSun"/>
              </a:rPr>
              <a:t>）</a:t>
            </a:r>
            <a:r>
              <a:rPr kumimoji="0" lang="zh-CN" altLang="en-US" sz="2800" b="0" i="0" u="none" strike="noStrike" kern="0" cap="none" spc="0" normalizeH="0" baseline="0" noProof="0" dirty="0">
                <a:ln>
                  <a:noFill/>
                </a:ln>
                <a:solidFill>
                  <a:srgbClr val="000000"/>
                </a:solidFill>
                <a:effectLst/>
                <a:uLnTx/>
                <a:uFillTx/>
                <a:latin typeface="SimSun"/>
                <a:ea typeface="SimSun"/>
                <a:sym typeface="SimSun"/>
              </a:rPr>
              <a:t>：</a:t>
            </a:r>
            <a:endParaRPr kumimoji="0" sz="2800" b="0" i="0" u="none" strike="noStrike" kern="0" cap="none" spc="0" normalizeH="0" baseline="0" noProof="0" dirty="0">
              <a:ln>
                <a:noFill/>
              </a:ln>
              <a:solidFill>
                <a:srgbClr val="000000"/>
              </a:solidFill>
              <a:effectLst/>
              <a:uLnTx/>
              <a:uFillTx/>
              <a:latin typeface="SimSun"/>
              <a:ea typeface="SimSun"/>
              <a:sym typeface="SimSun"/>
            </a:endParaRPr>
          </a:p>
        </p:txBody>
      </p:sp>
      <p:sp>
        <p:nvSpPr>
          <p:cNvPr id="588" name="Rectangle 47"/>
          <p:cNvSpPr txBox="1"/>
          <p:nvPr/>
        </p:nvSpPr>
        <p:spPr>
          <a:xfrm>
            <a:off x="3966839" y="3141663"/>
            <a:ext cx="1502422" cy="11936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0800" tIns="10800" rIns="10800" bIns="10800">
            <a:spAutoFit/>
          </a:bodyPr>
          <a:lstStyle/>
          <a:p>
            <a:pPr marL="0" marR="0" lvl="0" indent="0" algn="ctr" defTabSz="914400" rtl="0" eaLnBrk="1" fontAlgn="auto" latinLnBrk="0" hangingPunct="0">
              <a:lnSpc>
                <a:spcPct val="180000"/>
              </a:lnSpc>
              <a:spcBef>
                <a:spcPts val="0"/>
              </a:spcBef>
              <a:spcAft>
                <a:spcPts val="0"/>
              </a:spcAft>
              <a:buClrTx/>
              <a:buSzTx/>
              <a:buFontTx/>
              <a:buNone/>
              <a:tabLst/>
              <a:defRPr/>
            </a:pPr>
            <a:endParaRPr kumimoji="0" sz="2800" b="0" i="0" u="none" strike="noStrike" kern="0" cap="none" spc="0" normalizeH="0" baseline="0" noProof="0">
              <a:ln>
                <a:noFill/>
              </a:ln>
              <a:solidFill>
                <a:srgbClr val="000000"/>
              </a:solidFill>
              <a:effectLst/>
              <a:uLnTx/>
              <a:uFillTx/>
              <a:latin typeface="Times New Roman"/>
              <a:cs typeface="Times New Roman"/>
              <a:sym typeface="Times New Roman"/>
            </a:endParaRPr>
          </a:p>
          <a:p>
            <a:pPr marL="0" marR="0" lvl="0" indent="0" algn="ctr" defTabSz="914400" rtl="0" eaLnBrk="1" fontAlgn="auto" latinLnBrk="0" hangingPunct="0">
              <a:lnSpc>
                <a:spcPct val="180000"/>
              </a:lnSpc>
              <a:spcBef>
                <a:spcPts val="0"/>
              </a:spcBef>
              <a:spcAft>
                <a:spcPts val="0"/>
              </a:spcAft>
              <a:buClrTx/>
              <a:buSzTx/>
              <a:buFontTx/>
              <a:buNone/>
              <a:tabLst/>
              <a:defRPr sz="3200" b="1"/>
            </a:pPr>
            <a:r>
              <a:rPr kumimoji="0" sz="3200" b="1" i="0" u="none" strike="noStrike" kern="0" cap="none" spc="0" normalizeH="0" baseline="0" noProof="0">
                <a:ln>
                  <a:noFill/>
                </a:ln>
                <a:solidFill>
                  <a:srgbClr val="000000"/>
                </a:solidFill>
                <a:effectLst/>
                <a:uLnTx/>
                <a:uFillTx/>
                <a:latin typeface="Times New Roman"/>
                <a:cs typeface="Times New Roman"/>
                <a:sym typeface="Times New Roman"/>
              </a:rPr>
              <a:t>∫∫</a:t>
            </a:r>
          </a:p>
        </p:txBody>
      </p:sp>
      <p:grpSp>
        <p:nvGrpSpPr>
          <p:cNvPr id="591" name="Rectangle 36"/>
          <p:cNvGrpSpPr/>
          <p:nvPr/>
        </p:nvGrpSpPr>
        <p:grpSpPr>
          <a:xfrm>
            <a:off x="304800" y="3460628"/>
            <a:ext cx="1090614" cy="697035"/>
            <a:chOff x="0" y="-68384"/>
            <a:chExt cx="1090613" cy="697034"/>
          </a:xfrm>
        </p:grpSpPr>
        <p:sp>
          <p:nvSpPr>
            <p:cNvPr id="589" name="矩形"/>
            <p:cNvSpPr/>
            <p:nvPr/>
          </p:nvSpPr>
          <p:spPr>
            <a:xfrm>
              <a:off x="0" y="0"/>
              <a:ext cx="1090613" cy="628650"/>
            </a:xfrm>
            <a:prstGeom prst="rect">
              <a:avLst/>
            </a:prstGeom>
            <a:noFill/>
            <a:ln w="9525" cap="flat">
              <a:solidFill>
                <a:srgbClr val="000000"/>
              </a:solidFill>
              <a:prstDash val="solid"/>
              <a:miter lim="800000"/>
            </a:ln>
            <a:effectLst/>
          </p:spPr>
          <p:txBody>
            <a:bodyPr wrap="square" lIns="45719" tIns="45719" rIns="45719" bIns="45719" numCol="1" anchor="t">
              <a:noAutofit/>
            </a:bodyPr>
            <a:lstStyle/>
            <a:p>
              <a:pPr marL="0" marR="0" lvl="0" indent="0" algn="ctr"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590" name="用户"/>
            <p:cNvSpPr txBox="1"/>
            <p:nvPr/>
          </p:nvSpPr>
          <p:spPr>
            <a:xfrm>
              <a:off x="96202" y="-68384"/>
              <a:ext cx="898209" cy="3048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a:defRPr sz="2400">
                  <a:latin typeface="SimSun"/>
                  <a:ea typeface="SimSun"/>
                  <a:cs typeface="SimSun"/>
                  <a:sym typeface="SimSun"/>
                </a:defRPr>
              </a:lvl1pPr>
            </a:lstStyle>
            <a:p>
              <a:pPr marL="0" marR="0" lvl="0" indent="0" algn="ctr" defTabSz="914400" rtl="0" eaLnBrk="1" fontAlgn="auto" latinLnBrk="0" hangingPunct="0">
                <a:lnSpc>
                  <a:spcPct val="180000"/>
                </a:lnSpc>
                <a:spcBef>
                  <a:spcPts val="0"/>
                </a:spcBef>
                <a:spcAft>
                  <a:spcPts val="0"/>
                </a:spcAft>
                <a:buClrTx/>
                <a:buSzTx/>
                <a:buFontTx/>
                <a:buNone/>
                <a:tabLst/>
                <a:defRPr>
                  <a:latin typeface="+mn-lt"/>
                  <a:ea typeface="+mn-ea"/>
                  <a:cs typeface="+mn-cs"/>
                  <a:sym typeface="Times New Roman"/>
                </a:defRPr>
              </a:pPr>
              <a:r>
                <a:rPr kumimoji="0" sz="2400" b="0" i="0" u="none" strike="noStrike" kern="0" cap="none" spc="0" normalizeH="0" baseline="0" noProof="0" dirty="0">
                  <a:ln>
                    <a:noFill/>
                  </a:ln>
                  <a:solidFill>
                    <a:srgbClr val="000000"/>
                  </a:solidFill>
                  <a:effectLst/>
                  <a:uLnTx/>
                  <a:uFillTx/>
                  <a:latin typeface="SimSun"/>
                  <a:ea typeface="SimSun"/>
                  <a:cs typeface="SimSun"/>
                  <a:sym typeface="SimSun"/>
                </a:rPr>
                <a:t>用户</a:t>
              </a:r>
            </a:p>
          </p:txBody>
        </p:sp>
      </p:grpSp>
      <p:grpSp>
        <p:nvGrpSpPr>
          <p:cNvPr id="603" name="Group 50"/>
          <p:cNvGrpSpPr/>
          <p:nvPr/>
        </p:nvGrpSpPr>
        <p:grpSpPr>
          <a:xfrm>
            <a:off x="2212975" y="3389312"/>
            <a:ext cx="6505577" cy="822328"/>
            <a:chOff x="0" y="0"/>
            <a:chExt cx="6505576" cy="822327"/>
          </a:xfrm>
        </p:grpSpPr>
        <p:grpSp>
          <p:nvGrpSpPr>
            <p:cNvPr id="594" name="Rectangle 37"/>
            <p:cNvGrpSpPr/>
            <p:nvPr/>
          </p:nvGrpSpPr>
          <p:grpSpPr>
            <a:xfrm>
              <a:off x="0" y="79257"/>
              <a:ext cx="1092937" cy="688946"/>
              <a:chOff x="0" y="-60416"/>
              <a:chExt cx="1092936" cy="688945"/>
            </a:xfrm>
          </p:grpSpPr>
          <p:sp>
            <p:nvSpPr>
              <p:cNvPr id="592" name="矩形"/>
              <p:cNvSpPr/>
              <p:nvPr/>
            </p:nvSpPr>
            <p:spPr>
              <a:xfrm>
                <a:off x="0" y="-1"/>
                <a:ext cx="1092936" cy="628530"/>
              </a:xfrm>
              <a:prstGeom prst="rect">
                <a:avLst/>
              </a:prstGeom>
              <a:solidFill>
                <a:srgbClr val="FFFFFF"/>
              </a:solidFill>
              <a:ln w="9525" cap="flat">
                <a:solidFill>
                  <a:srgbClr val="000000"/>
                </a:solidFill>
                <a:prstDash val="solid"/>
                <a:miter lim="800000"/>
              </a:ln>
              <a:effectLst/>
            </p:spPr>
            <p:txBody>
              <a:bodyPr wrap="square" lIns="45719" tIns="45719" rIns="45719" bIns="45719" numCol="1" anchor="t">
                <a:noAutofit/>
              </a:bodyPr>
              <a:lstStyle/>
              <a:p>
                <a:pPr marL="0" marR="0" lvl="0" indent="0" algn="ctr"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593" name="终端"/>
              <p:cNvSpPr txBox="1"/>
              <p:nvPr/>
            </p:nvSpPr>
            <p:spPr>
              <a:xfrm>
                <a:off x="96202" y="-60416"/>
                <a:ext cx="900532" cy="55053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a:defRPr>
                    <a:latin typeface="SimSun"/>
                    <a:ea typeface="SimSun"/>
                    <a:cs typeface="SimSun"/>
                    <a:sym typeface="SimSun"/>
                  </a:defRPr>
                </a:lvl1pPr>
              </a:lstStyle>
              <a:p>
                <a:pPr marL="0" marR="0" lvl="0" indent="0" algn="ctr" defTabSz="914400" rtl="0" eaLnBrk="1" fontAlgn="auto" latinLnBrk="0" hangingPunct="0">
                  <a:lnSpc>
                    <a:spcPct val="180000"/>
                  </a:lnSpc>
                  <a:spcBef>
                    <a:spcPts val="0"/>
                  </a:spcBef>
                  <a:spcAft>
                    <a:spcPts val="0"/>
                  </a:spcAft>
                  <a:buClrTx/>
                  <a:buSzTx/>
                  <a:buFontTx/>
                  <a:buNone/>
                  <a:tabLst/>
                  <a:defRPr b="1">
                    <a:latin typeface="+mn-lt"/>
                    <a:ea typeface="+mn-ea"/>
                    <a:cs typeface="+mn-cs"/>
                    <a:sym typeface="Times New Roman"/>
                  </a:defRPr>
                </a:pPr>
                <a:r>
                  <a:rPr kumimoji="0" sz="2400" b="0" i="0" u="none" strike="noStrike" kern="0" cap="none" spc="0" normalizeH="0" baseline="0" noProof="0" dirty="0" err="1">
                    <a:ln>
                      <a:noFill/>
                    </a:ln>
                    <a:solidFill>
                      <a:srgbClr val="000000"/>
                    </a:solidFill>
                    <a:effectLst/>
                    <a:uLnTx/>
                    <a:uFillTx/>
                    <a:latin typeface="SimSun"/>
                    <a:ea typeface="SimSun"/>
                    <a:cs typeface="SimSun"/>
                    <a:sym typeface="SimSun"/>
                  </a:rPr>
                  <a:t>终端</a:t>
                </a:r>
                <a:endParaRPr kumimoji="0" sz="2400" b="0" i="0" u="none" strike="noStrike" kern="0" cap="none" spc="0" normalizeH="0" baseline="0" noProof="0" dirty="0">
                  <a:ln>
                    <a:noFill/>
                  </a:ln>
                  <a:solidFill>
                    <a:srgbClr val="000000"/>
                  </a:solidFill>
                  <a:effectLst/>
                  <a:uLnTx/>
                  <a:uFillTx/>
                  <a:latin typeface="SimSun"/>
                  <a:ea typeface="SimSun"/>
                  <a:cs typeface="SimSun"/>
                  <a:sym typeface="SimSun"/>
                </a:endParaRPr>
              </a:p>
            </p:txBody>
          </p:sp>
        </p:grpSp>
        <p:grpSp>
          <p:nvGrpSpPr>
            <p:cNvPr id="597" name="Rectangle 38"/>
            <p:cNvGrpSpPr/>
            <p:nvPr/>
          </p:nvGrpSpPr>
          <p:grpSpPr>
            <a:xfrm>
              <a:off x="3820546" y="68216"/>
              <a:ext cx="1092938" cy="699987"/>
              <a:chOff x="0" y="-71457"/>
              <a:chExt cx="1092936" cy="699986"/>
            </a:xfrm>
          </p:grpSpPr>
          <p:sp>
            <p:nvSpPr>
              <p:cNvPr id="595" name="矩形"/>
              <p:cNvSpPr/>
              <p:nvPr/>
            </p:nvSpPr>
            <p:spPr>
              <a:xfrm>
                <a:off x="0" y="-1"/>
                <a:ext cx="1092936" cy="628530"/>
              </a:xfrm>
              <a:prstGeom prst="rect">
                <a:avLst/>
              </a:prstGeom>
              <a:solidFill>
                <a:srgbClr val="FFFFFF"/>
              </a:solidFill>
              <a:ln w="9525" cap="flat">
                <a:solidFill>
                  <a:srgbClr val="000000"/>
                </a:solidFill>
                <a:prstDash val="solid"/>
                <a:miter lim="800000"/>
              </a:ln>
              <a:effectLst/>
            </p:spPr>
            <p:txBody>
              <a:bodyPr wrap="square" lIns="45719" tIns="45719" rIns="45719" bIns="45719" numCol="1" anchor="t">
                <a:noAutofit/>
              </a:bodyPr>
              <a:lstStyle/>
              <a:p>
                <a:pPr marL="0" marR="0" lvl="0" indent="0" algn="ctr"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596" name="主机"/>
              <p:cNvSpPr txBox="1"/>
              <p:nvPr/>
            </p:nvSpPr>
            <p:spPr>
              <a:xfrm>
                <a:off x="96202" y="-71457"/>
                <a:ext cx="900532" cy="55053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a:defRPr>
                    <a:latin typeface="SimSun"/>
                    <a:ea typeface="SimSun"/>
                    <a:cs typeface="SimSun"/>
                    <a:sym typeface="SimSun"/>
                  </a:defRPr>
                </a:lvl1pPr>
              </a:lstStyle>
              <a:p>
                <a:pPr marL="0" marR="0" lvl="0" indent="0" algn="ctr" defTabSz="914400" rtl="0" eaLnBrk="1" fontAlgn="auto" latinLnBrk="0" hangingPunct="0">
                  <a:lnSpc>
                    <a:spcPct val="180000"/>
                  </a:lnSpc>
                  <a:spcBef>
                    <a:spcPts val="0"/>
                  </a:spcBef>
                  <a:spcAft>
                    <a:spcPts val="0"/>
                  </a:spcAft>
                  <a:buClrTx/>
                  <a:buSzTx/>
                  <a:buFontTx/>
                  <a:buNone/>
                  <a:tabLst/>
                  <a:defRPr b="1">
                    <a:latin typeface="+mn-lt"/>
                    <a:ea typeface="+mn-ea"/>
                    <a:cs typeface="+mn-cs"/>
                    <a:sym typeface="Times New Roman"/>
                  </a:defRPr>
                </a:pPr>
                <a:r>
                  <a:rPr kumimoji="0" sz="2400" b="0" i="0" u="none" strike="noStrike" kern="0" cap="none" spc="0" normalizeH="0" baseline="0" noProof="0" dirty="0" err="1">
                    <a:ln>
                      <a:noFill/>
                    </a:ln>
                    <a:solidFill>
                      <a:srgbClr val="000000"/>
                    </a:solidFill>
                    <a:effectLst/>
                    <a:uLnTx/>
                    <a:uFillTx/>
                    <a:latin typeface="SimSun"/>
                    <a:ea typeface="SimSun"/>
                    <a:cs typeface="SimSun"/>
                    <a:sym typeface="SimSun"/>
                  </a:rPr>
                  <a:t>主机</a:t>
                </a:r>
                <a:endParaRPr kumimoji="0" sz="2800" b="0" i="0" u="none" strike="noStrike" kern="0" cap="none" spc="0" normalizeH="0" baseline="0" noProof="0" dirty="0">
                  <a:ln>
                    <a:noFill/>
                  </a:ln>
                  <a:solidFill>
                    <a:srgbClr val="000000"/>
                  </a:solidFill>
                  <a:effectLst/>
                  <a:uLnTx/>
                  <a:uFillTx/>
                  <a:latin typeface="SimSun"/>
                  <a:ea typeface="SimSun"/>
                  <a:cs typeface="SimSun"/>
                  <a:sym typeface="SimSun"/>
                </a:endParaRPr>
              </a:p>
            </p:txBody>
          </p:sp>
        </p:grpSp>
        <p:grpSp>
          <p:nvGrpSpPr>
            <p:cNvPr id="602" name="AutoShape 39"/>
            <p:cNvGrpSpPr/>
            <p:nvPr/>
          </p:nvGrpSpPr>
          <p:grpSpPr>
            <a:xfrm>
              <a:off x="5959106" y="0"/>
              <a:ext cx="546470" cy="822327"/>
              <a:chOff x="0" y="0"/>
              <a:chExt cx="546468" cy="822326"/>
            </a:xfrm>
          </p:grpSpPr>
          <p:grpSp>
            <p:nvGrpSpPr>
              <p:cNvPr id="600" name="成组"/>
              <p:cNvGrpSpPr/>
              <p:nvPr/>
            </p:nvGrpSpPr>
            <p:grpSpPr>
              <a:xfrm>
                <a:off x="0" y="0"/>
                <a:ext cx="546468" cy="822326"/>
                <a:chOff x="0" y="0"/>
                <a:chExt cx="546467" cy="822325"/>
              </a:xfrm>
            </p:grpSpPr>
            <p:sp>
              <p:nvSpPr>
                <p:cNvPr id="598" name="形状"/>
                <p:cNvSpPr/>
                <p:nvPr/>
              </p:nvSpPr>
              <p:spPr>
                <a:xfrm>
                  <a:off x="0" y="0"/>
                  <a:ext cx="546468" cy="822326"/>
                </a:xfrm>
                <a:custGeom>
                  <a:avLst/>
                  <a:gdLst/>
                  <a:ahLst/>
                  <a:cxnLst>
                    <a:cxn ang="0">
                      <a:pos x="wd2" y="hd2"/>
                    </a:cxn>
                    <a:cxn ang="5400000">
                      <a:pos x="wd2" y="hd2"/>
                    </a:cxn>
                    <a:cxn ang="10800000">
                      <a:pos x="wd2" y="hd2"/>
                    </a:cxn>
                    <a:cxn ang="16200000">
                      <a:pos x="wd2" y="hd2"/>
                    </a:cxn>
                  </a:cxnLst>
                  <a:rect l="0" t="0" r="r" b="b"/>
                  <a:pathLst>
                    <a:path w="21600" h="21600" extrusionOk="0">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solidFill>
                  <a:srgbClr val="FFFFFF"/>
                </a:solidFill>
                <a:ln w="12700" cap="flat">
                  <a:noFill/>
                  <a:miter lim="400000"/>
                </a:ln>
                <a:effectLst/>
              </p:spPr>
              <p:txBody>
                <a:bodyPr wrap="square" lIns="45719" tIns="45719" rIns="45719" bIns="45719" numCol="1" anchor="t">
                  <a:noAutofit/>
                </a:bodyPr>
                <a:lstStyle/>
                <a:p>
                  <a:pPr marL="0" marR="0" lvl="0" indent="0" algn="ctr"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599" name="形状"/>
                <p:cNvSpPr/>
                <p:nvPr/>
              </p:nvSpPr>
              <p:spPr>
                <a:xfrm>
                  <a:off x="0" y="0"/>
                  <a:ext cx="546468" cy="822326"/>
                </a:xfrm>
                <a:custGeom>
                  <a:avLst/>
                  <a:gdLst/>
                  <a:ahLst/>
                  <a:cxnLst>
                    <a:cxn ang="0">
                      <a:pos x="wd2" y="hd2"/>
                    </a:cxn>
                    <a:cxn ang="5400000">
                      <a:pos x="wd2" y="hd2"/>
                    </a:cxn>
                    <a:cxn ang="10800000">
                      <a:pos x="wd2" y="hd2"/>
                    </a:cxn>
                    <a:cxn ang="16200000">
                      <a:pos x="wd2" y="hd2"/>
                    </a:cxn>
                  </a:cxnLst>
                  <a:rect l="0" t="0" r="r" b="b"/>
                  <a:pathLst>
                    <a:path w="21600" h="21600" extrusionOk="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w="9525" cap="flat">
                  <a:solidFill>
                    <a:srgbClr val="000000"/>
                  </a:solidFill>
                  <a:prstDash val="solid"/>
                  <a:round/>
                </a:ln>
                <a:effectLst/>
              </p:spPr>
              <p:txBody>
                <a:bodyPr wrap="square" lIns="45719" tIns="45719" rIns="45719" bIns="45719" numCol="1" anchor="t">
                  <a:noAutofit/>
                </a:bodyPr>
                <a:lstStyle/>
                <a:p>
                  <a:pPr marL="0" marR="0" lvl="0" indent="0" algn="ctr"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grpSp>
          <p:sp>
            <p:nvSpPr>
              <p:cNvPr id="601" name="DB"/>
              <p:cNvSpPr txBox="1"/>
              <p:nvPr/>
            </p:nvSpPr>
            <p:spPr>
              <a:xfrm>
                <a:off x="0" y="101990"/>
                <a:ext cx="536944" cy="32995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ctr">
                  <a:defRPr sz="2400" b="1"/>
                </a:lvl1pPr>
              </a:lstStyle>
              <a:p>
                <a:pPr marL="0" marR="0" lvl="0" indent="0" algn="ctr" defTabSz="914400" rtl="0" eaLnBrk="1" fontAlgn="auto" latinLnBrk="0" hangingPunct="0">
                  <a:lnSpc>
                    <a:spcPct val="180000"/>
                  </a:lnSpc>
                  <a:spcBef>
                    <a:spcPts val="0"/>
                  </a:spcBef>
                  <a:spcAft>
                    <a:spcPts val="0"/>
                  </a:spcAft>
                  <a:buClrTx/>
                  <a:buSzTx/>
                  <a:buFontTx/>
                  <a:buNone/>
                  <a:tabLst/>
                  <a:defRPr/>
                </a:pPr>
                <a:r>
                  <a:rPr kumimoji="0" sz="2400" b="1" i="0" u="none" strike="noStrike" kern="0" cap="none" spc="0" normalizeH="0" baseline="0" noProof="0" dirty="0">
                    <a:ln>
                      <a:noFill/>
                    </a:ln>
                    <a:solidFill>
                      <a:srgbClr val="000000"/>
                    </a:solidFill>
                    <a:effectLst/>
                    <a:uLnTx/>
                    <a:uFillTx/>
                    <a:latin typeface="Times New Roman"/>
                    <a:cs typeface="Times New Roman"/>
                    <a:sym typeface="Times New Roman"/>
                  </a:rPr>
                  <a:t>DB</a:t>
                </a:r>
              </a:p>
            </p:txBody>
          </p:sp>
        </p:grpSp>
      </p:grpSp>
      <p:grpSp>
        <p:nvGrpSpPr>
          <p:cNvPr id="608" name="Group 57"/>
          <p:cNvGrpSpPr/>
          <p:nvPr/>
        </p:nvGrpSpPr>
        <p:grpSpPr>
          <a:xfrm>
            <a:off x="1403349" y="3676650"/>
            <a:ext cx="6769101" cy="40959"/>
            <a:chOff x="0" y="0"/>
            <a:chExt cx="6769099" cy="40957"/>
          </a:xfrm>
        </p:grpSpPr>
        <p:sp>
          <p:nvSpPr>
            <p:cNvPr id="604" name="Freeform 34"/>
            <p:cNvSpPr/>
            <p:nvPr/>
          </p:nvSpPr>
          <p:spPr>
            <a:xfrm>
              <a:off x="1903412" y="0"/>
              <a:ext cx="1204913" cy="0"/>
            </a:xfrm>
            <a:prstGeom prst="line">
              <a:avLst/>
            </a:prstGeom>
            <a:noFill/>
            <a:ln w="28575" cap="flat">
              <a:solidFill>
                <a:srgbClr val="993300"/>
              </a:solidFill>
              <a:prstDash val="solid"/>
              <a:round/>
              <a:tailEnd type="triangle" w="med" len="med"/>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sp>
          <p:nvSpPr>
            <p:cNvPr id="605" name="Freeform 40"/>
            <p:cNvSpPr/>
            <p:nvPr/>
          </p:nvSpPr>
          <p:spPr>
            <a:xfrm>
              <a:off x="0" y="40957"/>
              <a:ext cx="811213" cy="1"/>
            </a:xfrm>
            <a:prstGeom prst="line">
              <a:avLst/>
            </a:prstGeom>
            <a:noFill/>
            <a:ln w="28575" cap="flat">
              <a:solidFill>
                <a:srgbClr val="993300"/>
              </a:solidFill>
              <a:prstDash val="solid"/>
              <a:round/>
              <a:tailEnd type="triangle" w="med" len="med"/>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sp>
          <p:nvSpPr>
            <p:cNvPr id="606" name="Freeform 41"/>
            <p:cNvSpPr/>
            <p:nvPr/>
          </p:nvSpPr>
          <p:spPr>
            <a:xfrm>
              <a:off x="3608387" y="0"/>
              <a:ext cx="1069976" cy="0"/>
            </a:xfrm>
            <a:prstGeom prst="line">
              <a:avLst/>
            </a:prstGeom>
            <a:noFill/>
            <a:ln w="28575" cap="flat">
              <a:solidFill>
                <a:srgbClr val="993300"/>
              </a:solidFill>
              <a:prstDash val="solid"/>
              <a:round/>
              <a:tailEnd type="triangle" w="med" len="med"/>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sp>
          <p:nvSpPr>
            <p:cNvPr id="607" name="Freeform 42"/>
            <p:cNvSpPr/>
            <p:nvPr/>
          </p:nvSpPr>
          <p:spPr>
            <a:xfrm>
              <a:off x="5722937" y="0"/>
              <a:ext cx="1046163" cy="0"/>
            </a:xfrm>
            <a:prstGeom prst="line">
              <a:avLst/>
            </a:prstGeom>
            <a:noFill/>
            <a:ln w="28575" cap="flat">
              <a:solidFill>
                <a:srgbClr val="993300"/>
              </a:solidFill>
              <a:prstDash val="solid"/>
              <a:round/>
              <a:tailEnd type="triangle" w="med" len="med"/>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grpSp>
      <p:sp>
        <p:nvSpPr>
          <p:cNvPr id="609" name="Freeform 43"/>
          <p:cNvSpPr/>
          <p:nvPr/>
        </p:nvSpPr>
        <p:spPr>
          <a:xfrm flipH="1">
            <a:off x="7172325" y="4043362"/>
            <a:ext cx="1000126" cy="1"/>
          </a:xfrm>
          <a:prstGeom prst="line">
            <a:avLst/>
          </a:prstGeom>
          <a:ln w="28575">
            <a:solidFill>
              <a:srgbClr val="0000FF"/>
            </a:solidFill>
            <a:tailEnd type="triangle"/>
          </a:ln>
        </p:spPr>
        <p:txBody>
          <a:bodyPr lIns="45719" rIns="45719"/>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sp>
        <p:nvSpPr>
          <p:cNvPr id="610" name="Freeform 44"/>
          <p:cNvSpPr/>
          <p:nvPr/>
        </p:nvSpPr>
        <p:spPr>
          <a:xfrm flipH="1">
            <a:off x="5033962" y="4043362"/>
            <a:ext cx="979488" cy="1"/>
          </a:xfrm>
          <a:prstGeom prst="line">
            <a:avLst/>
          </a:prstGeom>
          <a:ln w="28575">
            <a:solidFill>
              <a:srgbClr val="0000FF"/>
            </a:solidFill>
            <a:tailEnd type="triangle"/>
          </a:ln>
        </p:spPr>
        <p:txBody>
          <a:bodyPr lIns="45719" rIns="45719"/>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sp>
        <p:nvSpPr>
          <p:cNvPr id="611" name="Freeform 45"/>
          <p:cNvSpPr/>
          <p:nvPr/>
        </p:nvSpPr>
        <p:spPr>
          <a:xfrm flipH="1">
            <a:off x="3282950" y="4043362"/>
            <a:ext cx="1228726" cy="1"/>
          </a:xfrm>
          <a:prstGeom prst="line">
            <a:avLst/>
          </a:prstGeom>
          <a:ln w="28575">
            <a:solidFill>
              <a:srgbClr val="0000FF"/>
            </a:solidFill>
            <a:tailEnd type="triangle"/>
          </a:ln>
        </p:spPr>
        <p:txBody>
          <a:bodyPr lIns="45719" rIns="45719"/>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sp>
        <p:nvSpPr>
          <p:cNvPr id="612" name="Freeform 46"/>
          <p:cNvSpPr/>
          <p:nvPr/>
        </p:nvSpPr>
        <p:spPr>
          <a:xfrm flipH="1">
            <a:off x="1476374" y="4044632"/>
            <a:ext cx="738190" cy="1"/>
          </a:xfrm>
          <a:prstGeom prst="line">
            <a:avLst/>
          </a:prstGeom>
          <a:ln w="28575">
            <a:solidFill>
              <a:srgbClr val="0000FF"/>
            </a:solidFill>
            <a:tailEnd type="triangle"/>
          </a:ln>
        </p:spPr>
        <p:txBody>
          <a:bodyPr lIns="45719" rIns="45719"/>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sp>
        <p:nvSpPr>
          <p:cNvPr id="613" name="Rectangle 48"/>
          <p:cNvSpPr txBox="1"/>
          <p:nvPr/>
        </p:nvSpPr>
        <p:spPr>
          <a:xfrm>
            <a:off x="3068638" y="3091816"/>
            <a:ext cx="1636712" cy="329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0" marR="0" lvl="0" indent="0" algn="ctr" defTabSz="914400" rtl="0" eaLnBrk="1" fontAlgn="auto" latinLnBrk="0" hangingPunct="0">
              <a:lnSpc>
                <a:spcPct val="180000"/>
              </a:lnSpc>
              <a:spcBef>
                <a:spcPts val="0"/>
              </a:spcBef>
              <a:spcAft>
                <a:spcPts val="0"/>
              </a:spcAft>
              <a:buClrTx/>
              <a:buSzTx/>
              <a:buFontTx/>
              <a:buNone/>
              <a:tabLst/>
              <a:defRPr sz="2400" b="1">
                <a:solidFill>
                  <a:srgbClr val="993300"/>
                </a:solidFill>
              </a:defRPr>
            </a:pPr>
            <a:r>
              <a:rPr kumimoji="0" sz="2400" b="1" i="0" u="none" strike="noStrike" kern="0" cap="none" spc="0" normalizeH="0" baseline="0" noProof="0" dirty="0">
                <a:ln>
                  <a:noFill/>
                </a:ln>
                <a:solidFill>
                  <a:srgbClr val="993300"/>
                </a:solidFill>
                <a:effectLst/>
                <a:uLnTx/>
                <a:uFillTx/>
                <a:latin typeface="Times New Roman"/>
                <a:cs typeface="Times New Roman"/>
                <a:sym typeface="Times New Roman"/>
              </a:rPr>
              <a:t> </a:t>
            </a:r>
            <a:r>
              <a:rPr kumimoji="0" sz="1800" b="0" i="0" u="none" strike="noStrike" kern="0" cap="none" spc="0" normalizeH="0" baseline="0" noProof="0" dirty="0" err="1">
                <a:ln>
                  <a:noFill/>
                </a:ln>
                <a:solidFill>
                  <a:srgbClr val="993300"/>
                </a:solidFill>
                <a:effectLst/>
                <a:uLnTx/>
                <a:uFillTx/>
                <a:latin typeface="SimSun"/>
                <a:ea typeface="SimSun"/>
                <a:cs typeface="SimSun"/>
                <a:sym typeface="SimSun"/>
              </a:rPr>
              <a:t>存取请求</a:t>
            </a:r>
            <a:endParaRPr kumimoji="0" sz="1800" b="0" i="0" u="none" strike="noStrike" kern="0" cap="none" spc="0" normalizeH="0" baseline="0" noProof="0" dirty="0">
              <a:ln>
                <a:noFill/>
              </a:ln>
              <a:solidFill>
                <a:srgbClr val="993300"/>
              </a:solidFill>
              <a:effectLst/>
              <a:uLnTx/>
              <a:uFillTx/>
              <a:latin typeface="SimSun"/>
              <a:ea typeface="SimSun"/>
              <a:cs typeface="SimSun"/>
              <a:sym typeface="SimSun"/>
            </a:endParaRPr>
          </a:p>
        </p:txBody>
      </p:sp>
      <p:sp>
        <p:nvSpPr>
          <p:cNvPr id="614" name="Rectangle 49"/>
          <p:cNvSpPr txBox="1"/>
          <p:nvPr/>
        </p:nvSpPr>
        <p:spPr>
          <a:xfrm>
            <a:off x="4572000" y="3841017"/>
            <a:ext cx="1636712" cy="3299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0" marR="0" lvl="0" indent="0" algn="ctr" defTabSz="914400" rtl="0" eaLnBrk="1" fontAlgn="auto" latinLnBrk="0" hangingPunct="0">
              <a:lnSpc>
                <a:spcPct val="180000"/>
              </a:lnSpc>
              <a:spcBef>
                <a:spcPts val="0"/>
              </a:spcBef>
              <a:spcAft>
                <a:spcPts val="0"/>
              </a:spcAft>
              <a:buClrTx/>
              <a:buSzTx/>
              <a:buFontTx/>
              <a:buNone/>
              <a:tabLst/>
              <a:defRPr sz="2400" b="1"/>
            </a:pPr>
            <a:r>
              <a:rPr kumimoji="0" sz="2400" b="1" i="0" u="none" strike="noStrike" kern="0" cap="none" spc="0" normalizeH="0" baseline="0" noProof="0" dirty="0">
                <a:ln>
                  <a:noFill/>
                </a:ln>
                <a:solidFill>
                  <a:srgbClr val="000000"/>
                </a:solidFill>
                <a:effectLst/>
                <a:uLnTx/>
                <a:uFillTx/>
                <a:latin typeface="Times New Roman"/>
                <a:cs typeface="Times New Roman"/>
                <a:sym typeface="Times New Roman"/>
              </a:rPr>
              <a:t>    </a:t>
            </a:r>
            <a:r>
              <a:rPr kumimoji="0" sz="1800" b="0" i="0" u="none" strike="noStrike" kern="0" cap="none" spc="0" normalizeH="0" baseline="0" noProof="0" dirty="0" err="1">
                <a:ln>
                  <a:noFill/>
                </a:ln>
                <a:solidFill>
                  <a:srgbClr val="000099"/>
                </a:solidFill>
                <a:effectLst/>
                <a:uLnTx/>
                <a:uFillTx/>
                <a:latin typeface="SimSun"/>
                <a:ea typeface="SimSun"/>
                <a:cs typeface="SimSun"/>
                <a:sym typeface="SimSun"/>
              </a:rPr>
              <a:t>处理结果</a:t>
            </a:r>
            <a:endParaRPr kumimoji="0" sz="1800" b="0" i="0" u="none" strike="noStrike" kern="0" cap="none" spc="0" normalizeH="0" baseline="0" noProof="0" dirty="0">
              <a:ln>
                <a:noFill/>
              </a:ln>
              <a:solidFill>
                <a:srgbClr val="000099"/>
              </a:solidFill>
              <a:effectLst/>
              <a:uLnTx/>
              <a:uFillTx/>
              <a:latin typeface="SimSun"/>
              <a:ea typeface="SimSun"/>
              <a:cs typeface="SimSun"/>
              <a:sym typeface="SimSun"/>
            </a:endParaRPr>
          </a:p>
        </p:txBody>
      </p:sp>
      <p:sp>
        <p:nvSpPr>
          <p:cNvPr id="615" name="Rectangle 54"/>
          <p:cNvSpPr txBox="1"/>
          <p:nvPr/>
        </p:nvSpPr>
        <p:spPr>
          <a:xfrm>
            <a:off x="3924300" y="4482782"/>
            <a:ext cx="1562100" cy="355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2000" b="1">
                <a:latin typeface="楷体_GB2312"/>
                <a:ea typeface="楷体_GB2312"/>
                <a:cs typeface="楷体_GB2312"/>
                <a:sym typeface="楷体_GB2312"/>
              </a:defRPr>
            </a:lvl1pPr>
          </a:lstStyle>
          <a:p>
            <a:pPr marL="0" marR="0" lvl="0" indent="0" algn="ctr" defTabSz="914400" rtl="0" eaLnBrk="1" fontAlgn="auto" latinLnBrk="0" hangingPunct="0">
              <a:lnSpc>
                <a:spcPct val="180000"/>
              </a:lnSpc>
              <a:spcBef>
                <a:spcPts val="0"/>
              </a:spcBef>
              <a:spcAft>
                <a:spcPts val="0"/>
              </a:spcAft>
              <a:buClrTx/>
              <a:buSzTx/>
              <a:buFontTx/>
              <a:buNone/>
              <a:tabLst/>
              <a:defRPr>
                <a:latin typeface="+mn-lt"/>
                <a:ea typeface="+mn-ea"/>
                <a:cs typeface="+mn-cs"/>
                <a:sym typeface="Times New Roman"/>
              </a:defRPr>
            </a:pPr>
            <a:r>
              <a:rPr kumimoji="0" sz="2000" b="1" i="0" u="none" strike="noStrike" kern="0" cap="none" spc="0" normalizeH="0" baseline="0" noProof="0">
                <a:ln>
                  <a:noFill/>
                </a:ln>
                <a:solidFill>
                  <a:srgbClr val="000000"/>
                </a:solidFill>
                <a:effectLst/>
                <a:uLnTx/>
                <a:uFillTx/>
                <a:latin typeface="楷体_GB2312"/>
                <a:ea typeface="楷体_GB2312"/>
                <a:cs typeface="楷体_GB2312"/>
                <a:sym typeface="楷体_GB2312"/>
              </a:rPr>
              <a:t>通信线路</a:t>
            </a:r>
          </a:p>
        </p:txBody>
      </p:sp>
      <p:sp>
        <p:nvSpPr>
          <p:cNvPr id="38" name="Rectangle 2">
            <a:extLst>
              <a:ext uri="{FF2B5EF4-FFF2-40B4-BE49-F238E27FC236}">
                <a16:creationId xmlns:a16="http://schemas.microsoft.com/office/drawing/2014/main" id="{EDC71A24-0F02-254D-AF92-FD8C7A1A66C2}"/>
              </a:ext>
            </a:extLst>
          </p:cNvPr>
          <p:cNvSpPr txBox="1"/>
          <p:nvPr/>
        </p:nvSpPr>
        <p:spPr>
          <a:xfrm>
            <a:off x="304800" y="350811"/>
            <a:ext cx="9052562" cy="6786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0" marR="0" lvl="0" indent="0" algn="just" defTabSz="914400" rtl="0" eaLnBrk="1" fontAlgn="auto" latinLnBrk="0" hangingPunct="0">
              <a:lnSpc>
                <a:spcPct val="140000"/>
              </a:lnSpc>
              <a:spcBef>
                <a:spcPts val="1900"/>
              </a:spcBef>
              <a:spcAft>
                <a:spcPts val="0"/>
              </a:spcAft>
              <a:buClrTx/>
              <a:buSzTx/>
              <a:buFontTx/>
              <a:buNone/>
              <a:tabLst/>
              <a:defRPr sz="3200">
                <a:latin typeface="SimSun"/>
                <a:ea typeface="SimSun"/>
                <a:cs typeface="SimSun"/>
                <a:sym typeface="SimSun"/>
              </a:defRPr>
            </a:pPr>
            <a:r>
              <a:rPr lang="zh-CN" altLang="en-US" sz="3200" b="1" dirty="0">
                <a:solidFill>
                  <a:srgbClr val="000099"/>
                </a:solidFill>
                <a:sym typeface="Times New Roman"/>
              </a:rPr>
              <a:t>三、</a:t>
            </a:r>
            <a:r>
              <a:rPr lang="zh-CN" altLang="en-US" sz="3200" b="1" dirty="0">
                <a:solidFill>
                  <a:srgbClr val="000099"/>
                </a:solidFill>
                <a:latin typeface="SimSun"/>
                <a:ea typeface="SimSun"/>
                <a:sym typeface="Times New Roman"/>
              </a:rPr>
              <a:t>数据库系统结构的分类与发展</a:t>
            </a:r>
            <a:endParaRPr lang="zh-CN" altLang="en-US" sz="3200" b="1" dirty="0">
              <a:solidFill>
                <a:srgbClr val="000099"/>
              </a:solidFill>
              <a:latin typeface="SimSun"/>
              <a:ea typeface="SimSun"/>
              <a:sym typeface="SimSun"/>
            </a:endParaRP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 name="Rectangle 2"/>
          <p:cNvSpPr txBox="1"/>
          <p:nvPr/>
        </p:nvSpPr>
        <p:spPr>
          <a:xfrm>
            <a:off x="121919" y="-152400"/>
            <a:ext cx="9052562" cy="980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0" marR="0" lvl="0" indent="0" algn="just" defTabSz="914400" rtl="0" eaLnBrk="1" fontAlgn="auto" latinLnBrk="0" hangingPunct="0">
              <a:lnSpc>
                <a:spcPct val="150000"/>
              </a:lnSpc>
              <a:spcBef>
                <a:spcPts val="0"/>
              </a:spcBef>
              <a:spcAft>
                <a:spcPts val="0"/>
              </a:spcAft>
              <a:buClrTx/>
              <a:buSzTx/>
              <a:buFontTx/>
              <a:buNone/>
              <a:tabLst/>
              <a:defRPr sz="1400"/>
            </a:pPr>
            <a:endParaRPr kumimoji="0" sz="1400" b="0" i="0" u="none" strike="noStrike" kern="0" cap="none" spc="0" normalizeH="0" baseline="0" noProof="0" dirty="0">
              <a:ln>
                <a:noFill/>
              </a:ln>
              <a:solidFill>
                <a:srgbClr val="000000"/>
              </a:solidFill>
              <a:effectLst/>
              <a:uLnTx/>
              <a:uFillTx/>
              <a:latin typeface="Times New Roman"/>
              <a:cs typeface="Times New Roman"/>
              <a:sym typeface="Times New Roman"/>
            </a:endParaRPr>
          </a:p>
          <a:p>
            <a:pPr marL="0" marR="0" lvl="0" indent="0" algn="just" defTabSz="914400" rtl="0" eaLnBrk="1" fontAlgn="auto" latinLnBrk="0" hangingPunct="0">
              <a:lnSpc>
                <a:spcPct val="150000"/>
              </a:lnSpc>
              <a:spcBef>
                <a:spcPts val="0"/>
              </a:spcBef>
              <a:spcAft>
                <a:spcPts val="0"/>
              </a:spcAft>
              <a:buClrTx/>
              <a:buSzTx/>
              <a:buFontTx/>
              <a:buNone/>
              <a:tabLst/>
              <a:defRPr b="1"/>
            </a:pPr>
            <a:r>
              <a:rPr kumimoji="0" sz="2800" b="1" i="0" u="none" strike="noStrike" kern="0" cap="none" spc="0" normalizeH="0" baseline="0" noProof="0" dirty="0">
                <a:ln>
                  <a:noFill/>
                </a:ln>
                <a:solidFill>
                  <a:srgbClr val="000000"/>
                </a:solidFill>
                <a:effectLst/>
                <a:uLnTx/>
                <a:uFillTx/>
                <a:latin typeface="Times New Roman"/>
                <a:cs typeface="Times New Roman"/>
                <a:sym typeface="Times New Roman"/>
              </a:rPr>
              <a:t>  2. </a:t>
            </a:r>
            <a:r>
              <a:rPr kumimoji="0" sz="2800" b="1" i="0" u="none" strike="noStrike" kern="0" cap="none" spc="0" normalizeH="0" baseline="0" noProof="0" dirty="0" err="1">
                <a:ln>
                  <a:noFill/>
                </a:ln>
                <a:solidFill>
                  <a:srgbClr val="000000"/>
                </a:solidFill>
                <a:effectLst/>
                <a:uLnTx/>
                <a:uFillTx/>
                <a:latin typeface="Times New Roman"/>
                <a:cs typeface="Times New Roman"/>
                <a:sym typeface="Times New Roman"/>
              </a:rPr>
              <a:t>C</a:t>
            </a:r>
            <a:r>
              <a:rPr kumimoji="0" sz="2800" b="0" i="0" u="none" strike="noStrike" kern="0" cap="none" spc="0" normalizeH="0" baseline="0" noProof="0" dirty="0" err="1">
                <a:ln>
                  <a:noFill/>
                </a:ln>
                <a:solidFill>
                  <a:srgbClr val="000000"/>
                </a:solidFill>
                <a:effectLst/>
                <a:uLnTx/>
                <a:uFillTx/>
                <a:latin typeface="SimSun"/>
                <a:ea typeface="SimSun"/>
                <a:cs typeface="SimSun"/>
                <a:sym typeface="SimSun"/>
              </a:rPr>
              <a:t>／</a:t>
            </a:r>
            <a:r>
              <a:rPr kumimoji="0" sz="2800" b="1" i="0" u="none" strike="noStrike" kern="0" cap="none" spc="0" normalizeH="0" baseline="0" noProof="0" dirty="0" err="1">
                <a:ln>
                  <a:noFill/>
                </a:ln>
                <a:solidFill>
                  <a:srgbClr val="000000"/>
                </a:solidFill>
                <a:effectLst/>
                <a:uLnTx/>
                <a:uFillTx/>
                <a:latin typeface="Times New Roman"/>
                <a:cs typeface="Times New Roman"/>
                <a:sym typeface="Times New Roman"/>
              </a:rPr>
              <a:t>S</a:t>
            </a:r>
            <a:r>
              <a:rPr kumimoji="0" sz="2800" b="0" i="0" u="none" strike="noStrike" kern="0" cap="none" spc="0" normalizeH="0" baseline="0" noProof="0" dirty="0" err="1">
                <a:ln>
                  <a:noFill/>
                </a:ln>
                <a:solidFill>
                  <a:srgbClr val="000000"/>
                </a:solidFill>
                <a:effectLst/>
                <a:uLnTx/>
                <a:uFillTx/>
                <a:latin typeface="SimSun"/>
                <a:ea typeface="SimSun"/>
                <a:cs typeface="SimSun"/>
                <a:sym typeface="SimSun"/>
              </a:rPr>
              <a:t>结构的演变</a:t>
            </a:r>
            <a:r>
              <a:rPr kumimoji="0" sz="2800" b="0" i="0" u="none" strike="noStrike" kern="0" cap="none" spc="0" normalizeH="0" baseline="0" noProof="0" dirty="0">
                <a:ln>
                  <a:noFill/>
                </a:ln>
                <a:solidFill>
                  <a:srgbClr val="000000"/>
                </a:solidFill>
                <a:effectLst/>
                <a:uLnTx/>
                <a:uFillTx/>
                <a:latin typeface="SimSun"/>
                <a:ea typeface="SimSun"/>
                <a:cs typeface="SimSun"/>
                <a:sym typeface="SimSun"/>
              </a:rPr>
              <a:t>：</a:t>
            </a:r>
            <a:endParaRPr kumimoji="0" sz="2400" b="0" i="0" u="none" strike="noStrike" kern="0" cap="none" spc="0" normalizeH="0" baseline="0" noProof="0" dirty="0">
              <a:ln>
                <a:noFill/>
              </a:ln>
              <a:solidFill>
                <a:srgbClr val="000000"/>
              </a:solidFill>
              <a:effectLst/>
              <a:uLnTx/>
              <a:uFillTx/>
              <a:latin typeface="Times New Roman"/>
              <a:cs typeface="Times New Roman"/>
              <a:sym typeface="Times New Roman"/>
            </a:endParaRPr>
          </a:p>
        </p:txBody>
      </p:sp>
      <p:sp>
        <p:nvSpPr>
          <p:cNvPr id="625" name="Text Box 15"/>
          <p:cNvSpPr txBox="1"/>
          <p:nvPr/>
        </p:nvSpPr>
        <p:spPr>
          <a:xfrm>
            <a:off x="198119" y="5638800"/>
            <a:ext cx="8747762" cy="9448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80000"/>
              </a:lnSpc>
              <a:spcBef>
                <a:spcPts val="1200"/>
              </a:spcBef>
              <a:defRPr sz="2000">
                <a:solidFill>
                  <a:srgbClr val="800000"/>
                </a:solidFill>
                <a:latin typeface="SimSun"/>
                <a:ea typeface="SimSun"/>
                <a:cs typeface="SimSun"/>
                <a:sym typeface="SimSun"/>
              </a:defRPr>
            </a:lvl1pPr>
          </a:lstStyle>
          <a:p>
            <a:pPr marL="0" marR="0" lvl="0" indent="0" algn="just" defTabSz="914400" rtl="0" eaLnBrk="1" fontAlgn="auto" latinLnBrk="0" hangingPunct="0">
              <a:lnSpc>
                <a:spcPct val="80000"/>
              </a:lnSpc>
              <a:spcBef>
                <a:spcPts val="1200"/>
              </a:spcBef>
              <a:spcAft>
                <a:spcPts val="0"/>
              </a:spcAft>
              <a:buClrTx/>
              <a:buSzTx/>
              <a:buFontTx/>
              <a:buNone/>
              <a:tabLst/>
              <a:defRPr/>
            </a:pPr>
            <a:r>
              <a:rPr kumimoji="0" sz="2000" b="0" i="0" u="none" strike="noStrike" kern="0" cap="none" spc="0" normalizeH="0" baseline="0" noProof="0">
                <a:ln>
                  <a:noFill/>
                </a:ln>
                <a:solidFill>
                  <a:srgbClr val="800000"/>
                </a:solidFill>
                <a:effectLst/>
                <a:uLnTx/>
                <a:uFillTx/>
                <a:latin typeface="SimSun"/>
                <a:ea typeface="SimSun"/>
                <a:sym typeface="SimSun"/>
              </a:rPr>
              <a:t>表示层：负责显示   功能层：实现应用逻辑   数据层：负责数据管理</a:t>
            </a:r>
            <a:endParaRPr kumimoji="0" sz="3200" b="0" i="0" u="none" strike="noStrike" kern="0" cap="none" spc="0" normalizeH="0" baseline="0" noProof="0">
              <a:ln>
                <a:noFill/>
              </a:ln>
              <a:solidFill>
                <a:srgbClr val="800000"/>
              </a:solidFill>
              <a:effectLst/>
              <a:uLnTx/>
              <a:uFillTx/>
              <a:latin typeface="SimSun"/>
              <a:ea typeface="SimSun"/>
              <a:sym typeface="SimSun"/>
            </a:endParaRPr>
          </a:p>
        </p:txBody>
      </p:sp>
      <p:grpSp>
        <p:nvGrpSpPr>
          <p:cNvPr id="628" name="Text Box 17"/>
          <p:cNvGrpSpPr/>
          <p:nvPr/>
        </p:nvGrpSpPr>
        <p:grpSpPr>
          <a:xfrm>
            <a:off x="447675" y="4603955"/>
            <a:ext cx="1355725" cy="730045"/>
            <a:chOff x="0" y="-66470"/>
            <a:chExt cx="1355725" cy="730045"/>
          </a:xfrm>
        </p:grpSpPr>
        <p:sp>
          <p:nvSpPr>
            <p:cNvPr id="626" name="矩形"/>
            <p:cNvSpPr/>
            <p:nvPr/>
          </p:nvSpPr>
          <p:spPr>
            <a:xfrm>
              <a:off x="0" y="0"/>
              <a:ext cx="1355725" cy="663575"/>
            </a:xfrm>
            <a:prstGeom prst="rect">
              <a:avLst/>
            </a:prstGeom>
            <a:solidFill>
              <a:srgbClr val="FFFFFF"/>
            </a:solidFill>
            <a:ln w="12700" cap="flat">
              <a:solidFill>
                <a:srgbClr val="000099"/>
              </a:solidFill>
              <a:prstDash val="solid"/>
              <a:miter lim="800000"/>
            </a:ln>
            <a:effectLst/>
          </p:spPr>
          <p:txBody>
            <a:bodyPr wrap="square" lIns="45719" tIns="45719" rIns="45719" bIns="45719" numCol="1" anchor="t">
              <a:noAutofit/>
            </a:bodyPr>
            <a:lstStyle/>
            <a:p>
              <a:pPr marL="0" marR="0" lvl="0" indent="0" algn="ctr"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627" name="客户机"/>
            <p:cNvSpPr txBox="1"/>
            <p:nvPr/>
          </p:nvSpPr>
          <p:spPr>
            <a:xfrm>
              <a:off x="48256" y="-66470"/>
              <a:ext cx="1251587" cy="64286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lgn="ctr">
                <a:defRPr>
                  <a:latin typeface="SimSun"/>
                  <a:ea typeface="SimSun"/>
                  <a:cs typeface="SimSun"/>
                  <a:sym typeface="SimSun"/>
                </a:defRPr>
              </a:lvl1pPr>
            </a:lstStyle>
            <a:p>
              <a:pPr marL="0" marR="0" lvl="0" indent="0" algn="ctr" defTabSz="914400" rtl="0" eaLnBrk="1" fontAlgn="auto" latinLnBrk="0" hangingPunct="0">
                <a:lnSpc>
                  <a:spcPct val="180000"/>
                </a:lnSpc>
                <a:spcBef>
                  <a:spcPts val="0"/>
                </a:spcBef>
                <a:spcAft>
                  <a:spcPts val="0"/>
                </a:spcAft>
                <a:buClrTx/>
                <a:buSzTx/>
                <a:buFontTx/>
                <a:buNone/>
                <a:tabLst/>
                <a:defRPr b="1">
                  <a:latin typeface="+mn-lt"/>
                  <a:ea typeface="+mn-ea"/>
                  <a:cs typeface="+mn-cs"/>
                  <a:sym typeface="Times New Roman"/>
                </a:defRPr>
              </a:pPr>
              <a:r>
                <a:rPr kumimoji="0" sz="2400" b="0" i="0" u="none" strike="noStrike" kern="0" cap="none" spc="0" normalizeH="0" baseline="0" noProof="0" dirty="0" err="1">
                  <a:ln>
                    <a:noFill/>
                  </a:ln>
                  <a:solidFill>
                    <a:srgbClr val="000000"/>
                  </a:solidFill>
                  <a:effectLst/>
                  <a:uLnTx/>
                  <a:uFillTx/>
                  <a:latin typeface="SimSun"/>
                  <a:ea typeface="SimSun"/>
                  <a:cs typeface="SimSun"/>
                  <a:sym typeface="SimSun"/>
                </a:rPr>
                <a:t>客户机</a:t>
              </a:r>
              <a:endParaRPr kumimoji="0" sz="2400" b="0" i="0" u="none" strike="noStrike" kern="0" cap="none" spc="0" normalizeH="0" baseline="0" noProof="0" dirty="0">
                <a:ln>
                  <a:noFill/>
                </a:ln>
                <a:solidFill>
                  <a:srgbClr val="000000"/>
                </a:solidFill>
                <a:effectLst/>
                <a:uLnTx/>
                <a:uFillTx/>
                <a:latin typeface="SimSun"/>
                <a:ea typeface="SimSun"/>
                <a:cs typeface="SimSun"/>
                <a:sym typeface="SimSun"/>
              </a:endParaRPr>
            </a:p>
          </p:txBody>
        </p:sp>
      </p:grpSp>
      <p:grpSp>
        <p:nvGrpSpPr>
          <p:cNvPr id="633" name="AutoShape 19"/>
          <p:cNvGrpSpPr/>
          <p:nvPr/>
        </p:nvGrpSpPr>
        <p:grpSpPr>
          <a:xfrm>
            <a:off x="8034337" y="4508500"/>
            <a:ext cx="957265" cy="881066"/>
            <a:chOff x="-1" y="0"/>
            <a:chExt cx="957264" cy="881064"/>
          </a:xfrm>
        </p:grpSpPr>
        <p:grpSp>
          <p:nvGrpSpPr>
            <p:cNvPr id="631" name="成组"/>
            <p:cNvGrpSpPr/>
            <p:nvPr/>
          </p:nvGrpSpPr>
          <p:grpSpPr>
            <a:xfrm>
              <a:off x="-1" y="0"/>
              <a:ext cx="957264" cy="881064"/>
              <a:chOff x="0" y="0"/>
              <a:chExt cx="957262" cy="881062"/>
            </a:xfrm>
          </p:grpSpPr>
          <p:sp>
            <p:nvSpPr>
              <p:cNvPr id="629" name="形状"/>
              <p:cNvSpPr/>
              <p:nvPr/>
            </p:nvSpPr>
            <p:spPr>
              <a:xfrm>
                <a:off x="-1" y="0"/>
                <a:ext cx="957264" cy="881064"/>
              </a:xfrm>
              <a:custGeom>
                <a:avLst/>
                <a:gdLst/>
                <a:ahLst/>
                <a:cxnLst>
                  <a:cxn ang="0">
                    <a:pos x="wd2" y="hd2"/>
                  </a:cxn>
                  <a:cxn ang="5400000">
                    <a:pos x="wd2" y="hd2"/>
                  </a:cxn>
                  <a:cxn ang="10800000">
                    <a:pos x="wd2" y="hd2"/>
                  </a:cxn>
                  <a:cxn ang="16200000">
                    <a:pos x="wd2" y="hd2"/>
                  </a:cxn>
                </a:cxnLst>
                <a:rect l="0" t="0" r="r" b="b"/>
                <a:pathLst>
                  <a:path w="21600" h="21600" extrusionOk="0">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solidFill>
                <a:srgbClr val="FFFFFF"/>
              </a:solidFill>
              <a:ln w="12700" cap="flat">
                <a:noFill/>
                <a:miter lim="400000"/>
              </a:ln>
              <a:effectLst/>
            </p:spPr>
            <p:txBody>
              <a:bodyPr wrap="square" lIns="45719" tIns="45719" rIns="45719" bIns="45719" numCol="1" anchor="t">
                <a:noAutofit/>
              </a:bodyPr>
              <a:lstStyle/>
              <a:p>
                <a:pPr marL="0" marR="0" lvl="0" indent="0" algn="ctr"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630" name="形状"/>
              <p:cNvSpPr/>
              <p:nvPr/>
            </p:nvSpPr>
            <p:spPr>
              <a:xfrm>
                <a:off x="-1" y="0"/>
                <a:ext cx="957264" cy="881064"/>
              </a:xfrm>
              <a:custGeom>
                <a:avLst/>
                <a:gdLst/>
                <a:ahLst/>
                <a:cxnLst>
                  <a:cxn ang="0">
                    <a:pos x="wd2" y="hd2"/>
                  </a:cxn>
                  <a:cxn ang="5400000">
                    <a:pos x="wd2" y="hd2"/>
                  </a:cxn>
                  <a:cxn ang="10800000">
                    <a:pos x="wd2" y="hd2"/>
                  </a:cxn>
                  <a:cxn ang="16200000">
                    <a:pos x="wd2" y="hd2"/>
                  </a:cxn>
                </a:cxnLst>
                <a:rect l="0" t="0" r="r" b="b"/>
                <a:pathLst>
                  <a:path w="21600" h="21600" extrusionOk="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w="12700" cap="flat">
                <a:solidFill>
                  <a:srgbClr val="000099"/>
                </a:solidFill>
                <a:prstDash val="solid"/>
                <a:round/>
              </a:ln>
              <a:effectLst/>
            </p:spPr>
            <p:txBody>
              <a:bodyPr wrap="square" lIns="45719" tIns="45719" rIns="45719" bIns="45719" numCol="1" anchor="t">
                <a:noAutofit/>
              </a:bodyPr>
              <a:lstStyle/>
              <a:p>
                <a:pPr marL="0" marR="0" lvl="0" indent="0" algn="ctr"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grpSp>
        <p:sp>
          <p:nvSpPr>
            <p:cNvPr id="632" name="DB"/>
            <p:cNvSpPr txBox="1"/>
            <p:nvPr/>
          </p:nvSpPr>
          <p:spPr>
            <a:xfrm>
              <a:off x="101918" y="106935"/>
              <a:ext cx="853124" cy="42139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lgn="ctr">
                <a:defRPr sz="2400" b="1"/>
              </a:lvl1pPr>
            </a:lstStyle>
            <a:p>
              <a:pPr marL="0" marR="0" lvl="0" indent="0" algn="ctr" defTabSz="914400" rtl="0" eaLnBrk="1" fontAlgn="auto" latinLnBrk="0" hangingPunct="0">
                <a:lnSpc>
                  <a:spcPct val="180000"/>
                </a:lnSpc>
                <a:spcBef>
                  <a:spcPts val="0"/>
                </a:spcBef>
                <a:spcAft>
                  <a:spcPts val="0"/>
                </a:spcAft>
                <a:buClrTx/>
                <a:buSzTx/>
                <a:buFontTx/>
                <a:buNone/>
                <a:tabLst/>
                <a:defRPr/>
              </a:pPr>
              <a:r>
                <a:rPr kumimoji="0" sz="2400" b="1" i="0" u="none" strike="noStrike" kern="0" cap="none" spc="0" normalizeH="0" baseline="0" noProof="0" dirty="0">
                  <a:ln>
                    <a:noFill/>
                  </a:ln>
                  <a:solidFill>
                    <a:srgbClr val="000000"/>
                  </a:solidFill>
                  <a:effectLst/>
                  <a:uLnTx/>
                  <a:uFillTx/>
                  <a:latin typeface="Times New Roman"/>
                  <a:cs typeface="Times New Roman"/>
                  <a:sym typeface="Times New Roman"/>
                </a:rPr>
                <a:t>DB</a:t>
              </a:r>
            </a:p>
          </p:txBody>
        </p:sp>
      </p:grpSp>
      <p:sp>
        <p:nvSpPr>
          <p:cNvPr id="634" name="Line 20"/>
          <p:cNvSpPr/>
          <p:nvPr/>
        </p:nvSpPr>
        <p:spPr>
          <a:xfrm flipH="1">
            <a:off x="2509838" y="4114800"/>
            <a:ext cx="1" cy="2133601"/>
          </a:xfrm>
          <a:prstGeom prst="line">
            <a:avLst/>
          </a:prstGeom>
          <a:ln w="28575" cap="rnd">
            <a:solidFill>
              <a:srgbClr val="993300"/>
            </a:solidFill>
            <a:prstDash val="sysDot"/>
          </a:ln>
        </p:spPr>
        <p:txBody>
          <a:bodyPr lIns="45719" rIns="45719"/>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grpSp>
        <p:nvGrpSpPr>
          <p:cNvPr id="641" name="AutoShape 22"/>
          <p:cNvGrpSpPr/>
          <p:nvPr/>
        </p:nvGrpSpPr>
        <p:grpSpPr>
          <a:xfrm>
            <a:off x="3057363" y="4343400"/>
            <a:ext cx="1809914" cy="1077191"/>
            <a:chOff x="-41437" y="0"/>
            <a:chExt cx="1809913" cy="1077190"/>
          </a:xfrm>
        </p:grpSpPr>
        <p:grpSp>
          <p:nvGrpSpPr>
            <p:cNvPr id="639" name="成组"/>
            <p:cNvGrpSpPr/>
            <p:nvPr/>
          </p:nvGrpSpPr>
          <p:grpSpPr>
            <a:xfrm>
              <a:off x="0" y="0"/>
              <a:ext cx="1768476" cy="1066801"/>
              <a:chOff x="0" y="0"/>
              <a:chExt cx="1768475" cy="1066800"/>
            </a:xfrm>
          </p:grpSpPr>
          <p:sp>
            <p:nvSpPr>
              <p:cNvPr id="635" name="形状"/>
              <p:cNvSpPr/>
              <p:nvPr/>
            </p:nvSpPr>
            <p:spPr>
              <a:xfrm>
                <a:off x="0" y="0"/>
                <a:ext cx="1768476" cy="1066801"/>
              </a:xfrm>
              <a:custGeom>
                <a:avLst/>
                <a:gdLst/>
                <a:ahLst/>
                <a:cxnLst>
                  <a:cxn ang="0">
                    <a:pos x="wd2" y="hd2"/>
                  </a:cxn>
                  <a:cxn ang="5400000">
                    <a:pos x="wd2" y="hd2"/>
                  </a:cxn>
                  <a:cxn ang="10800000">
                    <a:pos x="wd2" y="hd2"/>
                  </a:cxn>
                  <a:cxn ang="16200000">
                    <a:pos x="wd2" y="hd2"/>
                  </a:cxn>
                </a:cxnLst>
                <a:rect l="0" t="0" r="r" b="b"/>
                <a:pathLst>
                  <a:path w="21600" h="21600" extrusionOk="0">
                    <a:moveTo>
                      <a:pt x="0" y="5400"/>
                    </a:moveTo>
                    <a:lnTo>
                      <a:pt x="3257" y="0"/>
                    </a:lnTo>
                    <a:lnTo>
                      <a:pt x="21600" y="0"/>
                    </a:lnTo>
                    <a:lnTo>
                      <a:pt x="21600" y="16200"/>
                    </a:lnTo>
                    <a:lnTo>
                      <a:pt x="18343" y="21600"/>
                    </a:lnTo>
                    <a:lnTo>
                      <a:pt x="0" y="21600"/>
                    </a:lnTo>
                    <a:close/>
                  </a:path>
                </a:pathLst>
              </a:custGeom>
              <a:solidFill>
                <a:srgbClr val="FFFFFF"/>
              </a:solidFill>
              <a:ln w="12700" cap="flat">
                <a:noFill/>
                <a:miter lim="400000"/>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636" name="形状"/>
              <p:cNvSpPr/>
              <p:nvPr/>
            </p:nvSpPr>
            <p:spPr>
              <a:xfrm>
                <a:off x="1501775" y="0"/>
                <a:ext cx="266701" cy="1066801"/>
              </a:xfrm>
              <a:custGeom>
                <a:avLst/>
                <a:gdLst/>
                <a:ahLst/>
                <a:cxnLst>
                  <a:cxn ang="0">
                    <a:pos x="wd2" y="hd2"/>
                  </a:cxn>
                  <a:cxn ang="5400000">
                    <a:pos x="wd2" y="hd2"/>
                  </a:cxn>
                  <a:cxn ang="10800000">
                    <a:pos x="wd2" y="hd2"/>
                  </a:cxn>
                  <a:cxn ang="16200000">
                    <a:pos x="wd2" y="hd2"/>
                  </a:cxn>
                </a:cxnLst>
                <a:rect l="0" t="0" r="r" b="b"/>
                <a:pathLst>
                  <a:path w="21600" h="21600" extrusionOk="0">
                    <a:moveTo>
                      <a:pt x="0" y="5400"/>
                    </a:moveTo>
                    <a:lnTo>
                      <a:pt x="21600" y="0"/>
                    </a:lnTo>
                    <a:lnTo>
                      <a:pt x="21600" y="16200"/>
                    </a:lnTo>
                    <a:lnTo>
                      <a:pt x="0" y="21600"/>
                    </a:lnTo>
                    <a:close/>
                  </a:path>
                </a:pathLst>
              </a:custGeom>
              <a:solidFill>
                <a:srgbClr val="000000">
                  <a:alpha val="20000"/>
                </a:srgbClr>
              </a:solidFill>
              <a:ln w="12700" cap="flat">
                <a:noFill/>
                <a:miter lim="400000"/>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637" name="形状"/>
              <p:cNvSpPr/>
              <p:nvPr/>
            </p:nvSpPr>
            <p:spPr>
              <a:xfrm>
                <a:off x="0" y="-1"/>
                <a:ext cx="1768476" cy="266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3257" y="0"/>
                    </a:lnTo>
                    <a:lnTo>
                      <a:pt x="21600" y="0"/>
                    </a:lnTo>
                    <a:lnTo>
                      <a:pt x="18343" y="21600"/>
                    </a:lnTo>
                    <a:close/>
                  </a:path>
                </a:pathLst>
              </a:custGeom>
              <a:solidFill>
                <a:srgbClr val="FFFFFF">
                  <a:alpha val="20000"/>
                </a:srgbClr>
              </a:solidFill>
              <a:ln w="12700" cap="flat">
                <a:noFill/>
                <a:miter lim="400000"/>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638" name="形状"/>
              <p:cNvSpPr/>
              <p:nvPr/>
            </p:nvSpPr>
            <p:spPr>
              <a:xfrm>
                <a:off x="0" y="0"/>
                <a:ext cx="1768476" cy="1066801"/>
              </a:xfrm>
              <a:custGeom>
                <a:avLst/>
                <a:gdLst/>
                <a:ahLst/>
                <a:cxnLst>
                  <a:cxn ang="0">
                    <a:pos x="wd2" y="hd2"/>
                  </a:cxn>
                  <a:cxn ang="5400000">
                    <a:pos x="wd2" y="hd2"/>
                  </a:cxn>
                  <a:cxn ang="10800000">
                    <a:pos x="wd2" y="hd2"/>
                  </a:cxn>
                  <a:cxn ang="16200000">
                    <a:pos x="wd2" y="hd2"/>
                  </a:cxn>
                </a:cxnLst>
                <a:rect l="0" t="0" r="r" b="b"/>
                <a:pathLst>
                  <a:path w="21600" h="21600" extrusionOk="0">
                    <a:moveTo>
                      <a:pt x="0" y="5400"/>
                    </a:moveTo>
                    <a:lnTo>
                      <a:pt x="3257" y="0"/>
                    </a:lnTo>
                    <a:lnTo>
                      <a:pt x="21600" y="0"/>
                    </a:lnTo>
                    <a:lnTo>
                      <a:pt x="21600" y="16200"/>
                    </a:lnTo>
                    <a:lnTo>
                      <a:pt x="18343" y="21600"/>
                    </a:lnTo>
                    <a:lnTo>
                      <a:pt x="0" y="21600"/>
                    </a:lnTo>
                    <a:close/>
                    <a:moveTo>
                      <a:pt x="0" y="5400"/>
                    </a:moveTo>
                    <a:lnTo>
                      <a:pt x="18343" y="5400"/>
                    </a:lnTo>
                    <a:lnTo>
                      <a:pt x="21600" y="0"/>
                    </a:lnTo>
                    <a:moveTo>
                      <a:pt x="18343" y="5400"/>
                    </a:moveTo>
                    <a:lnTo>
                      <a:pt x="18343" y="21600"/>
                    </a:lnTo>
                  </a:path>
                </a:pathLst>
              </a:custGeom>
              <a:noFill/>
              <a:ln w="12700" cap="flat">
                <a:solidFill>
                  <a:srgbClr val="000099"/>
                </a:solidFill>
                <a:prstDash val="solid"/>
                <a:miter lim="800000"/>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grpSp>
        <p:sp>
          <p:nvSpPr>
            <p:cNvPr id="640" name="应用…"/>
            <p:cNvSpPr txBox="1"/>
            <p:nvPr/>
          </p:nvSpPr>
          <p:spPr>
            <a:xfrm>
              <a:off x="-41437" y="246196"/>
              <a:ext cx="1597341" cy="83099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marL="0" marR="0" lvl="0" indent="0" algn="just" defTabSz="914400" rtl="0" eaLnBrk="1" fontAlgn="auto" latinLnBrk="0" hangingPunct="0">
                <a:lnSpc>
                  <a:spcPct val="100000"/>
                </a:lnSpc>
                <a:spcBef>
                  <a:spcPts val="0"/>
                </a:spcBef>
                <a:spcAft>
                  <a:spcPts val="0"/>
                </a:spcAft>
                <a:buClrTx/>
                <a:buSzTx/>
                <a:buFontTx/>
                <a:buNone/>
                <a:tabLst/>
                <a:defRPr sz="2400" b="1"/>
              </a:pPr>
              <a:r>
                <a:rPr kumimoji="0" sz="2400" b="1" i="0" u="none" strike="noStrike" kern="0" cap="none" spc="0" normalizeH="0" baseline="0" noProof="0" dirty="0">
                  <a:ln>
                    <a:noFill/>
                  </a:ln>
                  <a:solidFill>
                    <a:srgbClr val="000000"/>
                  </a:solidFill>
                  <a:effectLst/>
                  <a:uLnTx/>
                  <a:uFillTx/>
                  <a:latin typeface="Times New Roman"/>
                  <a:cs typeface="Times New Roman"/>
                  <a:sym typeface="Times New Roman"/>
                </a:rPr>
                <a:t>     </a:t>
              </a:r>
              <a:r>
                <a:rPr kumimoji="0" lang="zh-CN" altLang="en-US" sz="2400" b="1" i="0" u="none" strike="noStrike" kern="0" cap="none" spc="0" normalizeH="0" baseline="0" noProof="0" dirty="0">
                  <a:ln>
                    <a:noFill/>
                  </a:ln>
                  <a:solidFill>
                    <a:srgbClr val="000000"/>
                  </a:solidFill>
                  <a:effectLst/>
                  <a:uLnTx/>
                  <a:uFillTx/>
                  <a:latin typeface="Times New Roman"/>
                  <a:cs typeface="Times New Roman"/>
                  <a:sym typeface="Times New Roman"/>
                </a:rPr>
                <a:t> </a:t>
              </a:r>
              <a:r>
                <a:rPr kumimoji="0" sz="2400" b="0" i="0" u="none" strike="noStrike" kern="0" cap="none" spc="0" normalizeH="0" baseline="0" noProof="0" dirty="0" err="1">
                  <a:ln>
                    <a:noFill/>
                  </a:ln>
                  <a:solidFill>
                    <a:srgbClr val="000000"/>
                  </a:solidFill>
                  <a:effectLst/>
                  <a:uLnTx/>
                  <a:uFillTx/>
                  <a:latin typeface="SimSun"/>
                  <a:ea typeface="SimSun"/>
                  <a:cs typeface="SimSun"/>
                  <a:sym typeface="SimSun"/>
                </a:rPr>
                <a:t>应用</a:t>
              </a:r>
              <a:endParaRPr kumimoji="0" lang="en-US" sz="3200" b="1" i="0" u="none" strike="noStrike" kern="0" cap="none" spc="0" normalizeH="0" baseline="0" noProof="0" dirty="0">
                <a:ln>
                  <a:noFill/>
                </a:ln>
                <a:solidFill>
                  <a:srgbClr val="000000"/>
                </a:solidFill>
                <a:effectLst/>
                <a:uLnTx/>
                <a:uFillTx/>
                <a:latin typeface="Times New Roman"/>
                <a:cs typeface="Times New Roman"/>
                <a:sym typeface="Times New Roman"/>
              </a:endParaRPr>
            </a:p>
            <a:p>
              <a:pPr marL="0" marR="0" lvl="0" indent="0" algn="just" defTabSz="914400" rtl="0" eaLnBrk="1" fontAlgn="auto" latinLnBrk="0" hangingPunct="0">
                <a:lnSpc>
                  <a:spcPct val="100000"/>
                </a:lnSpc>
                <a:spcBef>
                  <a:spcPts val="0"/>
                </a:spcBef>
                <a:spcAft>
                  <a:spcPts val="0"/>
                </a:spcAft>
                <a:buClrTx/>
                <a:buSzTx/>
                <a:buFontTx/>
                <a:buNone/>
                <a:tabLst/>
                <a:defRPr sz="2400" b="1"/>
              </a:pPr>
              <a:r>
                <a:rPr kumimoji="0" lang="zh-CN" altLang="en-US" sz="2400" b="0" i="0" u="none" strike="noStrike" kern="0" cap="none" spc="0" normalizeH="0" baseline="0" noProof="0" dirty="0">
                  <a:ln>
                    <a:noFill/>
                  </a:ln>
                  <a:solidFill>
                    <a:srgbClr val="000000"/>
                  </a:solidFill>
                  <a:effectLst/>
                  <a:uLnTx/>
                  <a:uFillTx/>
                  <a:latin typeface="SimSun"/>
                  <a:ea typeface="SimSun"/>
                  <a:cs typeface="SimSun"/>
                  <a:sym typeface="SimSun"/>
                </a:rPr>
                <a:t>  </a:t>
              </a:r>
              <a:r>
                <a:rPr kumimoji="0" sz="2400" b="0" i="0" u="none" strike="noStrike" kern="0" cap="none" spc="0" normalizeH="0" baseline="0" noProof="0" dirty="0" err="1">
                  <a:ln>
                    <a:noFill/>
                  </a:ln>
                  <a:solidFill>
                    <a:srgbClr val="000000"/>
                  </a:solidFill>
                  <a:effectLst/>
                  <a:uLnTx/>
                  <a:uFillTx/>
                  <a:latin typeface="SimSun"/>
                  <a:ea typeface="SimSun"/>
                  <a:cs typeface="SimSun"/>
                  <a:sym typeface="SimSun"/>
                </a:rPr>
                <a:t>服务器</a:t>
              </a:r>
              <a:endParaRPr kumimoji="0" sz="2400" b="0" i="0" u="none" strike="noStrike" kern="0" cap="none" spc="0" normalizeH="0" baseline="0" noProof="0" dirty="0">
                <a:ln>
                  <a:noFill/>
                </a:ln>
                <a:solidFill>
                  <a:srgbClr val="000000"/>
                </a:solidFill>
                <a:effectLst/>
                <a:uLnTx/>
                <a:uFillTx/>
                <a:latin typeface="SimSun"/>
                <a:ea typeface="SimSun"/>
                <a:cs typeface="SimSun"/>
                <a:sym typeface="SimSun"/>
              </a:endParaRPr>
            </a:p>
          </p:txBody>
        </p:sp>
      </p:grpSp>
      <p:grpSp>
        <p:nvGrpSpPr>
          <p:cNvPr id="648" name="AutoShape 23"/>
          <p:cNvGrpSpPr/>
          <p:nvPr/>
        </p:nvGrpSpPr>
        <p:grpSpPr>
          <a:xfrm>
            <a:off x="5435600" y="4365624"/>
            <a:ext cx="1841502" cy="1104046"/>
            <a:chOff x="0" y="0"/>
            <a:chExt cx="1841501" cy="1104044"/>
          </a:xfrm>
        </p:grpSpPr>
        <p:grpSp>
          <p:nvGrpSpPr>
            <p:cNvPr id="646" name="成组"/>
            <p:cNvGrpSpPr/>
            <p:nvPr/>
          </p:nvGrpSpPr>
          <p:grpSpPr>
            <a:xfrm>
              <a:off x="0" y="0"/>
              <a:ext cx="1841501" cy="1066801"/>
              <a:chOff x="0" y="0"/>
              <a:chExt cx="1841500" cy="1066800"/>
            </a:xfrm>
          </p:grpSpPr>
          <p:sp>
            <p:nvSpPr>
              <p:cNvPr id="642" name="形状"/>
              <p:cNvSpPr/>
              <p:nvPr/>
            </p:nvSpPr>
            <p:spPr>
              <a:xfrm>
                <a:off x="0" y="0"/>
                <a:ext cx="1841501" cy="1066801"/>
              </a:xfrm>
              <a:custGeom>
                <a:avLst/>
                <a:gdLst/>
                <a:ahLst/>
                <a:cxnLst>
                  <a:cxn ang="0">
                    <a:pos x="wd2" y="hd2"/>
                  </a:cxn>
                  <a:cxn ang="5400000">
                    <a:pos x="wd2" y="hd2"/>
                  </a:cxn>
                  <a:cxn ang="10800000">
                    <a:pos x="wd2" y="hd2"/>
                  </a:cxn>
                  <a:cxn ang="16200000">
                    <a:pos x="wd2" y="hd2"/>
                  </a:cxn>
                </a:cxnLst>
                <a:rect l="0" t="0" r="r" b="b"/>
                <a:pathLst>
                  <a:path w="21600" h="21600" extrusionOk="0">
                    <a:moveTo>
                      <a:pt x="0" y="5400"/>
                    </a:moveTo>
                    <a:lnTo>
                      <a:pt x="3128" y="0"/>
                    </a:lnTo>
                    <a:lnTo>
                      <a:pt x="21600" y="0"/>
                    </a:lnTo>
                    <a:lnTo>
                      <a:pt x="21600" y="16200"/>
                    </a:lnTo>
                    <a:lnTo>
                      <a:pt x="18472" y="21600"/>
                    </a:lnTo>
                    <a:lnTo>
                      <a:pt x="0" y="21600"/>
                    </a:lnTo>
                    <a:close/>
                  </a:path>
                </a:pathLst>
              </a:custGeom>
              <a:solidFill>
                <a:srgbClr val="FFFFFF"/>
              </a:solidFill>
              <a:ln w="12700" cap="flat">
                <a:noFill/>
                <a:miter lim="400000"/>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643" name="形状"/>
              <p:cNvSpPr/>
              <p:nvPr/>
            </p:nvSpPr>
            <p:spPr>
              <a:xfrm>
                <a:off x="1574800" y="0"/>
                <a:ext cx="266701" cy="1066801"/>
              </a:xfrm>
              <a:custGeom>
                <a:avLst/>
                <a:gdLst/>
                <a:ahLst/>
                <a:cxnLst>
                  <a:cxn ang="0">
                    <a:pos x="wd2" y="hd2"/>
                  </a:cxn>
                  <a:cxn ang="5400000">
                    <a:pos x="wd2" y="hd2"/>
                  </a:cxn>
                  <a:cxn ang="10800000">
                    <a:pos x="wd2" y="hd2"/>
                  </a:cxn>
                  <a:cxn ang="16200000">
                    <a:pos x="wd2" y="hd2"/>
                  </a:cxn>
                </a:cxnLst>
                <a:rect l="0" t="0" r="r" b="b"/>
                <a:pathLst>
                  <a:path w="21600" h="21600" extrusionOk="0">
                    <a:moveTo>
                      <a:pt x="0" y="5400"/>
                    </a:moveTo>
                    <a:lnTo>
                      <a:pt x="21600" y="0"/>
                    </a:lnTo>
                    <a:lnTo>
                      <a:pt x="21600" y="16200"/>
                    </a:lnTo>
                    <a:lnTo>
                      <a:pt x="0" y="21600"/>
                    </a:lnTo>
                    <a:close/>
                  </a:path>
                </a:pathLst>
              </a:custGeom>
              <a:solidFill>
                <a:srgbClr val="000000">
                  <a:alpha val="20000"/>
                </a:srgbClr>
              </a:solidFill>
              <a:ln w="12700" cap="flat">
                <a:noFill/>
                <a:miter lim="400000"/>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644" name="形状"/>
              <p:cNvSpPr/>
              <p:nvPr/>
            </p:nvSpPr>
            <p:spPr>
              <a:xfrm>
                <a:off x="0" y="-1"/>
                <a:ext cx="1841501" cy="266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3128" y="0"/>
                    </a:lnTo>
                    <a:lnTo>
                      <a:pt x="21600" y="0"/>
                    </a:lnTo>
                    <a:lnTo>
                      <a:pt x="18472" y="21600"/>
                    </a:lnTo>
                    <a:close/>
                  </a:path>
                </a:pathLst>
              </a:custGeom>
              <a:solidFill>
                <a:srgbClr val="FFFFFF">
                  <a:alpha val="20000"/>
                </a:srgbClr>
              </a:solidFill>
              <a:ln w="12700" cap="flat">
                <a:noFill/>
                <a:miter lim="400000"/>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645" name="形状"/>
              <p:cNvSpPr/>
              <p:nvPr/>
            </p:nvSpPr>
            <p:spPr>
              <a:xfrm>
                <a:off x="0" y="0"/>
                <a:ext cx="1841501" cy="1066801"/>
              </a:xfrm>
              <a:custGeom>
                <a:avLst/>
                <a:gdLst/>
                <a:ahLst/>
                <a:cxnLst>
                  <a:cxn ang="0">
                    <a:pos x="wd2" y="hd2"/>
                  </a:cxn>
                  <a:cxn ang="5400000">
                    <a:pos x="wd2" y="hd2"/>
                  </a:cxn>
                  <a:cxn ang="10800000">
                    <a:pos x="wd2" y="hd2"/>
                  </a:cxn>
                  <a:cxn ang="16200000">
                    <a:pos x="wd2" y="hd2"/>
                  </a:cxn>
                </a:cxnLst>
                <a:rect l="0" t="0" r="r" b="b"/>
                <a:pathLst>
                  <a:path w="21600" h="21600" extrusionOk="0">
                    <a:moveTo>
                      <a:pt x="0" y="5400"/>
                    </a:moveTo>
                    <a:lnTo>
                      <a:pt x="3128" y="0"/>
                    </a:lnTo>
                    <a:lnTo>
                      <a:pt x="21600" y="0"/>
                    </a:lnTo>
                    <a:lnTo>
                      <a:pt x="21600" y="16200"/>
                    </a:lnTo>
                    <a:lnTo>
                      <a:pt x="18472" y="21600"/>
                    </a:lnTo>
                    <a:lnTo>
                      <a:pt x="0" y="21600"/>
                    </a:lnTo>
                    <a:close/>
                    <a:moveTo>
                      <a:pt x="0" y="5400"/>
                    </a:moveTo>
                    <a:lnTo>
                      <a:pt x="18472" y="5400"/>
                    </a:lnTo>
                    <a:lnTo>
                      <a:pt x="21600" y="0"/>
                    </a:lnTo>
                    <a:moveTo>
                      <a:pt x="18472" y="5400"/>
                    </a:moveTo>
                    <a:lnTo>
                      <a:pt x="18472" y="21600"/>
                    </a:lnTo>
                  </a:path>
                </a:pathLst>
              </a:custGeom>
              <a:noFill/>
              <a:ln w="12700" cap="flat">
                <a:solidFill>
                  <a:srgbClr val="000099"/>
                </a:solidFill>
                <a:prstDash val="solid"/>
                <a:miter lim="800000"/>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grpSp>
        <p:sp>
          <p:nvSpPr>
            <p:cNvPr id="647" name="DB…"/>
            <p:cNvSpPr txBox="1"/>
            <p:nvPr/>
          </p:nvSpPr>
          <p:spPr>
            <a:xfrm>
              <a:off x="52069" y="273050"/>
              <a:ext cx="1470661" cy="83099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marL="0" marR="0" lvl="0" indent="0" algn="just" defTabSz="914400" rtl="0" eaLnBrk="1" fontAlgn="auto" latinLnBrk="0" hangingPunct="0">
                <a:lnSpc>
                  <a:spcPct val="100000"/>
                </a:lnSpc>
                <a:spcBef>
                  <a:spcPts val="0"/>
                </a:spcBef>
                <a:spcAft>
                  <a:spcPts val="0"/>
                </a:spcAft>
                <a:buClrTx/>
                <a:buSzTx/>
                <a:buFontTx/>
                <a:buNone/>
                <a:tabLst/>
                <a:defRPr sz="2000" b="1"/>
              </a:pPr>
              <a:r>
                <a:rPr kumimoji="0" sz="2000" b="1" i="0" u="none" strike="noStrike" kern="0" cap="none" spc="0" normalizeH="0" baseline="0" noProof="0" dirty="0">
                  <a:ln>
                    <a:noFill/>
                  </a:ln>
                  <a:solidFill>
                    <a:srgbClr val="000000"/>
                  </a:solidFill>
                  <a:effectLst/>
                  <a:uLnTx/>
                  <a:uFillTx/>
                  <a:latin typeface="Times New Roman"/>
                  <a:cs typeface="Times New Roman"/>
                  <a:sym typeface="Times New Roman"/>
                </a:rPr>
                <a:t>        </a:t>
              </a:r>
              <a:r>
                <a:rPr kumimoji="0" sz="2400" b="1" i="0" u="none" strike="noStrike" kern="0" cap="none" spc="0" normalizeH="0" baseline="0" noProof="0" dirty="0">
                  <a:ln>
                    <a:noFill/>
                  </a:ln>
                  <a:solidFill>
                    <a:srgbClr val="000000"/>
                  </a:solidFill>
                  <a:effectLst/>
                  <a:uLnTx/>
                  <a:uFillTx/>
                  <a:latin typeface="Times New Roman"/>
                  <a:cs typeface="Times New Roman"/>
                  <a:sym typeface="Times New Roman"/>
                </a:rPr>
                <a:t>DB</a:t>
              </a:r>
              <a:endParaRPr kumimoji="0" sz="3200" b="1" i="0" u="none" strike="noStrike" kern="0" cap="none" spc="0" normalizeH="0" baseline="0" noProof="0" dirty="0">
                <a:ln>
                  <a:noFill/>
                </a:ln>
                <a:solidFill>
                  <a:srgbClr val="000000"/>
                </a:solidFill>
                <a:effectLst/>
                <a:uLnTx/>
                <a:uFillTx/>
                <a:latin typeface="Times New Roman"/>
                <a:cs typeface="Times New Roman"/>
                <a:sym typeface="Times New Roman"/>
              </a:endParaRPr>
            </a:p>
            <a:p>
              <a:pPr marL="0" marR="0" lvl="0" indent="0" algn="just" defTabSz="914400" rtl="0" eaLnBrk="1" fontAlgn="auto" latinLnBrk="0" hangingPunct="0">
                <a:lnSpc>
                  <a:spcPct val="100000"/>
                </a:lnSpc>
                <a:spcBef>
                  <a:spcPts val="0"/>
                </a:spcBef>
                <a:spcAft>
                  <a:spcPts val="0"/>
                </a:spcAft>
                <a:buClrTx/>
                <a:buSzTx/>
                <a:buFontTx/>
                <a:buNone/>
                <a:tabLst/>
                <a:defRPr sz="2400" b="1"/>
              </a:pPr>
              <a:r>
                <a:rPr kumimoji="0" sz="2400" b="1" i="0" u="none" strike="noStrike" kern="0" cap="none" spc="0" normalizeH="0" baseline="0" noProof="0" dirty="0">
                  <a:ln>
                    <a:noFill/>
                  </a:ln>
                  <a:solidFill>
                    <a:srgbClr val="000000"/>
                  </a:solidFill>
                  <a:effectLst/>
                  <a:uLnTx/>
                  <a:uFillTx/>
                  <a:latin typeface="Times New Roman"/>
                  <a:cs typeface="Times New Roman"/>
                  <a:sym typeface="Times New Roman"/>
                </a:rPr>
                <a:t>    </a:t>
              </a:r>
              <a:r>
                <a:rPr kumimoji="0" sz="2400" b="0" i="0" u="none" strike="noStrike" kern="0" cap="none" spc="0" normalizeH="0" baseline="0" noProof="0" dirty="0" err="1">
                  <a:ln>
                    <a:noFill/>
                  </a:ln>
                  <a:solidFill>
                    <a:srgbClr val="000000"/>
                  </a:solidFill>
                  <a:effectLst/>
                  <a:uLnTx/>
                  <a:uFillTx/>
                  <a:latin typeface="SimSun"/>
                  <a:ea typeface="SimSun"/>
                  <a:cs typeface="SimSun"/>
                  <a:sym typeface="SimSun"/>
                </a:rPr>
                <a:t>服务器</a:t>
              </a:r>
              <a:endParaRPr kumimoji="0" sz="2400" b="0" i="0" u="none" strike="noStrike" kern="0" cap="none" spc="0" normalizeH="0" baseline="0" noProof="0" dirty="0">
                <a:ln>
                  <a:noFill/>
                </a:ln>
                <a:solidFill>
                  <a:srgbClr val="000000"/>
                </a:solidFill>
                <a:effectLst/>
                <a:uLnTx/>
                <a:uFillTx/>
                <a:latin typeface="SimSun"/>
                <a:ea typeface="SimSun"/>
                <a:cs typeface="SimSun"/>
                <a:sym typeface="SimSun"/>
              </a:endParaRPr>
            </a:p>
          </p:txBody>
        </p:sp>
      </p:grpSp>
      <p:sp>
        <p:nvSpPr>
          <p:cNvPr id="649" name="Line 24"/>
          <p:cNvSpPr/>
          <p:nvPr/>
        </p:nvSpPr>
        <p:spPr>
          <a:xfrm flipH="1">
            <a:off x="5235574" y="4038599"/>
            <a:ext cx="1" cy="2220914"/>
          </a:xfrm>
          <a:prstGeom prst="line">
            <a:avLst/>
          </a:prstGeom>
          <a:ln w="28575" cap="rnd">
            <a:solidFill>
              <a:srgbClr val="993300"/>
            </a:solidFill>
            <a:prstDash val="sysDot"/>
          </a:ln>
        </p:spPr>
        <p:txBody>
          <a:bodyPr lIns="45719" rIns="45719"/>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sp>
        <p:nvSpPr>
          <p:cNvPr id="650" name="Line 25"/>
          <p:cNvSpPr/>
          <p:nvPr/>
        </p:nvSpPr>
        <p:spPr>
          <a:xfrm>
            <a:off x="1847850" y="4953000"/>
            <a:ext cx="1250951" cy="0"/>
          </a:xfrm>
          <a:prstGeom prst="line">
            <a:avLst/>
          </a:prstGeom>
          <a:ln w="28575">
            <a:solidFill>
              <a:srgbClr val="000099"/>
            </a:solidFill>
            <a:tailEnd type="triangle"/>
          </a:ln>
        </p:spPr>
        <p:txBody>
          <a:bodyPr lIns="45719" rIns="45719"/>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grpSp>
        <p:nvGrpSpPr>
          <p:cNvPr id="653" name="Text Box 5"/>
          <p:cNvGrpSpPr/>
          <p:nvPr/>
        </p:nvGrpSpPr>
        <p:grpSpPr>
          <a:xfrm>
            <a:off x="381000" y="1597189"/>
            <a:ext cx="1670050" cy="723739"/>
            <a:chOff x="0" y="-125250"/>
            <a:chExt cx="1670050" cy="723738"/>
          </a:xfrm>
        </p:grpSpPr>
        <p:sp>
          <p:nvSpPr>
            <p:cNvPr id="651" name="矩形"/>
            <p:cNvSpPr/>
            <p:nvPr/>
          </p:nvSpPr>
          <p:spPr>
            <a:xfrm>
              <a:off x="0" y="-1"/>
              <a:ext cx="1670050" cy="598489"/>
            </a:xfrm>
            <a:prstGeom prst="rect">
              <a:avLst/>
            </a:prstGeom>
            <a:solidFill>
              <a:srgbClr val="FFFFFF"/>
            </a:solidFill>
            <a:ln w="9525" cap="flat">
              <a:solidFill>
                <a:srgbClr val="000000"/>
              </a:solidFill>
              <a:prstDash val="solid"/>
              <a:miter lim="800000"/>
            </a:ln>
            <a:effectLst/>
          </p:spPr>
          <p:txBody>
            <a:bodyPr wrap="square" lIns="45719" tIns="45719" rIns="45719" bIns="45719" numCol="1" anchor="t">
              <a:noAutofit/>
            </a:bodyPr>
            <a:lstStyle/>
            <a:p>
              <a:pPr marL="0" marR="0" lvl="0" indent="0" algn="ctr"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652" name="客户机"/>
            <p:cNvSpPr txBox="1"/>
            <p:nvPr/>
          </p:nvSpPr>
          <p:spPr>
            <a:xfrm>
              <a:off x="36671" y="-125250"/>
              <a:ext cx="1569086" cy="3962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lgn="ctr">
                <a:defRPr sz="2400">
                  <a:latin typeface="SimSun"/>
                  <a:ea typeface="SimSun"/>
                  <a:cs typeface="SimSun"/>
                  <a:sym typeface="SimSun"/>
                </a:defRPr>
              </a:lvl1pPr>
            </a:lstStyle>
            <a:p>
              <a:pPr marL="0" marR="0" lvl="0" indent="0" algn="ctr" defTabSz="914400" rtl="0" eaLnBrk="1" fontAlgn="auto" latinLnBrk="0" hangingPunct="0">
                <a:lnSpc>
                  <a:spcPct val="180000"/>
                </a:lnSpc>
                <a:spcBef>
                  <a:spcPts val="0"/>
                </a:spcBef>
                <a:spcAft>
                  <a:spcPts val="0"/>
                </a:spcAft>
                <a:buClrTx/>
                <a:buSzTx/>
                <a:buFontTx/>
                <a:buNone/>
                <a:tabLst/>
                <a:defRPr b="1">
                  <a:latin typeface="+mn-lt"/>
                  <a:ea typeface="+mn-ea"/>
                  <a:cs typeface="+mn-cs"/>
                  <a:sym typeface="Times New Roman"/>
                </a:defRPr>
              </a:pPr>
              <a:r>
                <a:rPr kumimoji="0" sz="2400" b="0" i="0" u="none" strike="noStrike" kern="0" cap="none" spc="0" normalizeH="0" baseline="0" noProof="0" dirty="0" err="1">
                  <a:ln>
                    <a:noFill/>
                  </a:ln>
                  <a:solidFill>
                    <a:srgbClr val="000000"/>
                  </a:solidFill>
                  <a:effectLst/>
                  <a:uLnTx/>
                  <a:uFillTx/>
                  <a:latin typeface="SimSun"/>
                  <a:ea typeface="SimSun"/>
                  <a:cs typeface="SimSun"/>
                  <a:sym typeface="SimSun"/>
                </a:rPr>
                <a:t>客户机</a:t>
              </a:r>
              <a:endParaRPr kumimoji="0" sz="2400" b="0" i="0" u="none" strike="noStrike" kern="0" cap="none" spc="0" normalizeH="0" baseline="0" noProof="0" dirty="0">
                <a:ln>
                  <a:noFill/>
                </a:ln>
                <a:solidFill>
                  <a:srgbClr val="000000"/>
                </a:solidFill>
                <a:effectLst/>
                <a:uLnTx/>
                <a:uFillTx/>
                <a:latin typeface="SimSun"/>
                <a:ea typeface="SimSun"/>
                <a:cs typeface="SimSun"/>
                <a:sym typeface="SimSun"/>
              </a:endParaRPr>
            </a:p>
          </p:txBody>
        </p:sp>
      </p:grpSp>
      <p:sp>
        <p:nvSpPr>
          <p:cNvPr id="654" name="Line 6"/>
          <p:cNvSpPr/>
          <p:nvPr/>
        </p:nvSpPr>
        <p:spPr>
          <a:xfrm>
            <a:off x="2179638" y="1992315"/>
            <a:ext cx="771526" cy="1"/>
          </a:xfrm>
          <a:prstGeom prst="line">
            <a:avLst/>
          </a:prstGeom>
          <a:ln w="28575">
            <a:solidFill>
              <a:srgbClr val="000000"/>
            </a:solidFill>
            <a:tailEnd type="triangle"/>
          </a:ln>
        </p:spPr>
        <p:txBody>
          <a:bodyPr lIns="45719" rIns="45719"/>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sp>
        <p:nvSpPr>
          <p:cNvPr id="655" name="Line 8"/>
          <p:cNvSpPr/>
          <p:nvPr/>
        </p:nvSpPr>
        <p:spPr>
          <a:xfrm>
            <a:off x="4878387" y="1992315"/>
            <a:ext cx="1027113" cy="1"/>
          </a:xfrm>
          <a:prstGeom prst="line">
            <a:avLst/>
          </a:prstGeom>
          <a:ln w="28575">
            <a:solidFill>
              <a:srgbClr val="000000"/>
            </a:solidFill>
            <a:tailEnd type="triangle"/>
          </a:ln>
        </p:spPr>
        <p:txBody>
          <a:bodyPr lIns="45719" rIns="45719"/>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grpSp>
        <p:nvGrpSpPr>
          <p:cNvPr id="660" name="AutoShape 9"/>
          <p:cNvGrpSpPr/>
          <p:nvPr/>
        </p:nvGrpSpPr>
        <p:grpSpPr>
          <a:xfrm>
            <a:off x="5905500" y="1652677"/>
            <a:ext cx="1028702" cy="668253"/>
            <a:chOff x="0" y="-11024"/>
            <a:chExt cx="1028701" cy="668251"/>
          </a:xfrm>
        </p:grpSpPr>
        <p:grpSp>
          <p:nvGrpSpPr>
            <p:cNvPr id="658" name="成组"/>
            <p:cNvGrpSpPr/>
            <p:nvPr/>
          </p:nvGrpSpPr>
          <p:grpSpPr>
            <a:xfrm>
              <a:off x="0" y="-1"/>
              <a:ext cx="1028701" cy="657228"/>
              <a:chOff x="0" y="0"/>
              <a:chExt cx="1028700" cy="657226"/>
            </a:xfrm>
          </p:grpSpPr>
          <p:sp>
            <p:nvSpPr>
              <p:cNvPr id="656" name="形状"/>
              <p:cNvSpPr/>
              <p:nvPr/>
            </p:nvSpPr>
            <p:spPr>
              <a:xfrm>
                <a:off x="0" y="-1"/>
                <a:ext cx="1028701" cy="657228"/>
              </a:xfrm>
              <a:custGeom>
                <a:avLst/>
                <a:gdLst/>
                <a:ahLst/>
                <a:cxnLst>
                  <a:cxn ang="0">
                    <a:pos x="wd2" y="hd2"/>
                  </a:cxn>
                  <a:cxn ang="5400000">
                    <a:pos x="wd2" y="hd2"/>
                  </a:cxn>
                  <a:cxn ang="10800000">
                    <a:pos x="wd2" y="hd2"/>
                  </a:cxn>
                  <a:cxn ang="16200000">
                    <a:pos x="wd2" y="hd2"/>
                  </a:cxn>
                </a:cxnLst>
                <a:rect l="0" t="0" r="r" b="b"/>
                <a:pathLst>
                  <a:path w="21600" h="21600" extrusionOk="0">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solidFill>
                <a:srgbClr val="FFFFFF"/>
              </a:solidFill>
              <a:ln w="12700" cap="flat">
                <a:noFill/>
                <a:miter lim="400000"/>
              </a:ln>
              <a:effectLst/>
            </p:spPr>
            <p:txBody>
              <a:bodyPr wrap="square" lIns="45719" tIns="45719" rIns="45719" bIns="45719" numCol="1" anchor="t">
                <a:noAutofit/>
              </a:bodyPr>
              <a:lstStyle/>
              <a:p>
                <a:pPr marL="0" marR="0" lvl="0" indent="0" algn="ctr"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657" name="形状"/>
              <p:cNvSpPr/>
              <p:nvPr/>
            </p:nvSpPr>
            <p:spPr>
              <a:xfrm>
                <a:off x="0" y="-1"/>
                <a:ext cx="1028701" cy="657228"/>
              </a:xfrm>
              <a:custGeom>
                <a:avLst/>
                <a:gdLst/>
                <a:ahLst/>
                <a:cxnLst>
                  <a:cxn ang="0">
                    <a:pos x="wd2" y="hd2"/>
                  </a:cxn>
                  <a:cxn ang="5400000">
                    <a:pos x="wd2" y="hd2"/>
                  </a:cxn>
                  <a:cxn ang="10800000">
                    <a:pos x="wd2" y="hd2"/>
                  </a:cxn>
                  <a:cxn ang="16200000">
                    <a:pos x="wd2" y="hd2"/>
                  </a:cxn>
                </a:cxnLst>
                <a:rect l="0" t="0" r="r" b="b"/>
                <a:pathLst>
                  <a:path w="21600" h="21600" extrusionOk="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w="9525" cap="flat">
                <a:solidFill>
                  <a:srgbClr val="000000"/>
                </a:solidFill>
                <a:prstDash val="solid"/>
                <a:round/>
              </a:ln>
              <a:effectLst/>
            </p:spPr>
            <p:txBody>
              <a:bodyPr wrap="square" lIns="45719" tIns="45719" rIns="45719" bIns="45719" numCol="1" anchor="t">
                <a:noAutofit/>
              </a:bodyPr>
              <a:lstStyle/>
              <a:p>
                <a:pPr marL="0" marR="0" lvl="0" indent="0" algn="ctr"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grpSp>
        <p:sp>
          <p:nvSpPr>
            <p:cNvPr id="659" name="DB"/>
            <p:cNvSpPr txBox="1"/>
            <p:nvPr/>
          </p:nvSpPr>
          <p:spPr>
            <a:xfrm>
              <a:off x="99376" y="-11024"/>
              <a:ext cx="927736" cy="42139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lgn="ctr">
                <a:defRPr sz="2400" b="1"/>
              </a:lvl1pPr>
            </a:lstStyle>
            <a:p>
              <a:pPr marL="0" marR="0" lvl="0" indent="0" algn="ctr" defTabSz="914400" rtl="0" eaLnBrk="1" fontAlgn="auto" latinLnBrk="0" hangingPunct="0">
                <a:lnSpc>
                  <a:spcPct val="180000"/>
                </a:lnSpc>
                <a:spcBef>
                  <a:spcPts val="0"/>
                </a:spcBef>
                <a:spcAft>
                  <a:spcPts val="0"/>
                </a:spcAft>
                <a:buClrTx/>
                <a:buSzTx/>
                <a:buFontTx/>
                <a:buNone/>
                <a:tabLst/>
                <a:defRPr/>
              </a:pPr>
              <a:r>
                <a:rPr kumimoji="0" sz="2400" b="1" i="0" u="none" strike="noStrike" kern="0" cap="none" spc="0" normalizeH="0" baseline="0" noProof="0" dirty="0">
                  <a:ln>
                    <a:noFill/>
                  </a:ln>
                  <a:solidFill>
                    <a:srgbClr val="000000"/>
                  </a:solidFill>
                  <a:effectLst/>
                  <a:uLnTx/>
                  <a:uFillTx/>
                  <a:latin typeface="Times New Roman"/>
                  <a:cs typeface="Times New Roman"/>
                  <a:sym typeface="Times New Roman"/>
                </a:rPr>
                <a:t>DB</a:t>
              </a:r>
            </a:p>
          </p:txBody>
        </p:sp>
      </p:grpSp>
      <p:sp>
        <p:nvSpPr>
          <p:cNvPr id="661" name="Line 10"/>
          <p:cNvSpPr/>
          <p:nvPr/>
        </p:nvSpPr>
        <p:spPr>
          <a:xfrm flipH="1">
            <a:off x="2436813" y="1498602"/>
            <a:ext cx="1" cy="1150939"/>
          </a:xfrm>
          <a:prstGeom prst="line">
            <a:avLst/>
          </a:prstGeom>
          <a:ln w="28575" cap="rnd">
            <a:solidFill>
              <a:srgbClr val="993300"/>
            </a:solidFill>
            <a:prstDash val="sysDot"/>
          </a:ln>
        </p:spPr>
        <p:txBody>
          <a:bodyPr lIns="45719" rIns="45719"/>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sp>
        <p:nvSpPr>
          <p:cNvPr id="662" name="Text Box 11"/>
          <p:cNvSpPr txBox="1"/>
          <p:nvPr/>
        </p:nvSpPr>
        <p:spPr>
          <a:xfrm>
            <a:off x="731519" y="2489202"/>
            <a:ext cx="1073787" cy="3962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0" marR="0" lvl="0" indent="0" algn="just" defTabSz="914400" rtl="0" eaLnBrk="1" fontAlgn="auto" latinLnBrk="0" hangingPunct="0">
              <a:lnSpc>
                <a:spcPct val="180000"/>
              </a:lnSpc>
              <a:spcBef>
                <a:spcPts val="0"/>
              </a:spcBef>
              <a:spcAft>
                <a:spcPts val="0"/>
              </a:spcAft>
              <a:buClrTx/>
              <a:buSzTx/>
              <a:buFontTx/>
              <a:buNone/>
              <a:tabLst/>
              <a:defRPr sz="2400">
                <a:solidFill>
                  <a:srgbClr val="993300"/>
                </a:solidFill>
                <a:latin typeface="SimSun"/>
                <a:ea typeface="SimSun"/>
                <a:cs typeface="SimSun"/>
                <a:sym typeface="SimSun"/>
              </a:defRPr>
            </a:pPr>
            <a:r>
              <a:rPr kumimoji="0" sz="2400" b="0" i="0" u="none" strike="noStrike" kern="0" cap="none" spc="0" normalizeH="0" baseline="0" noProof="0">
                <a:ln>
                  <a:noFill/>
                </a:ln>
                <a:solidFill>
                  <a:srgbClr val="993300"/>
                </a:solidFill>
                <a:effectLst/>
                <a:uLnTx/>
                <a:uFillTx/>
                <a:latin typeface="SimSun"/>
                <a:ea typeface="SimSun"/>
                <a:sym typeface="SimSun"/>
              </a:rPr>
              <a:t>第一层</a:t>
            </a:r>
            <a:r>
              <a:rPr kumimoji="0" sz="2400" b="0" i="0" u="none" strike="noStrike" kern="0" cap="none" spc="0" normalizeH="0" baseline="0" noProof="0">
                <a:ln>
                  <a:noFill/>
                </a:ln>
                <a:solidFill>
                  <a:srgbClr val="000000"/>
                </a:solidFill>
                <a:effectLst/>
                <a:uLnTx/>
                <a:uFillTx/>
                <a:latin typeface="SimSun"/>
                <a:ea typeface="SimSun"/>
                <a:sym typeface="SimSun"/>
              </a:rPr>
              <a:t>  </a:t>
            </a:r>
          </a:p>
        </p:txBody>
      </p:sp>
      <p:sp>
        <p:nvSpPr>
          <p:cNvPr id="663" name="Text Box 12"/>
          <p:cNvSpPr txBox="1"/>
          <p:nvPr/>
        </p:nvSpPr>
        <p:spPr>
          <a:xfrm>
            <a:off x="4041457" y="2479677"/>
            <a:ext cx="1073786" cy="3962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2400">
                <a:solidFill>
                  <a:srgbClr val="993300"/>
                </a:solidFill>
                <a:latin typeface="SimSun"/>
                <a:ea typeface="SimSun"/>
                <a:cs typeface="SimSun"/>
                <a:sym typeface="SimSun"/>
              </a:defRPr>
            </a:lvl1pPr>
          </a:lstStyle>
          <a:p>
            <a:pPr marL="0" marR="0" lvl="0" indent="0" algn="just" defTabSz="914400" rtl="0" eaLnBrk="1" fontAlgn="auto" latinLnBrk="0" hangingPunct="0">
              <a:lnSpc>
                <a:spcPct val="180000"/>
              </a:lnSpc>
              <a:spcBef>
                <a:spcPts val="0"/>
              </a:spcBef>
              <a:spcAft>
                <a:spcPts val="0"/>
              </a:spcAft>
              <a:buClrTx/>
              <a:buSzTx/>
              <a:buFontTx/>
              <a:buNone/>
              <a:tabLst/>
              <a:defRPr/>
            </a:pPr>
            <a:r>
              <a:rPr kumimoji="0" sz="2400" b="0" i="0" u="none" strike="noStrike" kern="0" cap="none" spc="0" normalizeH="0" baseline="0" noProof="0">
                <a:ln>
                  <a:noFill/>
                </a:ln>
                <a:solidFill>
                  <a:srgbClr val="993300"/>
                </a:solidFill>
                <a:effectLst/>
                <a:uLnTx/>
                <a:uFillTx/>
                <a:latin typeface="SimSun"/>
                <a:ea typeface="SimSun"/>
                <a:sym typeface="SimSun"/>
              </a:rPr>
              <a:t>第二层</a:t>
            </a:r>
          </a:p>
        </p:txBody>
      </p:sp>
      <p:grpSp>
        <p:nvGrpSpPr>
          <p:cNvPr id="670" name="AutoShape 29"/>
          <p:cNvGrpSpPr/>
          <p:nvPr/>
        </p:nvGrpSpPr>
        <p:grpSpPr>
          <a:xfrm>
            <a:off x="2971800" y="1574802"/>
            <a:ext cx="1828802" cy="838202"/>
            <a:chOff x="0" y="0"/>
            <a:chExt cx="1828801" cy="838201"/>
          </a:xfrm>
        </p:grpSpPr>
        <p:grpSp>
          <p:nvGrpSpPr>
            <p:cNvPr id="668" name="成组"/>
            <p:cNvGrpSpPr/>
            <p:nvPr/>
          </p:nvGrpSpPr>
          <p:grpSpPr>
            <a:xfrm>
              <a:off x="0" y="0"/>
              <a:ext cx="1828801" cy="838201"/>
              <a:chOff x="0" y="0"/>
              <a:chExt cx="1828800" cy="838200"/>
            </a:xfrm>
          </p:grpSpPr>
          <p:sp>
            <p:nvSpPr>
              <p:cNvPr id="664" name="形状"/>
              <p:cNvSpPr/>
              <p:nvPr/>
            </p:nvSpPr>
            <p:spPr>
              <a:xfrm>
                <a:off x="0" y="0"/>
                <a:ext cx="1828801" cy="838201"/>
              </a:xfrm>
              <a:custGeom>
                <a:avLst/>
                <a:gdLst/>
                <a:ahLst/>
                <a:cxnLst>
                  <a:cxn ang="0">
                    <a:pos x="wd2" y="hd2"/>
                  </a:cxn>
                  <a:cxn ang="5400000">
                    <a:pos x="wd2" y="hd2"/>
                  </a:cxn>
                  <a:cxn ang="10800000">
                    <a:pos x="wd2" y="hd2"/>
                  </a:cxn>
                  <a:cxn ang="16200000">
                    <a:pos x="wd2" y="hd2"/>
                  </a:cxn>
                </a:cxnLst>
                <a:rect l="0" t="0" r="r" b="b"/>
                <a:pathLst>
                  <a:path w="21600" h="21600" extrusionOk="0">
                    <a:moveTo>
                      <a:pt x="0" y="5400"/>
                    </a:moveTo>
                    <a:lnTo>
                      <a:pt x="2475" y="0"/>
                    </a:lnTo>
                    <a:lnTo>
                      <a:pt x="21600" y="0"/>
                    </a:lnTo>
                    <a:lnTo>
                      <a:pt x="21600" y="16200"/>
                    </a:lnTo>
                    <a:lnTo>
                      <a:pt x="19125" y="21600"/>
                    </a:lnTo>
                    <a:lnTo>
                      <a:pt x="0" y="21600"/>
                    </a:lnTo>
                    <a:close/>
                  </a:path>
                </a:pathLst>
              </a:custGeom>
              <a:solidFill>
                <a:srgbClr val="FFFFFF"/>
              </a:solidFill>
              <a:ln w="12700" cap="flat">
                <a:noFill/>
                <a:miter lim="400000"/>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665" name="形状"/>
              <p:cNvSpPr/>
              <p:nvPr/>
            </p:nvSpPr>
            <p:spPr>
              <a:xfrm>
                <a:off x="1619250" y="0"/>
                <a:ext cx="209551" cy="838201"/>
              </a:xfrm>
              <a:custGeom>
                <a:avLst/>
                <a:gdLst/>
                <a:ahLst/>
                <a:cxnLst>
                  <a:cxn ang="0">
                    <a:pos x="wd2" y="hd2"/>
                  </a:cxn>
                  <a:cxn ang="5400000">
                    <a:pos x="wd2" y="hd2"/>
                  </a:cxn>
                  <a:cxn ang="10800000">
                    <a:pos x="wd2" y="hd2"/>
                  </a:cxn>
                  <a:cxn ang="16200000">
                    <a:pos x="wd2" y="hd2"/>
                  </a:cxn>
                </a:cxnLst>
                <a:rect l="0" t="0" r="r" b="b"/>
                <a:pathLst>
                  <a:path w="21600" h="21600" extrusionOk="0">
                    <a:moveTo>
                      <a:pt x="0" y="5400"/>
                    </a:moveTo>
                    <a:lnTo>
                      <a:pt x="21600" y="0"/>
                    </a:lnTo>
                    <a:lnTo>
                      <a:pt x="21600" y="16200"/>
                    </a:lnTo>
                    <a:lnTo>
                      <a:pt x="0" y="21600"/>
                    </a:lnTo>
                    <a:close/>
                  </a:path>
                </a:pathLst>
              </a:custGeom>
              <a:solidFill>
                <a:srgbClr val="000000">
                  <a:alpha val="20000"/>
                </a:srgbClr>
              </a:solidFill>
              <a:ln w="12700" cap="flat">
                <a:noFill/>
                <a:miter lim="400000"/>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666" name="形状"/>
              <p:cNvSpPr/>
              <p:nvPr/>
            </p:nvSpPr>
            <p:spPr>
              <a:xfrm>
                <a:off x="0" y="-1"/>
                <a:ext cx="1828801" cy="20955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475" y="0"/>
                    </a:lnTo>
                    <a:lnTo>
                      <a:pt x="21600" y="0"/>
                    </a:lnTo>
                    <a:lnTo>
                      <a:pt x="19125" y="21600"/>
                    </a:lnTo>
                    <a:close/>
                  </a:path>
                </a:pathLst>
              </a:custGeom>
              <a:solidFill>
                <a:srgbClr val="FFFFFF">
                  <a:alpha val="20000"/>
                </a:srgbClr>
              </a:solidFill>
              <a:ln w="12700" cap="flat">
                <a:noFill/>
                <a:miter lim="400000"/>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667" name="形状"/>
              <p:cNvSpPr/>
              <p:nvPr/>
            </p:nvSpPr>
            <p:spPr>
              <a:xfrm>
                <a:off x="0" y="0"/>
                <a:ext cx="1828801" cy="838201"/>
              </a:xfrm>
              <a:custGeom>
                <a:avLst/>
                <a:gdLst/>
                <a:ahLst/>
                <a:cxnLst>
                  <a:cxn ang="0">
                    <a:pos x="wd2" y="hd2"/>
                  </a:cxn>
                  <a:cxn ang="5400000">
                    <a:pos x="wd2" y="hd2"/>
                  </a:cxn>
                  <a:cxn ang="10800000">
                    <a:pos x="wd2" y="hd2"/>
                  </a:cxn>
                  <a:cxn ang="16200000">
                    <a:pos x="wd2" y="hd2"/>
                  </a:cxn>
                </a:cxnLst>
                <a:rect l="0" t="0" r="r" b="b"/>
                <a:pathLst>
                  <a:path w="21600" h="21600" extrusionOk="0">
                    <a:moveTo>
                      <a:pt x="0" y="5400"/>
                    </a:moveTo>
                    <a:lnTo>
                      <a:pt x="2475" y="0"/>
                    </a:lnTo>
                    <a:lnTo>
                      <a:pt x="21600" y="0"/>
                    </a:lnTo>
                    <a:lnTo>
                      <a:pt x="21600" y="16200"/>
                    </a:lnTo>
                    <a:lnTo>
                      <a:pt x="19125" y="21600"/>
                    </a:lnTo>
                    <a:lnTo>
                      <a:pt x="0" y="21600"/>
                    </a:lnTo>
                    <a:close/>
                    <a:moveTo>
                      <a:pt x="0" y="5400"/>
                    </a:moveTo>
                    <a:lnTo>
                      <a:pt x="19125" y="5400"/>
                    </a:lnTo>
                    <a:lnTo>
                      <a:pt x="21600" y="0"/>
                    </a:lnTo>
                    <a:moveTo>
                      <a:pt x="19125" y="5400"/>
                    </a:moveTo>
                    <a:lnTo>
                      <a:pt x="19125" y="21600"/>
                    </a:lnTo>
                  </a:path>
                </a:pathLst>
              </a:custGeom>
              <a:noFill/>
              <a:ln w="9525" cap="flat">
                <a:solidFill>
                  <a:srgbClr val="000000"/>
                </a:solidFill>
                <a:prstDash val="solid"/>
                <a:miter lim="800000"/>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grpSp>
        <p:sp>
          <p:nvSpPr>
            <p:cNvPr id="669" name="服务器"/>
            <p:cNvSpPr txBox="1"/>
            <p:nvPr/>
          </p:nvSpPr>
          <p:spPr>
            <a:xfrm>
              <a:off x="85563" y="106506"/>
              <a:ext cx="1518286" cy="42139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marL="0" marR="0" lvl="0" indent="0" algn="just" defTabSz="914400" rtl="0" eaLnBrk="1" fontAlgn="auto" latinLnBrk="0" hangingPunct="0">
                <a:lnSpc>
                  <a:spcPct val="180000"/>
                </a:lnSpc>
                <a:spcBef>
                  <a:spcPts val="0"/>
                </a:spcBef>
                <a:spcAft>
                  <a:spcPts val="0"/>
                </a:spcAft>
                <a:buClrTx/>
                <a:buSzTx/>
                <a:buFontTx/>
                <a:buNone/>
                <a:tabLst/>
                <a:defRPr sz="2400" b="1"/>
              </a:pPr>
              <a:r>
                <a:rPr kumimoji="0" sz="2400" b="1" i="0" u="none" strike="noStrike" kern="0" cap="none" spc="0" normalizeH="0" baseline="0" noProof="0" dirty="0">
                  <a:ln>
                    <a:noFill/>
                  </a:ln>
                  <a:solidFill>
                    <a:srgbClr val="000000"/>
                  </a:solidFill>
                  <a:effectLst/>
                  <a:uLnTx/>
                  <a:uFillTx/>
                  <a:latin typeface="Times New Roman"/>
                  <a:cs typeface="Times New Roman"/>
                  <a:sym typeface="Times New Roman"/>
                </a:rPr>
                <a:t>   </a:t>
              </a:r>
              <a:r>
                <a:rPr kumimoji="0" sz="2400" b="0" i="0" u="none" strike="noStrike" kern="0" cap="none" spc="0" normalizeH="0" baseline="0" noProof="0" dirty="0" err="1">
                  <a:ln>
                    <a:noFill/>
                  </a:ln>
                  <a:solidFill>
                    <a:srgbClr val="000000"/>
                  </a:solidFill>
                  <a:effectLst/>
                  <a:uLnTx/>
                  <a:uFillTx/>
                  <a:latin typeface="SimSun"/>
                  <a:ea typeface="SimSun"/>
                  <a:cs typeface="SimSun"/>
                  <a:sym typeface="SimSun"/>
                </a:rPr>
                <a:t>服务器</a:t>
              </a:r>
              <a:endParaRPr kumimoji="0" sz="2400" b="0" i="0" u="none" strike="noStrike" kern="0" cap="none" spc="0" normalizeH="0" baseline="0" noProof="0" dirty="0">
                <a:ln>
                  <a:noFill/>
                </a:ln>
                <a:solidFill>
                  <a:srgbClr val="000000"/>
                </a:solidFill>
                <a:effectLst/>
                <a:uLnTx/>
                <a:uFillTx/>
                <a:latin typeface="SimSun"/>
                <a:ea typeface="SimSun"/>
                <a:cs typeface="SimSun"/>
                <a:sym typeface="SimSun"/>
              </a:endParaRPr>
            </a:p>
          </p:txBody>
        </p:sp>
      </p:grpSp>
      <p:sp>
        <p:nvSpPr>
          <p:cNvPr id="671" name="Line 34"/>
          <p:cNvSpPr/>
          <p:nvPr/>
        </p:nvSpPr>
        <p:spPr>
          <a:xfrm>
            <a:off x="4859337" y="4868862"/>
            <a:ext cx="576263" cy="1"/>
          </a:xfrm>
          <a:prstGeom prst="line">
            <a:avLst/>
          </a:prstGeom>
          <a:ln w="28575">
            <a:solidFill>
              <a:srgbClr val="000099"/>
            </a:solidFill>
            <a:tailEnd type="triangle"/>
          </a:ln>
        </p:spPr>
        <p:txBody>
          <a:bodyPr lIns="45719" rIns="45719"/>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sp>
        <p:nvSpPr>
          <p:cNvPr id="672" name="Line 35"/>
          <p:cNvSpPr/>
          <p:nvPr/>
        </p:nvSpPr>
        <p:spPr>
          <a:xfrm>
            <a:off x="7308849" y="4868862"/>
            <a:ext cx="719139" cy="1"/>
          </a:xfrm>
          <a:prstGeom prst="line">
            <a:avLst/>
          </a:prstGeom>
          <a:ln w="28575">
            <a:solidFill>
              <a:srgbClr val="000099"/>
            </a:solidFill>
            <a:tailEnd type="triangle"/>
          </a:ln>
        </p:spPr>
        <p:txBody>
          <a:bodyPr lIns="45719" rIns="45719"/>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grpSp>
        <p:nvGrpSpPr>
          <p:cNvPr id="675" name="AutoShape 36">
            <a:hlinkClick r:id="rId2" action="ppaction://hlinksldjump"/>
          </p:cNvPr>
          <p:cNvGrpSpPr/>
          <p:nvPr/>
        </p:nvGrpSpPr>
        <p:grpSpPr>
          <a:xfrm>
            <a:off x="7308849" y="404813"/>
            <a:ext cx="846316" cy="288926"/>
            <a:chOff x="0" y="0"/>
            <a:chExt cx="846314" cy="288925"/>
          </a:xfrm>
        </p:grpSpPr>
        <p:sp>
          <p:nvSpPr>
            <p:cNvPr id="673" name="形状"/>
            <p:cNvSpPr/>
            <p:nvPr/>
          </p:nvSpPr>
          <p:spPr>
            <a:xfrm>
              <a:off x="0" y="0"/>
              <a:ext cx="846315" cy="288926"/>
            </a:xfrm>
            <a:custGeom>
              <a:avLst/>
              <a:gdLst/>
              <a:ahLst/>
              <a:cxnLst>
                <a:cxn ang="0">
                  <a:pos x="wd2" y="hd2"/>
                </a:cxn>
                <a:cxn ang="5400000">
                  <a:pos x="wd2" y="hd2"/>
                </a:cxn>
                <a:cxn ang="10800000">
                  <a:pos x="wd2" y="hd2"/>
                </a:cxn>
                <a:cxn ang="16200000">
                  <a:pos x="wd2" y="hd2"/>
                </a:cxn>
              </a:cxnLst>
              <a:rect l="0" t="0" r="r" b="b"/>
              <a:pathLst>
                <a:path w="21600" h="21600" extrusionOk="0">
                  <a:moveTo>
                    <a:pt x="17633" y="21600"/>
                  </a:moveTo>
                  <a:lnTo>
                    <a:pt x="12784" y="14400"/>
                  </a:lnTo>
                  <a:lnTo>
                    <a:pt x="14988" y="14400"/>
                  </a:lnTo>
                  <a:lnTo>
                    <a:pt x="14988" y="14400"/>
                  </a:lnTo>
                  <a:cubicBezTo>
                    <a:pt x="13898" y="5770"/>
                    <a:pt x="10984" y="0"/>
                    <a:pt x="7714" y="0"/>
                  </a:cubicBezTo>
                  <a:lnTo>
                    <a:pt x="12123" y="0"/>
                  </a:lnTo>
                  <a:cubicBezTo>
                    <a:pt x="15392" y="0"/>
                    <a:pt x="18306" y="5770"/>
                    <a:pt x="19396" y="14400"/>
                  </a:cubicBezTo>
                  <a:lnTo>
                    <a:pt x="21600" y="14400"/>
                  </a:lnTo>
                  <a:close/>
                  <a:moveTo>
                    <a:pt x="9919" y="900"/>
                  </a:moveTo>
                  <a:cubicBezTo>
                    <a:pt x="6649" y="3630"/>
                    <a:pt x="4408" y="12048"/>
                    <a:pt x="4408" y="21600"/>
                  </a:cubicBezTo>
                  <a:lnTo>
                    <a:pt x="0" y="21600"/>
                  </a:lnTo>
                  <a:cubicBezTo>
                    <a:pt x="0" y="9671"/>
                    <a:pt x="3454" y="0"/>
                    <a:pt x="7714" y="0"/>
                  </a:cubicBezTo>
                  <a:cubicBezTo>
                    <a:pt x="8461" y="0"/>
                    <a:pt x="9203" y="303"/>
                    <a:pt x="9919" y="900"/>
                  </a:cubicBezTo>
                  <a:close/>
                </a:path>
              </a:pathLst>
            </a:custGeom>
            <a:solidFill>
              <a:schemeClr val="accent2"/>
            </a:solidFill>
            <a:ln w="12700" cap="flat">
              <a:noFill/>
              <a:miter lim="400000"/>
            </a:ln>
            <a:effectLst/>
          </p:spPr>
          <p:txBody>
            <a:bodyPr wrap="square" lIns="45719" tIns="45719" rIns="45719" bIns="45719" numCol="1" anchor="ctr">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a:latin typeface="SimSun"/>
                  <a:ea typeface="SimSun"/>
                  <a:cs typeface="SimSun"/>
                  <a:sym typeface="SimSun"/>
                </a:defRPr>
              </a:pPr>
              <a:endParaRPr kumimoji="0" sz="2800" b="0" i="0" u="none" strike="noStrike" kern="0" cap="none" spc="0" normalizeH="0" baseline="0" noProof="0">
                <a:ln>
                  <a:noFill/>
                </a:ln>
                <a:solidFill>
                  <a:srgbClr val="000000"/>
                </a:solidFill>
                <a:effectLst/>
                <a:uLnTx/>
                <a:uFillTx/>
                <a:latin typeface="SimSun"/>
                <a:ea typeface="SimSun"/>
                <a:sym typeface="SimSun"/>
              </a:endParaRPr>
            </a:p>
          </p:txBody>
        </p:sp>
        <p:sp>
          <p:nvSpPr>
            <p:cNvPr id="674" name="形状"/>
            <p:cNvSpPr/>
            <p:nvPr/>
          </p:nvSpPr>
          <p:spPr>
            <a:xfrm>
              <a:off x="0" y="0"/>
              <a:ext cx="388621" cy="288926"/>
            </a:xfrm>
            <a:custGeom>
              <a:avLst/>
              <a:gdLst/>
              <a:ahLst/>
              <a:cxnLst>
                <a:cxn ang="0">
                  <a:pos x="wd2" y="hd2"/>
                </a:cxn>
                <a:cxn ang="5400000">
                  <a:pos x="wd2" y="hd2"/>
                </a:cxn>
                <a:cxn ang="10800000">
                  <a:pos x="wd2" y="hd2"/>
                </a:cxn>
                <a:cxn ang="16200000">
                  <a:pos x="wd2" y="hd2"/>
                </a:cxn>
              </a:cxnLst>
              <a:rect l="0" t="0" r="r" b="b"/>
              <a:pathLst>
                <a:path w="21600" h="21600" extrusionOk="0">
                  <a:moveTo>
                    <a:pt x="21600" y="900"/>
                  </a:moveTo>
                  <a:cubicBezTo>
                    <a:pt x="14480" y="3630"/>
                    <a:pt x="9600" y="12048"/>
                    <a:pt x="9600" y="21600"/>
                  </a:cubicBezTo>
                  <a:lnTo>
                    <a:pt x="0" y="21600"/>
                  </a:lnTo>
                  <a:cubicBezTo>
                    <a:pt x="0" y="9671"/>
                    <a:pt x="7522" y="0"/>
                    <a:pt x="16800" y="0"/>
                  </a:cubicBezTo>
                  <a:cubicBezTo>
                    <a:pt x="18425" y="0"/>
                    <a:pt x="20042" y="303"/>
                    <a:pt x="21600" y="900"/>
                  </a:cubicBezTo>
                  <a:close/>
                </a:path>
              </a:pathLst>
            </a:custGeom>
            <a:solidFill>
              <a:srgbClr val="000000">
                <a:alpha val="20000"/>
              </a:srgbClr>
            </a:solidFill>
            <a:ln w="12700" cap="flat">
              <a:noFill/>
              <a:miter lim="400000"/>
            </a:ln>
            <a:effectLst/>
          </p:spPr>
          <p:txBody>
            <a:bodyPr wrap="square" lIns="45719" tIns="45719" rIns="45719" bIns="45719" numCol="1" anchor="ctr">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a:latin typeface="SimSun"/>
                  <a:ea typeface="SimSun"/>
                  <a:cs typeface="SimSun"/>
                  <a:sym typeface="SimSun"/>
                </a:defRPr>
              </a:pPr>
              <a:endParaRPr kumimoji="0" sz="2800" b="0" i="0" u="none" strike="noStrike" kern="0" cap="none" spc="0" normalizeH="0" baseline="0" noProof="0">
                <a:ln>
                  <a:noFill/>
                </a:ln>
                <a:solidFill>
                  <a:srgbClr val="000000"/>
                </a:solidFill>
                <a:effectLst/>
                <a:uLnTx/>
                <a:uFillTx/>
                <a:latin typeface="SimSun"/>
                <a:ea typeface="SimSun"/>
                <a:sym typeface="SimSun"/>
              </a:endParaRPr>
            </a:p>
          </p:txBody>
        </p:sp>
      </p:grpSp>
      <p:grpSp>
        <p:nvGrpSpPr>
          <p:cNvPr id="680" name="Group 38"/>
          <p:cNvGrpSpPr/>
          <p:nvPr/>
        </p:nvGrpSpPr>
        <p:grpSpPr>
          <a:xfrm>
            <a:off x="-182880" y="3276600"/>
            <a:ext cx="9052560" cy="482734"/>
            <a:chOff x="0" y="0"/>
            <a:chExt cx="9052559" cy="482733"/>
          </a:xfrm>
        </p:grpSpPr>
        <p:sp>
          <p:nvSpPr>
            <p:cNvPr id="676" name="Rectangle 33"/>
            <p:cNvSpPr txBox="1"/>
            <p:nvPr/>
          </p:nvSpPr>
          <p:spPr>
            <a:xfrm>
              <a:off x="0" y="0"/>
              <a:ext cx="9052561" cy="48273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000099"/>
                  </a:solidFill>
                  <a:latin typeface="SimSun"/>
                  <a:ea typeface="SimSun"/>
                  <a:cs typeface="SimSun"/>
                  <a:sym typeface="SimSun"/>
                </a:defRPr>
              </a:pPr>
              <a:r>
                <a:rPr kumimoji="0" sz="2800" b="0" i="0" u="none" strike="noStrike" kern="0" cap="none" spc="0" normalizeH="0" baseline="0" noProof="0">
                  <a:ln>
                    <a:noFill/>
                  </a:ln>
                  <a:solidFill>
                    <a:srgbClr val="000099"/>
                  </a:solidFill>
                  <a:effectLst/>
                  <a:uLnTx/>
                  <a:uFillTx/>
                  <a:latin typeface="SimSun"/>
                  <a:ea typeface="SimSun"/>
                  <a:sym typeface="SimSun"/>
                </a:rPr>
                <a:t>    三层C/S结构</a:t>
              </a:r>
              <a:r>
                <a:rPr kumimoji="0" sz="2800" b="1" i="0" u="none" strike="noStrike" kern="0" cap="none" spc="0" normalizeH="0" baseline="0" noProof="0">
                  <a:ln>
                    <a:noFill/>
                  </a:ln>
                  <a:solidFill>
                    <a:srgbClr val="000000"/>
                  </a:solidFill>
                  <a:effectLst/>
                  <a:uLnTx/>
                  <a:uFillTx/>
                  <a:latin typeface="Times New Roman"/>
                  <a:ea typeface="+mn-ea"/>
                  <a:cs typeface="Times New Roman"/>
                  <a:sym typeface="Times New Roman"/>
                </a:rPr>
                <a:t> :</a:t>
              </a:r>
            </a:p>
          </p:txBody>
        </p:sp>
        <p:grpSp>
          <p:nvGrpSpPr>
            <p:cNvPr id="679" name="AutoShape 37">
              <a:hlinkClick r:id="rId3" action="ppaction://hlinksldjump"/>
            </p:cNvPr>
            <p:cNvGrpSpPr/>
            <p:nvPr/>
          </p:nvGrpSpPr>
          <p:grpSpPr>
            <a:xfrm>
              <a:off x="3675379" y="80962"/>
              <a:ext cx="846316" cy="288926"/>
              <a:chOff x="0" y="0"/>
              <a:chExt cx="846314" cy="288925"/>
            </a:xfrm>
          </p:grpSpPr>
          <p:sp>
            <p:nvSpPr>
              <p:cNvPr id="677" name="形状"/>
              <p:cNvSpPr/>
              <p:nvPr/>
            </p:nvSpPr>
            <p:spPr>
              <a:xfrm>
                <a:off x="0" y="0"/>
                <a:ext cx="846315" cy="288926"/>
              </a:xfrm>
              <a:custGeom>
                <a:avLst/>
                <a:gdLst/>
                <a:ahLst/>
                <a:cxnLst>
                  <a:cxn ang="0">
                    <a:pos x="wd2" y="hd2"/>
                  </a:cxn>
                  <a:cxn ang="5400000">
                    <a:pos x="wd2" y="hd2"/>
                  </a:cxn>
                  <a:cxn ang="10800000">
                    <a:pos x="wd2" y="hd2"/>
                  </a:cxn>
                  <a:cxn ang="16200000">
                    <a:pos x="wd2" y="hd2"/>
                  </a:cxn>
                </a:cxnLst>
                <a:rect l="0" t="0" r="r" b="b"/>
                <a:pathLst>
                  <a:path w="21600" h="21600" extrusionOk="0">
                    <a:moveTo>
                      <a:pt x="17633" y="21600"/>
                    </a:moveTo>
                    <a:lnTo>
                      <a:pt x="12784" y="14400"/>
                    </a:lnTo>
                    <a:lnTo>
                      <a:pt x="14988" y="14400"/>
                    </a:lnTo>
                    <a:lnTo>
                      <a:pt x="14988" y="14400"/>
                    </a:lnTo>
                    <a:cubicBezTo>
                      <a:pt x="13898" y="5770"/>
                      <a:pt x="10984" y="0"/>
                      <a:pt x="7714" y="0"/>
                    </a:cubicBezTo>
                    <a:lnTo>
                      <a:pt x="12123" y="0"/>
                    </a:lnTo>
                    <a:cubicBezTo>
                      <a:pt x="15392" y="0"/>
                      <a:pt x="18306" y="5770"/>
                      <a:pt x="19396" y="14400"/>
                    </a:cubicBezTo>
                    <a:lnTo>
                      <a:pt x="21600" y="14400"/>
                    </a:lnTo>
                    <a:close/>
                    <a:moveTo>
                      <a:pt x="9919" y="900"/>
                    </a:moveTo>
                    <a:cubicBezTo>
                      <a:pt x="6649" y="3630"/>
                      <a:pt x="4408" y="12048"/>
                      <a:pt x="4408" y="21600"/>
                    </a:cubicBezTo>
                    <a:lnTo>
                      <a:pt x="0" y="21600"/>
                    </a:lnTo>
                    <a:cubicBezTo>
                      <a:pt x="0" y="9671"/>
                      <a:pt x="3454" y="0"/>
                      <a:pt x="7714" y="0"/>
                    </a:cubicBezTo>
                    <a:cubicBezTo>
                      <a:pt x="8461" y="0"/>
                      <a:pt x="9203" y="303"/>
                      <a:pt x="9919" y="900"/>
                    </a:cubicBezTo>
                    <a:close/>
                  </a:path>
                </a:pathLst>
              </a:custGeom>
              <a:solidFill>
                <a:schemeClr val="accent2"/>
              </a:solidFill>
              <a:ln w="12700" cap="flat">
                <a:noFill/>
                <a:miter lim="400000"/>
              </a:ln>
              <a:effectLst/>
            </p:spPr>
            <p:txBody>
              <a:bodyPr wrap="square" lIns="45719" tIns="45719" rIns="45719" bIns="45719" numCol="1" anchor="ctr">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a:latin typeface="SimSun"/>
                    <a:ea typeface="SimSun"/>
                    <a:cs typeface="SimSun"/>
                    <a:sym typeface="SimSun"/>
                  </a:defRPr>
                </a:pPr>
                <a:endParaRPr kumimoji="0" sz="2800" b="0" i="0" u="none" strike="noStrike" kern="0" cap="none" spc="0" normalizeH="0" baseline="0" noProof="0">
                  <a:ln>
                    <a:noFill/>
                  </a:ln>
                  <a:solidFill>
                    <a:srgbClr val="000000"/>
                  </a:solidFill>
                  <a:effectLst/>
                  <a:uLnTx/>
                  <a:uFillTx/>
                  <a:latin typeface="SimSun"/>
                  <a:ea typeface="SimSun"/>
                  <a:sym typeface="SimSun"/>
                </a:endParaRPr>
              </a:p>
            </p:txBody>
          </p:sp>
          <p:sp>
            <p:nvSpPr>
              <p:cNvPr id="678" name="形状"/>
              <p:cNvSpPr/>
              <p:nvPr/>
            </p:nvSpPr>
            <p:spPr>
              <a:xfrm>
                <a:off x="0" y="0"/>
                <a:ext cx="388621" cy="288926"/>
              </a:xfrm>
              <a:custGeom>
                <a:avLst/>
                <a:gdLst/>
                <a:ahLst/>
                <a:cxnLst>
                  <a:cxn ang="0">
                    <a:pos x="wd2" y="hd2"/>
                  </a:cxn>
                  <a:cxn ang="5400000">
                    <a:pos x="wd2" y="hd2"/>
                  </a:cxn>
                  <a:cxn ang="10800000">
                    <a:pos x="wd2" y="hd2"/>
                  </a:cxn>
                  <a:cxn ang="16200000">
                    <a:pos x="wd2" y="hd2"/>
                  </a:cxn>
                </a:cxnLst>
                <a:rect l="0" t="0" r="r" b="b"/>
                <a:pathLst>
                  <a:path w="21600" h="21600" extrusionOk="0">
                    <a:moveTo>
                      <a:pt x="21600" y="900"/>
                    </a:moveTo>
                    <a:cubicBezTo>
                      <a:pt x="14480" y="3630"/>
                      <a:pt x="9600" y="12048"/>
                      <a:pt x="9600" y="21600"/>
                    </a:cubicBezTo>
                    <a:lnTo>
                      <a:pt x="0" y="21600"/>
                    </a:lnTo>
                    <a:cubicBezTo>
                      <a:pt x="0" y="9671"/>
                      <a:pt x="7522" y="0"/>
                      <a:pt x="16800" y="0"/>
                    </a:cubicBezTo>
                    <a:cubicBezTo>
                      <a:pt x="18425" y="0"/>
                      <a:pt x="20042" y="303"/>
                      <a:pt x="21600" y="900"/>
                    </a:cubicBezTo>
                    <a:close/>
                  </a:path>
                </a:pathLst>
              </a:custGeom>
              <a:solidFill>
                <a:srgbClr val="000000">
                  <a:alpha val="20000"/>
                </a:srgbClr>
              </a:solidFill>
              <a:ln w="12700" cap="flat">
                <a:noFill/>
                <a:miter lim="400000"/>
              </a:ln>
              <a:effectLst/>
            </p:spPr>
            <p:txBody>
              <a:bodyPr wrap="square" lIns="45719" tIns="45719" rIns="45719" bIns="45719" numCol="1" anchor="ctr">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a:latin typeface="SimSun"/>
                    <a:ea typeface="SimSun"/>
                    <a:cs typeface="SimSun"/>
                    <a:sym typeface="SimSun"/>
                  </a:defRPr>
                </a:pPr>
                <a:endParaRPr kumimoji="0" sz="2800" b="0" i="0" u="none" strike="noStrike" kern="0" cap="none" spc="0" normalizeH="0" baseline="0" noProof="0">
                  <a:ln>
                    <a:noFill/>
                  </a:ln>
                  <a:solidFill>
                    <a:srgbClr val="000000"/>
                  </a:solidFill>
                  <a:effectLst/>
                  <a:uLnTx/>
                  <a:uFillTx/>
                  <a:latin typeface="SimSun"/>
                  <a:ea typeface="SimSun"/>
                  <a:sym typeface="SimSun"/>
                </a:endParaRPr>
              </a:p>
            </p:txBody>
          </p:sp>
        </p:grpSp>
      </p:grpSp>
      <p:sp>
        <p:nvSpPr>
          <p:cNvPr id="60" name="文本框 59">
            <a:extLst>
              <a:ext uri="{FF2B5EF4-FFF2-40B4-BE49-F238E27FC236}">
                <a16:creationId xmlns:a16="http://schemas.microsoft.com/office/drawing/2014/main" id="{953B96C0-ECA6-F94F-9385-ADDA43D1EF75}"/>
              </a:ext>
            </a:extLst>
          </p:cNvPr>
          <p:cNvSpPr txBox="1"/>
          <p:nvPr/>
        </p:nvSpPr>
        <p:spPr>
          <a:xfrm>
            <a:off x="225779" y="666304"/>
            <a:ext cx="4679244" cy="74430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just" defTabSz="914400" rtl="0" eaLnBrk="1" fontAlgn="auto" latinLnBrk="0" hangingPunct="0">
              <a:lnSpc>
                <a:spcPct val="180000"/>
              </a:lnSpc>
              <a:spcBef>
                <a:spcPts val="0"/>
              </a:spcBef>
              <a:spcAft>
                <a:spcPts val="0"/>
              </a:spcAft>
              <a:buClrTx/>
              <a:buSzTx/>
              <a:buFontTx/>
              <a:buNone/>
              <a:tabLst/>
              <a:defRPr/>
            </a:pPr>
            <a:r>
              <a:rPr kumimoji="0" lang="zh-CN" altLang="en-US" sz="2800" b="0" i="0" u="none" strike="noStrike" kern="0" cap="none" spc="0" normalizeH="0" baseline="0" noProof="0" dirty="0">
                <a:ln>
                  <a:noFill/>
                </a:ln>
                <a:solidFill>
                  <a:srgbClr val="000099"/>
                </a:solidFill>
                <a:effectLst/>
                <a:uLnTx/>
                <a:uFillTx/>
                <a:latin typeface="SimSun"/>
                <a:ea typeface="SimSun"/>
                <a:cs typeface="SimSun"/>
                <a:sym typeface="SimSun"/>
              </a:rPr>
              <a:t>两层</a:t>
            </a:r>
            <a:r>
              <a:rPr kumimoji="0" lang="en-US" altLang="zh-CN" sz="2800" b="0" i="0" u="none" strike="noStrike" kern="0" cap="none" spc="0" normalizeH="0" baseline="0" noProof="0" dirty="0">
                <a:ln>
                  <a:noFill/>
                </a:ln>
                <a:solidFill>
                  <a:srgbClr val="000099"/>
                </a:solidFill>
                <a:effectLst/>
                <a:uLnTx/>
                <a:uFillTx/>
                <a:latin typeface="SimSun"/>
                <a:ea typeface="SimSun"/>
                <a:cs typeface="SimSun"/>
                <a:sym typeface="SimSun"/>
              </a:rPr>
              <a:t>C/S</a:t>
            </a:r>
            <a:r>
              <a:rPr kumimoji="0" lang="zh-CN" altLang="en-US" sz="2800" b="0" i="0" u="none" strike="noStrike" kern="0" cap="none" spc="0" normalizeH="0" baseline="0" noProof="0" dirty="0">
                <a:ln>
                  <a:noFill/>
                </a:ln>
                <a:solidFill>
                  <a:srgbClr val="000099"/>
                </a:solidFill>
                <a:effectLst/>
                <a:uLnTx/>
                <a:uFillTx/>
                <a:latin typeface="SimSun"/>
                <a:ea typeface="SimSun"/>
                <a:cs typeface="SimSun"/>
                <a:sym typeface="SimSun"/>
              </a:rPr>
              <a:t>结构：</a:t>
            </a:r>
            <a:r>
              <a:rPr kumimoji="0" lang="zh-CN" altLang="en-US" sz="2400" b="0" i="0" u="none" strike="noStrike" kern="0" cap="none" spc="0" normalizeH="0" baseline="0" noProof="0" dirty="0">
                <a:ln>
                  <a:noFill/>
                </a:ln>
                <a:solidFill>
                  <a:srgbClr val="000000"/>
                </a:solidFill>
                <a:effectLst/>
                <a:uLnTx/>
                <a:uFillTx/>
                <a:latin typeface="Times New Roman"/>
                <a:cs typeface="Times New Roman"/>
                <a:sym typeface="Times New Roman"/>
              </a:rPr>
              <a:t> </a:t>
            </a:r>
            <a:endParaRPr kumimoji="0" lang="zh-CN" altLang="en-US" sz="2800" b="0" i="0" u="none" strike="noStrike" kern="0" cap="none" spc="0" normalizeH="0" baseline="0" noProof="0" dirty="0">
              <a:ln>
                <a:noFill/>
              </a:ln>
              <a:solidFill>
                <a:srgbClr val="000000"/>
              </a:solidFill>
              <a:effectLst/>
              <a:uLnTx/>
              <a:uFillTx/>
              <a:latin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9" name="Group 2"/>
          <p:cNvGrpSpPr/>
          <p:nvPr/>
        </p:nvGrpSpPr>
        <p:grpSpPr>
          <a:xfrm>
            <a:off x="45719" y="152399"/>
            <a:ext cx="9098282" cy="6172201"/>
            <a:chOff x="0" y="0"/>
            <a:chExt cx="9098279" cy="6172200"/>
          </a:xfrm>
        </p:grpSpPr>
        <p:pic>
          <p:nvPicPr>
            <p:cNvPr id="682" name="Object 3" descr="Object 3"/>
            <p:cNvPicPr>
              <a:picLocks noChangeAspect="1"/>
            </p:cNvPicPr>
            <p:nvPr/>
          </p:nvPicPr>
          <p:blipFill>
            <a:blip r:embed="rId2"/>
            <a:stretch>
              <a:fillRect/>
            </a:stretch>
          </p:blipFill>
          <p:spPr>
            <a:xfrm>
              <a:off x="259080" y="571500"/>
              <a:ext cx="8839201" cy="5600700"/>
            </a:xfrm>
            <a:prstGeom prst="rect">
              <a:avLst/>
            </a:prstGeom>
            <a:ln w="12700" cap="flat">
              <a:noFill/>
              <a:miter lim="400000"/>
            </a:ln>
            <a:effectLst/>
          </p:spPr>
        </p:pic>
        <p:sp>
          <p:nvSpPr>
            <p:cNvPr id="683" name="Rectangle 4"/>
            <p:cNvSpPr txBox="1"/>
            <p:nvPr/>
          </p:nvSpPr>
          <p:spPr>
            <a:xfrm>
              <a:off x="0" y="0"/>
              <a:ext cx="9052561" cy="42139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marL="0" marR="0" lvl="0" indent="0" algn="just" defTabSz="914400" rtl="0" eaLnBrk="1" fontAlgn="auto" latinLnBrk="0" hangingPunct="0">
                <a:lnSpc>
                  <a:spcPct val="180000"/>
                </a:lnSpc>
                <a:spcBef>
                  <a:spcPts val="1400"/>
                </a:spcBef>
                <a:spcAft>
                  <a:spcPts val="0"/>
                </a:spcAft>
                <a:buClrTx/>
                <a:buSzTx/>
                <a:buFontTx/>
                <a:buNone/>
                <a:tabLst/>
                <a:defRPr sz="2400" b="1">
                  <a:solidFill>
                    <a:srgbClr val="993300"/>
                  </a:solidFill>
                </a:defRPr>
              </a:pPr>
              <a:r>
                <a:rPr kumimoji="0" sz="2400" b="1" i="0" u="none" strike="noStrike" kern="0" cap="none" spc="0" normalizeH="0" baseline="0" noProof="0">
                  <a:ln>
                    <a:noFill/>
                  </a:ln>
                  <a:solidFill>
                    <a:srgbClr val="993300"/>
                  </a:solidFill>
                  <a:effectLst/>
                  <a:uLnTx/>
                  <a:uFillTx/>
                  <a:latin typeface="Times New Roman"/>
                  <a:cs typeface="Times New Roman"/>
                  <a:sym typeface="Times New Roman"/>
                </a:rPr>
                <a:t>   </a:t>
              </a:r>
              <a:r>
                <a:rPr kumimoji="0" sz="2400" b="0" i="0" u="none" strike="noStrike" kern="0" cap="none" spc="0" normalizeH="0" baseline="0" noProof="0">
                  <a:ln>
                    <a:noFill/>
                  </a:ln>
                  <a:solidFill>
                    <a:srgbClr val="993300"/>
                  </a:solidFill>
                  <a:effectLst/>
                  <a:uLnTx/>
                  <a:uFillTx/>
                  <a:latin typeface="SimSun"/>
                  <a:ea typeface="SimSun"/>
                  <a:cs typeface="SimSun"/>
                  <a:sym typeface="SimSun"/>
                </a:rPr>
                <a:t>两层</a:t>
              </a:r>
              <a:r>
                <a:rPr kumimoji="0" sz="2400" b="1" i="0" u="none" strike="noStrike" kern="0" cap="none" spc="0" normalizeH="0" baseline="0" noProof="0">
                  <a:ln>
                    <a:noFill/>
                  </a:ln>
                  <a:solidFill>
                    <a:srgbClr val="993300"/>
                  </a:solidFill>
                  <a:effectLst/>
                  <a:uLnTx/>
                  <a:uFillTx/>
                  <a:latin typeface="Times New Roman"/>
                  <a:cs typeface="Times New Roman"/>
                  <a:sym typeface="Times New Roman"/>
                </a:rPr>
                <a:t>C/S</a:t>
              </a:r>
              <a:r>
                <a:rPr kumimoji="0" sz="2400" b="0" i="0" u="none" strike="noStrike" kern="0" cap="none" spc="0" normalizeH="0" baseline="0" noProof="0">
                  <a:ln>
                    <a:noFill/>
                  </a:ln>
                  <a:solidFill>
                    <a:srgbClr val="993300"/>
                  </a:solidFill>
                  <a:effectLst/>
                  <a:uLnTx/>
                  <a:uFillTx/>
                  <a:latin typeface="SimSun"/>
                  <a:ea typeface="SimSun"/>
                  <a:cs typeface="SimSun"/>
                  <a:sym typeface="SimSun"/>
                </a:rPr>
                <a:t>结构： </a:t>
              </a:r>
            </a:p>
          </p:txBody>
        </p:sp>
        <p:sp>
          <p:nvSpPr>
            <p:cNvPr id="684" name="Text Box 5"/>
            <p:cNvSpPr txBox="1"/>
            <p:nvPr/>
          </p:nvSpPr>
          <p:spPr>
            <a:xfrm>
              <a:off x="4419600" y="958850"/>
              <a:ext cx="1356361" cy="3962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marL="0" marR="0" lvl="0" indent="0" algn="just" defTabSz="914400" rtl="0" eaLnBrk="1" fontAlgn="auto" latinLnBrk="0" hangingPunct="0">
                <a:lnSpc>
                  <a:spcPct val="80000"/>
                </a:lnSpc>
                <a:spcBef>
                  <a:spcPts val="1400"/>
                </a:spcBef>
                <a:spcAft>
                  <a:spcPts val="0"/>
                </a:spcAft>
                <a:buClrTx/>
                <a:buSzTx/>
                <a:buFontTx/>
                <a:buNone/>
                <a:tabLst/>
                <a:defRPr sz="2400">
                  <a:latin typeface="SimSun"/>
                  <a:ea typeface="SimSun"/>
                  <a:cs typeface="SimSun"/>
                  <a:sym typeface="SimSun"/>
                </a:defRPr>
              </a:pPr>
              <a:r>
                <a:rPr kumimoji="0" sz="2400" b="0" i="0" u="none" strike="noStrike" kern="0" cap="none" spc="0" normalizeH="0" baseline="0" noProof="0">
                  <a:ln>
                    <a:noFill/>
                  </a:ln>
                  <a:solidFill>
                    <a:srgbClr val="000000"/>
                  </a:solidFill>
                  <a:effectLst/>
                  <a:uLnTx/>
                  <a:uFillTx/>
                  <a:latin typeface="SimSun"/>
                  <a:ea typeface="SimSun"/>
                  <a:sym typeface="SimSun"/>
                </a:rPr>
                <a:t>客户机1</a:t>
              </a:r>
            </a:p>
          </p:txBody>
        </p:sp>
        <p:sp>
          <p:nvSpPr>
            <p:cNvPr id="685" name="Text Box 6"/>
            <p:cNvSpPr txBox="1"/>
            <p:nvPr/>
          </p:nvSpPr>
          <p:spPr>
            <a:xfrm>
              <a:off x="6781800" y="5638800"/>
              <a:ext cx="1356361" cy="3962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marL="0" marR="0" lvl="0" indent="0" algn="just" defTabSz="914400" rtl="0" eaLnBrk="1" fontAlgn="auto" latinLnBrk="0" hangingPunct="0">
                <a:lnSpc>
                  <a:spcPct val="80000"/>
                </a:lnSpc>
                <a:spcBef>
                  <a:spcPts val="1400"/>
                </a:spcBef>
                <a:spcAft>
                  <a:spcPts val="0"/>
                </a:spcAft>
                <a:buClrTx/>
                <a:buSzTx/>
                <a:buFontTx/>
                <a:buNone/>
                <a:tabLst/>
                <a:defRPr sz="2400">
                  <a:latin typeface="SimSun"/>
                  <a:ea typeface="SimSun"/>
                  <a:cs typeface="SimSun"/>
                  <a:sym typeface="SimSun"/>
                </a:defRPr>
              </a:pPr>
              <a:r>
                <a:rPr kumimoji="0" sz="2400" b="0" i="0" u="none" strike="noStrike" kern="0" cap="none" spc="0" normalizeH="0" baseline="0" noProof="0">
                  <a:ln>
                    <a:noFill/>
                  </a:ln>
                  <a:solidFill>
                    <a:srgbClr val="000000"/>
                  </a:solidFill>
                  <a:effectLst/>
                  <a:uLnTx/>
                  <a:uFillTx/>
                  <a:latin typeface="SimSun"/>
                  <a:ea typeface="SimSun"/>
                  <a:sym typeface="SimSun"/>
                </a:rPr>
                <a:t>客户机4</a:t>
              </a:r>
            </a:p>
          </p:txBody>
        </p:sp>
        <p:sp>
          <p:nvSpPr>
            <p:cNvPr id="686" name="Text Box 7"/>
            <p:cNvSpPr txBox="1"/>
            <p:nvPr/>
          </p:nvSpPr>
          <p:spPr>
            <a:xfrm>
              <a:off x="7010400" y="990600"/>
              <a:ext cx="1356361" cy="3962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marL="0" marR="0" lvl="0" indent="0" algn="just" defTabSz="914400" rtl="0" eaLnBrk="1" fontAlgn="auto" latinLnBrk="0" hangingPunct="0">
                <a:lnSpc>
                  <a:spcPct val="80000"/>
                </a:lnSpc>
                <a:spcBef>
                  <a:spcPts val="1400"/>
                </a:spcBef>
                <a:spcAft>
                  <a:spcPts val="0"/>
                </a:spcAft>
                <a:buClrTx/>
                <a:buSzTx/>
                <a:buFontTx/>
                <a:buNone/>
                <a:tabLst/>
                <a:defRPr sz="2400">
                  <a:latin typeface="SimSun"/>
                  <a:ea typeface="SimSun"/>
                  <a:cs typeface="SimSun"/>
                  <a:sym typeface="SimSun"/>
                </a:defRPr>
              </a:pPr>
              <a:r>
                <a:rPr kumimoji="0" sz="2400" b="0" i="0" u="none" strike="noStrike" kern="0" cap="none" spc="0" normalizeH="0" baseline="0" noProof="0">
                  <a:ln>
                    <a:noFill/>
                  </a:ln>
                  <a:solidFill>
                    <a:srgbClr val="000000"/>
                  </a:solidFill>
                  <a:effectLst/>
                  <a:uLnTx/>
                  <a:uFillTx/>
                  <a:latin typeface="SimSun"/>
                  <a:ea typeface="SimSun"/>
                  <a:sym typeface="SimSun"/>
                </a:rPr>
                <a:t>客户机2</a:t>
              </a:r>
            </a:p>
          </p:txBody>
        </p:sp>
        <p:sp>
          <p:nvSpPr>
            <p:cNvPr id="687" name="Text Box 8"/>
            <p:cNvSpPr txBox="1"/>
            <p:nvPr/>
          </p:nvSpPr>
          <p:spPr>
            <a:xfrm>
              <a:off x="838200" y="5715000"/>
              <a:ext cx="1356361" cy="3962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marL="0" marR="0" lvl="0" indent="0" algn="just" defTabSz="914400" rtl="0" eaLnBrk="1" fontAlgn="auto" latinLnBrk="0" hangingPunct="0">
                <a:lnSpc>
                  <a:spcPct val="80000"/>
                </a:lnSpc>
                <a:spcBef>
                  <a:spcPts val="1400"/>
                </a:spcBef>
                <a:spcAft>
                  <a:spcPts val="0"/>
                </a:spcAft>
                <a:buClrTx/>
                <a:buSzTx/>
                <a:buFontTx/>
                <a:buNone/>
                <a:tabLst/>
                <a:defRPr sz="2400">
                  <a:latin typeface="SimSun"/>
                  <a:ea typeface="SimSun"/>
                  <a:cs typeface="SimSun"/>
                  <a:sym typeface="SimSun"/>
                </a:defRPr>
              </a:pPr>
              <a:r>
                <a:rPr kumimoji="0" sz="2400" b="0" i="0" u="none" strike="noStrike" kern="0" cap="none" spc="0" normalizeH="0" baseline="0" noProof="0">
                  <a:ln>
                    <a:noFill/>
                  </a:ln>
                  <a:solidFill>
                    <a:srgbClr val="000000"/>
                  </a:solidFill>
                  <a:effectLst/>
                  <a:uLnTx/>
                  <a:uFillTx/>
                  <a:latin typeface="SimSun"/>
                  <a:ea typeface="SimSun"/>
                  <a:sym typeface="SimSun"/>
                </a:rPr>
                <a:t>客户机3</a:t>
              </a:r>
            </a:p>
          </p:txBody>
        </p:sp>
        <p:sp>
          <p:nvSpPr>
            <p:cNvPr id="688" name="Text Box 9"/>
            <p:cNvSpPr txBox="1"/>
            <p:nvPr/>
          </p:nvSpPr>
          <p:spPr>
            <a:xfrm>
              <a:off x="914400" y="911225"/>
              <a:ext cx="1356361" cy="3962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lnSpc>
                  <a:spcPct val="80000"/>
                </a:lnSpc>
                <a:spcBef>
                  <a:spcPts val="1400"/>
                </a:spcBef>
                <a:defRPr sz="2400">
                  <a:latin typeface="SimSun"/>
                  <a:ea typeface="SimSun"/>
                  <a:cs typeface="SimSun"/>
                  <a:sym typeface="SimSun"/>
                </a:defRPr>
              </a:lvl1pPr>
            </a:lstStyle>
            <a:p>
              <a:pPr marL="0" marR="0" lvl="0" indent="0" algn="just" defTabSz="914400" rtl="0" eaLnBrk="1" fontAlgn="auto" latinLnBrk="0" hangingPunct="0">
                <a:lnSpc>
                  <a:spcPct val="80000"/>
                </a:lnSpc>
                <a:spcBef>
                  <a:spcPts val="140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SimSun"/>
                  <a:ea typeface="SimSun"/>
                  <a:sym typeface="SimSun"/>
                </a:rPr>
                <a:t>服务器</a:t>
              </a:r>
            </a:p>
          </p:txBody>
        </p:sp>
      </p:grpSp>
      <p:grpSp>
        <p:nvGrpSpPr>
          <p:cNvPr id="692" name="AutoShape 13">
            <a:hlinkClick r:id="rId3" action="ppaction://hlinksldjump"/>
          </p:cNvPr>
          <p:cNvGrpSpPr/>
          <p:nvPr/>
        </p:nvGrpSpPr>
        <p:grpSpPr>
          <a:xfrm>
            <a:off x="8101013" y="6237287"/>
            <a:ext cx="846315" cy="404814"/>
            <a:chOff x="0" y="0"/>
            <a:chExt cx="846314" cy="404812"/>
          </a:xfrm>
        </p:grpSpPr>
        <p:sp>
          <p:nvSpPr>
            <p:cNvPr id="690" name="形状"/>
            <p:cNvSpPr/>
            <p:nvPr/>
          </p:nvSpPr>
          <p:spPr>
            <a:xfrm rot="10800000" flipH="1">
              <a:off x="0" y="0"/>
              <a:ext cx="846315" cy="404813"/>
            </a:xfrm>
            <a:custGeom>
              <a:avLst/>
              <a:gdLst/>
              <a:ahLst/>
              <a:cxnLst>
                <a:cxn ang="0">
                  <a:pos x="wd2" y="hd2"/>
                </a:cxn>
                <a:cxn ang="5400000">
                  <a:pos x="wd2" y="hd2"/>
                </a:cxn>
                <a:cxn ang="10800000">
                  <a:pos x="wd2" y="hd2"/>
                </a:cxn>
                <a:cxn ang="16200000">
                  <a:pos x="wd2" y="hd2"/>
                </a:cxn>
              </a:cxnLst>
              <a:rect l="0" t="0" r="r" b="b"/>
              <a:pathLst>
                <a:path w="21600" h="21600" extrusionOk="0">
                  <a:moveTo>
                    <a:pt x="17633" y="21600"/>
                  </a:moveTo>
                  <a:lnTo>
                    <a:pt x="12784" y="14400"/>
                  </a:lnTo>
                  <a:lnTo>
                    <a:pt x="14988" y="14400"/>
                  </a:lnTo>
                  <a:lnTo>
                    <a:pt x="14988" y="14400"/>
                  </a:lnTo>
                  <a:cubicBezTo>
                    <a:pt x="13898" y="5770"/>
                    <a:pt x="10984" y="0"/>
                    <a:pt x="7714" y="0"/>
                  </a:cubicBezTo>
                  <a:lnTo>
                    <a:pt x="12123" y="0"/>
                  </a:lnTo>
                  <a:cubicBezTo>
                    <a:pt x="15392" y="0"/>
                    <a:pt x="18306" y="5770"/>
                    <a:pt x="19396" y="14400"/>
                  </a:cubicBezTo>
                  <a:lnTo>
                    <a:pt x="21600" y="14400"/>
                  </a:lnTo>
                  <a:close/>
                  <a:moveTo>
                    <a:pt x="9919" y="900"/>
                  </a:moveTo>
                  <a:lnTo>
                    <a:pt x="9919" y="900"/>
                  </a:lnTo>
                  <a:cubicBezTo>
                    <a:pt x="6649" y="3630"/>
                    <a:pt x="4408" y="12048"/>
                    <a:pt x="4408" y="21600"/>
                  </a:cubicBezTo>
                  <a:lnTo>
                    <a:pt x="0" y="21600"/>
                  </a:lnTo>
                  <a:cubicBezTo>
                    <a:pt x="0" y="9671"/>
                    <a:pt x="3454" y="0"/>
                    <a:pt x="7714" y="0"/>
                  </a:cubicBezTo>
                  <a:cubicBezTo>
                    <a:pt x="8461" y="0"/>
                    <a:pt x="9203" y="303"/>
                    <a:pt x="9919" y="900"/>
                  </a:cubicBezTo>
                  <a:close/>
                </a:path>
              </a:pathLst>
            </a:custGeom>
            <a:solidFill>
              <a:schemeClr val="accent2"/>
            </a:solidFill>
            <a:ln w="12700" cap="flat">
              <a:noFill/>
              <a:miter lim="400000"/>
            </a:ln>
            <a:effectLst/>
          </p:spPr>
          <p:txBody>
            <a:bodyPr wrap="square" lIns="45719" tIns="45719" rIns="45719" bIns="45719" numCol="1" anchor="ctr">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a:latin typeface="SimSun"/>
                  <a:ea typeface="SimSun"/>
                  <a:cs typeface="SimSun"/>
                  <a:sym typeface="SimSun"/>
                </a:defRPr>
              </a:pPr>
              <a:endParaRPr kumimoji="0" sz="2800" b="0" i="0" u="none" strike="noStrike" kern="0" cap="none" spc="0" normalizeH="0" baseline="0" noProof="0">
                <a:ln>
                  <a:noFill/>
                </a:ln>
                <a:solidFill>
                  <a:srgbClr val="000000"/>
                </a:solidFill>
                <a:effectLst/>
                <a:uLnTx/>
                <a:uFillTx/>
                <a:latin typeface="SimSun"/>
                <a:ea typeface="SimSun"/>
                <a:sym typeface="SimSun"/>
              </a:endParaRPr>
            </a:p>
          </p:txBody>
        </p:sp>
        <p:sp>
          <p:nvSpPr>
            <p:cNvPr id="691" name="形状"/>
            <p:cNvSpPr/>
            <p:nvPr/>
          </p:nvSpPr>
          <p:spPr>
            <a:xfrm rot="10800000" flipH="1">
              <a:off x="0" y="-1"/>
              <a:ext cx="388622" cy="404814"/>
            </a:xfrm>
            <a:custGeom>
              <a:avLst/>
              <a:gdLst/>
              <a:ahLst/>
              <a:cxnLst>
                <a:cxn ang="0">
                  <a:pos x="wd2" y="hd2"/>
                </a:cxn>
                <a:cxn ang="5400000">
                  <a:pos x="wd2" y="hd2"/>
                </a:cxn>
                <a:cxn ang="10800000">
                  <a:pos x="wd2" y="hd2"/>
                </a:cxn>
                <a:cxn ang="16200000">
                  <a:pos x="wd2" y="hd2"/>
                </a:cxn>
              </a:cxnLst>
              <a:rect l="0" t="0" r="r" b="b"/>
              <a:pathLst>
                <a:path w="21600" h="21600" extrusionOk="0">
                  <a:moveTo>
                    <a:pt x="21600" y="900"/>
                  </a:moveTo>
                  <a:lnTo>
                    <a:pt x="21600" y="900"/>
                  </a:lnTo>
                  <a:cubicBezTo>
                    <a:pt x="14480" y="3630"/>
                    <a:pt x="9600" y="12048"/>
                    <a:pt x="9600" y="21600"/>
                  </a:cubicBezTo>
                  <a:lnTo>
                    <a:pt x="0" y="21600"/>
                  </a:lnTo>
                  <a:cubicBezTo>
                    <a:pt x="0" y="9671"/>
                    <a:pt x="7522" y="0"/>
                    <a:pt x="16800" y="0"/>
                  </a:cubicBezTo>
                  <a:cubicBezTo>
                    <a:pt x="18425" y="0"/>
                    <a:pt x="20042" y="303"/>
                    <a:pt x="21600" y="900"/>
                  </a:cubicBezTo>
                  <a:close/>
                </a:path>
              </a:pathLst>
            </a:custGeom>
            <a:solidFill>
              <a:srgbClr val="000000">
                <a:alpha val="20000"/>
              </a:srgbClr>
            </a:solidFill>
            <a:ln w="12700" cap="flat">
              <a:noFill/>
              <a:miter lim="400000"/>
            </a:ln>
            <a:effectLst/>
          </p:spPr>
          <p:txBody>
            <a:bodyPr wrap="square" lIns="45719" tIns="45719" rIns="45719" bIns="45719" numCol="1" anchor="ctr">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a:latin typeface="SimSun"/>
                  <a:ea typeface="SimSun"/>
                  <a:cs typeface="SimSun"/>
                  <a:sym typeface="SimSun"/>
                </a:defRPr>
              </a:pPr>
              <a:endParaRPr kumimoji="0" sz="2800" b="0" i="0" u="none" strike="noStrike" kern="0" cap="none" spc="0" normalizeH="0" baseline="0" noProof="0">
                <a:ln>
                  <a:noFill/>
                </a:ln>
                <a:solidFill>
                  <a:srgbClr val="000000"/>
                </a:solidFill>
                <a:effectLst/>
                <a:uLnTx/>
                <a:uFillTx/>
                <a:latin typeface="SimSun"/>
                <a:ea typeface="SimSun"/>
                <a:sym typeface="SimSun"/>
              </a:endParaRPr>
            </a:p>
          </p:txBody>
        </p:sp>
      </p:gr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4" name="Object 2" descr="Object 2"/>
          <p:cNvPicPr>
            <a:picLocks noChangeAspect="1"/>
          </p:cNvPicPr>
          <p:nvPr/>
        </p:nvPicPr>
        <p:blipFill>
          <a:blip r:embed="rId2"/>
          <a:stretch>
            <a:fillRect/>
          </a:stretch>
        </p:blipFill>
        <p:spPr>
          <a:xfrm>
            <a:off x="304800" y="685800"/>
            <a:ext cx="8839200" cy="5600700"/>
          </a:xfrm>
          <a:prstGeom prst="rect">
            <a:avLst/>
          </a:prstGeom>
          <a:ln w="12700">
            <a:miter lim="400000"/>
          </a:ln>
        </p:spPr>
      </p:pic>
      <p:sp>
        <p:nvSpPr>
          <p:cNvPr id="695" name="Rectangle 3"/>
          <p:cNvSpPr txBox="1"/>
          <p:nvPr/>
        </p:nvSpPr>
        <p:spPr>
          <a:xfrm>
            <a:off x="274319" y="304800"/>
            <a:ext cx="9052562" cy="4213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0" marR="0" lvl="0" indent="0" algn="just" defTabSz="914400" rtl="0" eaLnBrk="1" fontAlgn="auto" latinLnBrk="0" hangingPunct="0">
              <a:lnSpc>
                <a:spcPct val="180000"/>
              </a:lnSpc>
              <a:spcBef>
                <a:spcPts val="1400"/>
              </a:spcBef>
              <a:spcAft>
                <a:spcPts val="0"/>
              </a:spcAft>
              <a:buClrTx/>
              <a:buSzTx/>
              <a:buFontTx/>
              <a:buNone/>
              <a:tabLst/>
              <a:defRPr sz="2400" b="1">
                <a:solidFill>
                  <a:srgbClr val="993300"/>
                </a:solidFill>
              </a:defRPr>
            </a:pPr>
            <a:r>
              <a:rPr kumimoji="0" sz="2400" b="1" i="0" u="none" strike="noStrike" kern="0" cap="none" spc="0" normalizeH="0" baseline="0" noProof="0">
                <a:ln>
                  <a:noFill/>
                </a:ln>
                <a:solidFill>
                  <a:srgbClr val="993300"/>
                </a:solidFill>
                <a:effectLst/>
                <a:uLnTx/>
                <a:uFillTx/>
                <a:latin typeface="Times New Roman"/>
                <a:cs typeface="Times New Roman"/>
                <a:sym typeface="Times New Roman"/>
              </a:rPr>
              <a:t>   </a:t>
            </a:r>
            <a:r>
              <a:rPr kumimoji="0" sz="2400" b="0" i="0" u="none" strike="noStrike" kern="0" cap="none" spc="0" normalizeH="0" baseline="0" noProof="0">
                <a:ln>
                  <a:noFill/>
                </a:ln>
                <a:solidFill>
                  <a:srgbClr val="993300"/>
                </a:solidFill>
                <a:effectLst/>
                <a:uLnTx/>
                <a:uFillTx/>
                <a:latin typeface="SimSun"/>
                <a:ea typeface="SimSun"/>
                <a:cs typeface="SimSun"/>
                <a:sym typeface="SimSun"/>
              </a:rPr>
              <a:t>三层</a:t>
            </a:r>
            <a:r>
              <a:rPr kumimoji="0" sz="2400" b="1" i="0" u="none" strike="noStrike" kern="0" cap="none" spc="0" normalizeH="0" baseline="0" noProof="0">
                <a:ln>
                  <a:noFill/>
                </a:ln>
                <a:solidFill>
                  <a:srgbClr val="993300"/>
                </a:solidFill>
                <a:effectLst/>
                <a:uLnTx/>
                <a:uFillTx/>
                <a:latin typeface="Times New Roman"/>
                <a:cs typeface="Times New Roman"/>
                <a:sym typeface="Times New Roman"/>
              </a:rPr>
              <a:t>C/S</a:t>
            </a:r>
            <a:r>
              <a:rPr kumimoji="0" sz="2400" b="0" i="0" u="none" strike="noStrike" kern="0" cap="none" spc="0" normalizeH="0" baseline="0" noProof="0">
                <a:ln>
                  <a:noFill/>
                </a:ln>
                <a:solidFill>
                  <a:srgbClr val="993300"/>
                </a:solidFill>
                <a:effectLst/>
                <a:uLnTx/>
                <a:uFillTx/>
                <a:latin typeface="SimSun"/>
                <a:ea typeface="SimSun"/>
                <a:cs typeface="SimSun"/>
                <a:sym typeface="SimSun"/>
              </a:rPr>
              <a:t>结构： </a:t>
            </a:r>
          </a:p>
        </p:txBody>
      </p:sp>
      <p:sp>
        <p:nvSpPr>
          <p:cNvPr id="696" name="Text Box 4"/>
          <p:cNvSpPr txBox="1"/>
          <p:nvPr/>
        </p:nvSpPr>
        <p:spPr>
          <a:xfrm>
            <a:off x="655319" y="6019800"/>
            <a:ext cx="1356362" cy="3962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0" marR="0" lvl="0" indent="0" algn="just" defTabSz="914400" rtl="0" eaLnBrk="1" fontAlgn="auto" latinLnBrk="0" hangingPunct="0">
              <a:lnSpc>
                <a:spcPct val="80000"/>
              </a:lnSpc>
              <a:spcBef>
                <a:spcPts val="1400"/>
              </a:spcBef>
              <a:spcAft>
                <a:spcPts val="0"/>
              </a:spcAft>
              <a:buClrTx/>
              <a:buSzTx/>
              <a:buFontTx/>
              <a:buNone/>
              <a:tabLst/>
              <a:defRPr sz="2400">
                <a:solidFill>
                  <a:srgbClr val="000099"/>
                </a:solidFill>
                <a:latin typeface="SimSun"/>
                <a:ea typeface="SimSun"/>
                <a:cs typeface="SimSun"/>
                <a:sym typeface="SimSun"/>
              </a:defRPr>
            </a:pPr>
            <a:r>
              <a:rPr kumimoji="0" sz="2400" b="0" i="0" u="none" strike="noStrike" kern="0" cap="none" spc="0" normalizeH="0" baseline="0" noProof="0">
                <a:ln>
                  <a:noFill/>
                </a:ln>
                <a:solidFill>
                  <a:srgbClr val="000099"/>
                </a:solidFill>
                <a:effectLst/>
                <a:uLnTx/>
                <a:uFillTx/>
                <a:latin typeface="SimSun"/>
                <a:ea typeface="SimSun"/>
                <a:sym typeface="SimSun"/>
              </a:rPr>
              <a:t>客户机2</a:t>
            </a:r>
          </a:p>
        </p:txBody>
      </p:sp>
      <p:sp>
        <p:nvSpPr>
          <p:cNvPr id="697" name="Text Box 5"/>
          <p:cNvSpPr txBox="1"/>
          <p:nvPr/>
        </p:nvSpPr>
        <p:spPr>
          <a:xfrm>
            <a:off x="5608319" y="6096000"/>
            <a:ext cx="1356362" cy="3962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0" marR="0" lvl="0" indent="0" algn="just" defTabSz="914400" rtl="0" eaLnBrk="1" fontAlgn="auto" latinLnBrk="0" hangingPunct="0">
              <a:lnSpc>
                <a:spcPct val="80000"/>
              </a:lnSpc>
              <a:spcBef>
                <a:spcPts val="1400"/>
              </a:spcBef>
              <a:spcAft>
                <a:spcPts val="0"/>
              </a:spcAft>
              <a:buClrTx/>
              <a:buSzTx/>
              <a:buFontTx/>
              <a:buNone/>
              <a:tabLst/>
              <a:defRPr sz="2400">
                <a:solidFill>
                  <a:srgbClr val="000099"/>
                </a:solidFill>
                <a:latin typeface="SimSun"/>
                <a:ea typeface="SimSun"/>
                <a:cs typeface="SimSun"/>
                <a:sym typeface="SimSun"/>
              </a:defRPr>
            </a:pPr>
            <a:r>
              <a:rPr kumimoji="0" sz="2400" b="0" i="0" u="none" strike="noStrike" kern="0" cap="none" spc="0" normalizeH="0" baseline="0" noProof="0">
                <a:ln>
                  <a:noFill/>
                </a:ln>
                <a:solidFill>
                  <a:srgbClr val="000099"/>
                </a:solidFill>
                <a:effectLst/>
                <a:uLnTx/>
                <a:uFillTx/>
                <a:latin typeface="SimSun"/>
                <a:ea typeface="SimSun"/>
                <a:sym typeface="SimSun"/>
              </a:rPr>
              <a:t>客户机n</a:t>
            </a:r>
          </a:p>
        </p:txBody>
      </p:sp>
      <p:sp>
        <p:nvSpPr>
          <p:cNvPr id="698" name="Text Box 6"/>
          <p:cNvSpPr txBox="1"/>
          <p:nvPr/>
        </p:nvSpPr>
        <p:spPr>
          <a:xfrm>
            <a:off x="7056119" y="1143000"/>
            <a:ext cx="1356362" cy="3962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0" marR="0" lvl="0" indent="0" algn="just" defTabSz="914400" rtl="0" eaLnBrk="1" fontAlgn="auto" latinLnBrk="0" hangingPunct="0">
              <a:lnSpc>
                <a:spcPct val="80000"/>
              </a:lnSpc>
              <a:spcBef>
                <a:spcPts val="1400"/>
              </a:spcBef>
              <a:spcAft>
                <a:spcPts val="0"/>
              </a:spcAft>
              <a:buClrTx/>
              <a:buSzTx/>
              <a:buFontTx/>
              <a:buNone/>
              <a:tabLst/>
              <a:defRPr sz="2400">
                <a:solidFill>
                  <a:srgbClr val="000099"/>
                </a:solidFill>
                <a:latin typeface="SimSun"/>
                <a:ea typeface="SimSun"/>
                <a:cs typeface="SimSun"/>
                <a:sym typeface="SimSun"/>
              </a:defRPr>
            </a:pPr>
            <a:r>
              <a:rPr kumimoji="0" sz="2400" b="0" i="0" u="none" strike="noStrike" kern="0" cap="none" spc="0" normalizeH="0" baseline="0" noProof="0">
                <a:ln>
                  <a:noFill/>
                </a:ln>
                <a:solidFill>
                  <a:srgbClr val="000099"/>
                </a:solidFill>
                <a:effectLst/>
                <a:uLnTx/>
                <a:uFillTx/>
                <a:latin typeface="SimSun"/>
                <a:ea typeface="SimSun"/>
                <a:sym typeface="SimSun"/>
              </a:rPr>
              <a:t>客户机1</a:t>
            </a:r>
          </a:p>
        </p:txBody>
      </p:sp>
      <p:sp>
        <p:nvSpPr>
          <p:cNvPr id="699" name="Text Box 7"/>
          <p:cNvSpPr txBox="1"/>
          <p:nvPr/>
        </p:nvSpPr>
        <p:spPr>
          <a:xfrm>
            <a:off x="3322319" y="6092825"/>
            <a:ext cx="1356362" cy="3962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0" marR="0" lvl="0" indent="0" algn="just" defTabSz="914400" rtl="0" eaLnBrk="1" fontAlgn="auto" latinLnBrk="0" hangingPunct="0">
              <a:lnSpc>
                <a:spcPct val="80000"/>
              </a:lnSpc>
              <a:spcBef>
                <a:spcPts val="1400"/>
              </a:spcBef>
              <a:spcAft>
                <a:spcPts val="0"/>
              </a:spcAft>
              <a:buClrTx/>
              <a:buSzTx/>
              <a:buFontTx/>
              <a:buNone/>
              <a:tabLst/>
              <a:defRPr sz="2400">
                <a:solidFill>
                  <a:srgbClr val="000099"/>
                </a:solidFill>
                <a:latin typeface="SimSun"/>
                <a:ea typeface="SimSun"/>
                <a:cs typeface="SimSun"/>
                <a:sym typeface="SimSun"/>
              </a:defRPr>
            </a:pPr>
            <a:r>
              <a:rPr kumimoji="0" sz="2400" b="0" i="0" u="none" strike="noStrike" kern="0" cap="none" spc="0" normalizeH="0" baseline="0" noProof="0">
                <a:ln>
                  <a:noFill/>
                </a:ln>
                <a:solidFill>
                  <a:srgbClr val="000099"/>
                </a:solidFill>
                <a:effectLst/>
                <a:uLnTx/>
                <a:uFillTx/>
                <a:latin typeface="SimSun"/>
                <a:ea typeface="SimSun"/>
                <a:sym typeface="SimSun"/>
              </a:rPr>
              <a:t>客户机3</a:t>
            </a:r>
          </a:p>
        </p:txBody>
      </p:sp>
      <p:sp>
        <p:nvSpPr>
          <p:cNvPr id="700" name="Text Box 8"/>
          <p:cNvSpPr txBox="1"/>
          <p:nvPr/>
        </p:nvSpPr>
        <p:spPr>
          <a:xfrm>
            <a:off x="3322319" y="1063625"/>
            <a:ext cx="1737362" cy="3962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80000"/>
              </a:lnSpc>
              <a:spcBef>
                <a:spcPts val="1400"/>
              </a:spcBef>
              <a:defRPr sz="2400">
                <a:solidFill>
                  <a:srgbClr val="669900"/>
                </a:solidFill>
                <a:latin typeface="SimSun"/>
                <a:ea typeface="SimSun"/>
                <a:cs typeface="SimSun"/>
                <a:sym typeface="SimSun"/>
              </a:defRPr>
            </a:lvl1pPr>
          </a:lstStyle>
          <a:p>
            <a:pPr marL="0" marR="0" lvl="0" indent="0" algn="just" defTabSz="914400" rtl="0" eaLnBrk="1" fontAlgn="auto" latinLnBrk="0" hangingPunct="0">
              <a:lnSpc>
                <a:spcPct val="80000"/>
              </a:lnSpc>
              <a:spcBef>
                <a:spcPts val="1400"/>
              </a:spcBef>
              <a:spcAft>
                <a:spcPts val="0"/>
              </a:spcAft>
              <a:buClrTx/>
              <a:buSzTx/>
              <a:buFontTx/>
              <a:buNone/>
              <a:tabLst/>
              <a:defRPr/>
            </a:pPr>
            <a:r>
              <a:rPr kumimoji="0" sz="2400" b="0" i="0" u="none" strike="noStrike" kern="0" cap="none" spc="0" normalizeH="0" baseline="0" noProof="0">
                <a:ln>
                  <a:noFill/>
                </a:ln>
                <a:solidFill>
                  <a:srgbClr val="669900"/>
                </a:solidFill>
                <a:effectLst/>
                <a:uLnTx/>
                <a:uFillTx/>
                <a:latin typeface="SimSun"/>
                <a:ea typeface="SimSun"/>
                <a:sym typeface="SimSun"/>
              </a:rPr>
              <a:t>应用服务器</a:t>
            </a:r>
          </a:p>
        </p:txBody>
      </p:sp>
      <p:sp>
        <p:nvSpPr>
          <p:cNvPr id="701" name="Text Box 9"/>
          <p:cNvSpPr txBox="1"/>
          <p:nvPr/>
        </p:nvSpPr>
        <p:spPr>
          <a:xfrm>
            <a:off x="655319" y="990600"/>
            <a:ext cx="1356362" cy="8229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0" marR="0" lvl="0" indent="0" algn="just" defTabSz="914400" rtl="0" eaLnBrk="1" fontAlgn="auto" latinLnBrk="0" hangingPunct="0">
              <a:lnSpc>
                <a:spcPct val="80000"/>
              </a:lnSpc>
              <a:spcBef>
                <a:spcPts val="1400"/>
              </a:spcBef>
              <a:spcAft>
                <a:spcPts val="0"/>
              </a:spcAft>
              <a:buClrTx/>
              <a:buSzTx/>
              <a:buFontTx/>
              <a:buNone/>
              <a:tabLst/>
              <a:defRPr sz="2400">
                <a:solidFill>
                  <a:srgbClr val="669900"/>
                </a:solidFill>
                <a:latin typeface="SimSun"/>
                <a:ea typeface="SimSun"/>
                <a:cs typeface="SimSun"/>
                <a:sym typeface="SimSun"/>
              </a:defRPr>
            </a:pPr>
            <a:r>
              <a:rPr kumimoji="0" sz="2400" b="0" i="0" u="none" strike="noStrike" kern="0" cap="none" spc="0" normalizeH="0" baseline="0" noProof="0">
                <a:ln>
                  <a:noFill/>
                </a:ln>
                <a:solidFill>
                  <a:srgbClr val="669900"/>
                </a:solidFill>
                <a:effectLst/>
                <a:uLnTx/>
                <a:uFillTx/>
                <a:latin typeface="SimSun"/>
                <a:ea typeface="SimSun"/>
                <a:sym typeface="SimSun"/>
              </a:rPr>
              <a:t>数据库</a:t>
            </a:r>
            <a:endParaRPr kumimoji="0" sz="3200" b="0" i="0" u="none" strike="noStrike" kern="0" cap="none" spc="0" normalizeH="0" baseline="0" noProof="0">
              <a:ln>
                <a:noFill/>
              </a:ln>
              <a:solidFill>
                <a:srgbClr val="669900"/>
              </a:solidFill>
              <a:effectLst/>
              <a:uLnTx/>
              <a:uFillTx/>
              <a:latin typeface="SimSun"/>
              <a:ea typeface="SimSun"/>
              <a:sym typeface="SimSun"/>
            </a:endParaRPr>
          </a:p>
          <a:p>
            <a:pPr marL="0" marR="0" lvl="0" indent="0" algn="just" defTabSz="914400" rtl="0" eaLnBrk="1" fontAlgn="auto" latinLnBrk="0" hangingPunct="0">
              <a:lnSpc>
                <a:spcPct val="80000"/>
              </a:lnSpc>
              <a:spcBef>
                <a:spcPts val="1400"/>
              </a:spcBef>
              <a:spcAft>
                <a:spcPts val="0"/>
              </a:spcAft>
              <a:buClrTx/>
              <a:buSzTx/>
              <a:buFontTx/>
              <a:buNone/>
              <a:tabLst/>
              <a:defRPr sz="2400">
                <a:solidFill>
                  <a:srgbClr val="669900"/>
                </a:solidFill>
                <a:latin typeface="SimSun"/>
                <a:ea typeface="SimSun"/>
                <a:cs typeface="SimSun"/>
                <a:sym typeface="SimSun"/>
              </a:defRPr>
            </a:pPr>
            <a:r>
              <a:rPr kumimoji="0" sz="2400" b="0" i="0" u="none" strike="noStrike" kern="0" cap="none" spc="0" normalizeH="0" baseline="0" noProof="0">
                <a:ln>
                  <a:noFill/>
                </a:ln>
                <a:solidFill>
                  <a:srgbClr val="669900"/>
                </a:solidFill>
                <a:effectLst/>
                <a:uLnTx/>
                <a:uFillTx/>
                <a:latin typeface="SimSun"/>
                <a:ea typeface="SimSun"/>
                <a:sym typeface="SimSun"/>
              </a:rPr>
              <a:t>服务器</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3" name="Rectangle 2"/>
          <p:cNvSpPr txBox="1"/>
          <p:nvPr/>
        </p:nvSpPr>
        <p:spPr>
          <a:xfrm>
            <a:off x="45719" y="381000"/>
            <a:ext cx="9052562" cy="16357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0" marR="0" lvl="0" indent="0" algn="just" defTabSz="914400" rtl="0" eaLnBrk="1" fontAlgn="auto" latinLnBrk="0" hangingPunct="0">
              <a:lnSpc>
                <a:spcPct val="80000"/>
              </a:lnSpc>
              <a:spcBef>
                <a:spcPts val="1900"/>
              </a:spcBef>
              <a:spcAft>
                <a:spcPts val="0"/>
              </a:spcAft>
              <a:buClrTx/>
              <a:buSzTx/>
              <a:buFontTx/>
              <a:buNone/>
              <a:tabLst/>
              <a:defRPr sz="3200">
                <a:effectLst>
                  <a:outerShdw blurRad="38100" dist="38100" dir="2700000" rotWithShape="0">
                    <a:srgbClr val="C0C0C0"/>
                  </a:outerShdw>
                </a:effectLst>
                <a:latin typeface="SimSun"/>
                <a:ea typeface="SimSun"/>
                <a:cs typeface="SimSun"/>
                <a:sym typeface="SimSun"/>
              </a:defRPr>
            </a:pPr>
            <a:r>
              <a:rPr kumimoji="0" sz="3200" b="0" i="0" u="none" strike="noStrike" kern="0" cap="none" spc="0" normalizeH="0" baseline="0" noProof="0">
                <a:ln>
                  <a:noFill/>
                </a:ln>
                <a:solidFill>
                  <a:srgbClr val="000000"/>
                </a:solidFill>
                <a:effectLst>
                  <a:outerShdw blurRad="38100" dist="38100" dir="2700000" rotWithShape="0">
                    <a:srgbClr val="C0C0C0"/>
                  </a:outerShdw>
                </a:effectLst>
                <a:uLnTx/>
                <a:uFillTx/>
                <a:latin typeface="SimSun"/>
                <a:ea typeface="SimSun"/>
                <a:sym typeface="SimSun"/>
              </a:rPr>
              <a:t>   Web上的数据库应用是典型的:</a:t>
            </a:r>
          </a:p>
          <a:p>
            <a:pPr marL="0" marR="0" lvl="0" indent="0" algn="just" defTabSz="914400" rtl="0" eaLnBrk="1" fontAlgn="auto" latinLnBrk="0" hangingPunct="0">
              <a:lnSpc>
                <a:spcPct val="80000"/>
              </a:lnSpc>
              <a:spcBef>
                <a:spcPts val="1900"/>
              </a:spcBef>
              <a:spcAft>
                <a:spcPts val="0"/>
              </a:spcAft>
              <a:buClrTx/>
              <a:buSzTx/>
              <a:buFontTx/>
              <a:buNone/>
              <a:tabLst/>
              <a:defRPr sz="3200">
                <a:effectLst>
                  <a:outerShdw blurRad="38100" dist="38100" dir="2700000" rotWithShape="0">
                    <a:srgbClr val="C0C0C0"/>
                  </a:outerShdw>
                </a:effectLst>
                <a:latin typeface="SimSun"/>
                <a:ea typeface="SimSun"/>
                <a:cs typeface="SimSun"/>
                <a:sym typeface="SimSun"/>
              </a:defRPr>
            </a:pPr>
            <a:r>
              <a:rPr kumimoji="0" sz="3200" b="0" i="0" u="none" strike="noStrike" kern="0" cap="none" spc="0" normalizeH="0" baseline="0" noProof="0">
                <a:ln>
                  <a:noFill/>
                </a:ln>
                <a:solidFill>
                  <a:srgbClr val="000000"/>
                </a:solidFill>
                <a:effectLst>
                  <a:outerShdw blurRad="38100" dist="38100" dir="2700000" rotWithShape="0">
                    <a:srgbClr val="C0C0C0"/>
                  </a:outerShdw>
                </a:effectLst>
                <a:uLnTx/>
                <a:uFillTx/>
                <a:latin typeface="SimSun"/>
                <a:ea typeface="SimSun"/>
                <a:sym typeface="SimSun"/>
              </a:rPr>
              <a:t>         </a:t>
            </a:r>
          </a:p>
          <a:p>
            <a:pPr marL="0" marR="0" lvl="0" indent="0" algn="just" defTabSz="914400" rtl="0" eaLnBrk="1" fontAlgn="auto" latinLnBrk="0" hangingPunct="0">
              <a:lnSpc>
                <a:spcPct val="80000"/>
              </a:lnSpc>
              <a:spcBef>
                <a:spcPts val="1900"/>
              </a:spcBef>
              <a:spcAft>
                <a:spcPts val="0"/>
              </a:spcAft>
              <a:buClrTx/>
              <a:buSzTx/>
              <a:buFontTx/>
              <a:buNone/>
              <a:tabLst/>
              <a:defRPr sz="3200">
                <a:effectLst>
                  <a:outerShdw blurRad="38100" dist="38100" dir="2700000" rotWithShape="0">
                    <a:srgbClr val="C0C0C0"/>
                  </a:outerShdw>
                </a:effectLst>
                <a:latin typeface="SimSun"/>
                <a:ea typeface="SimSun"/>
                <a:cs typeface="SimSun"/>
                <a:sym typeface="SimSun"/>
              </a:defRPr>
            </a:pPr>
            <a:r>
              <a:rPr kumimoji="0" sz="3200" b="0" i="0" u="none" strike="noStrike" kern="0" cap="none" spc="0" normalizeH="0" baseline="0" noProof="0">
                <a:ln>
                  <a:noFill/>
                </a:ln>
                <a:solidFill>
                  <a:srgbClr val="000000"/>
                </a:solidFill>
                <a:effectLst>
                  <a:outerShdw blurRad="38100" dist="38100" dir="2700000" rotWithShape="0">
                    <a:srgbClr val="C0C0C0"/>
                  </a:outerShdw>
                </a:effectLst>
                <a:uLnTx/>
                <a:uFillTx/>
                <a:latin typeface="SimSun"/>
                <a:ea typeface="SimSun"/>
                <a:sym typeface="SimSun"/>
              </a:rPr>
              <a:t>        三层C/S结构    </a:t>
            </a:r>
            <a:r>
              <a:rPr kumimoji="0" sz="2800" b="0" i="0" u="none" strike="noStrike" kern="0" cap="none" spc="0" normalizeH="0" baseline="0" noProof="0">
                <a:ln>
                  <a:noFill/>
                </a:ln>
                <a:solidFill>
                  <a:srgbClr val="000000"/>
                </a:solidFill>
                <a:effectLst>
                  <a:outerShdw blurRad="38100" dist="38100" dir="2700000" rotWithShape="0">
                    <a:srgbClr val="C0C0C0"/>
                  </a:outerShdw>
                </a:effectLst>
                <a:uLnTx/>
                <a:uFillTx/>
                <a:latin typeface="SimSun"/>
                <a:ea typeface="SimSun"/>
                <a:sym typeface="SimSun"/>
              </a:rPr>
              <a:t>即：</a:t>
            </a:r>
            <a:r>
              <a:rPr kumimoji="0" sz="3200" b="0" i="0" u="none" strike="noStrike" kern="0" cap="none" spc="0" normalizeH="0" baseline="0" noProof="0">
                <a:ln>
                  <a:noFill/>
                </a:ln>
                <a:solidFill>
                  <a:srgbClr val="000000"/>
                </a:solidFill>
                <a:effectLst>
                  <a:outerShdw blurRad="38100" dist="38100" dir="2700000" rotWithShape="0">
                    <a:srgbClr val="C0C0C0"/>
                  </a:outerShdw>
                </a:effectLst>
                <a:uLnTx/>
                <a:uFillTx/>
                <a:latin typeface="SimSun"/>
                <a:ea typeface="SimSun"/>
                <a:sym typeface="SimSun"/>
              </a:rPr>
              <a:t> B/S结构</a:t>
            </a:r>
          </a:p>
        </p:txBody>
      </p:sp>
      <p:grpSp>
        <p:nvGrpSpPr>
          <p:cNvPr id="708" name="AutoShape 4"/>
          <p:cNvGrpSpPr/>
          <p:nvPr/>
        </p:nvGrpSpPr>
        <p:grpSpPr>
          <a:xfrm>
            <a:off x="7772397" y="3124200"/>
            <a:ext cx="887419" cy="914402"/>
            <a:chOff x="-2" y="0"/>
            <a:chExt cx="887417" cy="914401"/>
          </a:xfrm>
        </p:grpSpPr>
        <p:grpSp>
          <p:nvGrpSpPr>
            <p:cNvPr id="706" name="成组"/>
            <p:cNvGrpSpPr/>
            <p:nvPr/>
          </p:nvGrpSpPr>
          <p:grpSpPr>
            <a:xfrm>
              <a:off x="-2" y="0"/>
              <a:ext cx="887417" cy="914401"/>
              <a:chOff x="-1" y="0"/>
              <a:chExt cx="887415" cy="914400"/>
            </a:xfrm>
          </p:grpSpPr>
          <p:sp>
            <p:nvSpPr>
              <p:cNvPr id="704" name="形状"/>
              <p:cNvSpPr/>
              <p:nvPr/>
            </p:nvSpPr>
            <p:spPr>
              <a:xfrm>
                <a:off x="-2" y="0"/>
                <a:ext cx="887417" cy="914401"/>
              </a:xfrm>
              <a:custGeom>
                <a:avLst/>
                <a:gdLst/>
                <a:ahLst/>
                <a:cxnLst>
                  <a:cxn ang="0">
                    <a:pos x="wd2" y="hd2"/>
                  </a:cxn>
                  <a:cxn ang="5400000">
                    <a:pos x="wd2" y="hd2"/>
                  </a:cxn>
                  <a:cxn ang="10800000">
                    <a:pos x="wd2" y="hd2"/>
                  </a:cxn>
                  <a:cxn ang="16200000">
                    <a:pos x="wd2" y="hd2"/>
                  </a:cxn>
                </a:cxnLst>
                <a:rect l="0" t="0" r="r" b="b"/>
                <a:pathLst>
                  <a:path w="21600" h="21600" extrusionOk="0">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solidFill>
                <a:srgbClr val="FFFFFF"/>
              </a:solidFill>
              <a:ln w="12700" cap="flat">
                <a:noFill/>
                <a:miter lim="400000"/>
              </a:ln>
              <a:effectLst/>
            </p:spPr>
            <p:txBody>
              <a:bodyPr wrap="square" lIns="45719" tIns="45719" rIns="45719" bIns="45719" numCol="1" anchor="t">
                <a:noAutofit/>
              </a:bodyPr>
              <a:lstStyle/>
              <a:p>
                <a:pPr marL="0" marR="0" lvl="0" indent="0" algn="ctr"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705" name="形状"/>
              <p:cNvSpPr/>
              <p:nvPr/>
            </p:nvSpPr>
            <p:spPr>
              <a:xfrm>
                <a:off x="-2" y="0"/>
                <a:ext cx="887417" cy="914401"/>
              </a:xfrm>
              <a:custGeom>
                <a:avLst/>
                <a:gdLst/>
                <a:ahLst/>
                <a:cxnLst>
                  <a:cxn ang="0">
                    <a:pos x="wd2" y="hd2"/>
                  </a:cxn>
                  <a:cxn ang="5400000">
                    <a:pos x="wd2" y="hd2"/>
                  </a:cxn>
                  <a:cxn ang="10800000">
                    <a:pos x="wd2" y="hd2"/>
                  </a:cxn>
                  <a:cxn ang="16200000">
                    <a:pos x="wd2" y="hd2"/>
                  </a:cxn>
                </a:cxnLst>
                <a:rect l="0" t="0" r="r" b="b"/>
                <a:pathLst>
                  <a:path w="21600" h="21600" extrusionOk="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w="9525" cap="flat">
                <a:solidFill>
                  <a:srgbClr val="000000"/>
                </a:solidFill>
                <a:prstDash val="solid"/>
                <a:round/>
              </a:ln>
              <a:effectLst/>
            </p:spPr>
            <p:txBody>
              <a:bodyPr wrap="square" lIns="45719" tIns="45719" rIns="45719" bIns="45719" numCol="1" anchor="t">
                <a:noAutofit/>
              </a:bodyPr>
              <a:lstStyle/>
              <a:p>
                <a:pPr marL="0" marR="0" lvl="0" indent="0" algn="ctr"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grpSp>
        <p:sp>
          <p:nvSpPr>
            <p:cNvPr id="707" name="DB"/>
            <p:cNvSpPr txBox="1"/>
            <p:nvPr/>
          </p:nvSpPr>
          <p:spPr>
            <a:xfrm>
              <a:off x="50481" y="238008"/>
              <a:ext cx="786449" cy="3727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lgn="ctr">
                <a:defRPr sz="2000" b="1"/>
              </a:lvl1pPr>
            </a:lstStyle>
            <a:p>
              <a:pPr marL="0" marR="0" lvl="0" indent="0" algn="ctr" defTabSz="914400" rtl="0" eaLnBrk="1" fontAlgn="auto" latinLnBrk="0" hangingPunct="0">
                <a:lnSpc>
                  <a:spcPct val="180000"/>
                </a:lnSpc>
                <a:spcBef>
                  <a:spcPts val="0"/>
                </a:spcBef>
                <a:spcAft>
                  <a:spcPts val="0"/>
                </a:spcAft>
                <a:buClrTx/>
                <a:buSzTx/>
                <a:buFontTx/>
                <a:buNone/>
                <a:tabLst/>
                <a:defRPr/>
              </a:pPr>
              <a:r>
                <a:rPr kumimoji="0" sz="2000" b="1" i="0" u="none" strike="noStrike" kern="0" cap="none" spc="0" normalizeH="0" baseline="0" noProof="0" dirty="0">
                  <a:ln>
                    <a:noFill/>
                  </a:ln>
                  <a:solidFill>
                    <a:srgbClr val="000000"/>
                  </a:solidFill>
                  <a:effectLst/>
                  <a:uLnTx/>
                  <a:uFillTx/>
                  <a:latin typeface="Times New Roman"/>
                  <a:cs typeface="Times New Roman"/>
                  <a:sym typeface="Times New Roman"/>
                </a:rPr>
                <a:t>DB</a:t>
              </a:r>
            </a:p>
          </p:txBody>
        </p:sp>
      </p:grpSp>
      <p:grpSp>
        <p:nvGrpSpPr>
          <p:cNvPr id="715" name="AutoShape 5"/>
          <p:cNvGrpSpPr/>
          <p:nvPr/>
        </p:nvGrpSpPr>
        <p:grpSpPr>
          <a:xfrm>
            <a:off x="2743200" y="3047999"/>
            <a:ext cx="1981202" cy="1102458"/>
            <a:chOff x="0" y="0"/>
            <a:chExt cx="1981201" cy="1102456"/>
          </a:xfrm>
        </p:grpSpPr>
        <p:grpSp>
          <p:nvGrpSpPr>
            <p:cNvPr id="713" name="成组"/>
            <p:cNvGrpSpPr/>
            <p:nvPr/>
          </p:nvGrpSpPr>
          <p:grpSpPr>
            <a:xfrm>
              <a:off x="0" y="0"/>
              <a:ext cx="1981201" cy="1066801"/>
              <a:chOff x="0" y="0"/>
              <a:chExt cx="1981200" cy="1066800"/>
            </a:xfrm>
          </p:grpSpPr>
          <p:sp>
            <p:nvSpPr>
              <p:cNvPr id="709" name="形状"/>
              <p:cNvSpPr/>
              <p:nvPr/>
            </p:nvSpPr>
            <p:spPr>
              <a:xfrm>
                <a:off x="0" y="0"/>
                <a:ext cx="1981201" cy="1066801"/>
              </a:xfrm>
              <a:custGeom>
                <a:avLst/>
                <a:gdLst/>
                <a:ahLst/>
                <a:cxnLst>
                  <a:cxn ang="0">
                    <a:pos x="wd2" y="hd2"/>
                  </a:cxn>
                  <a:cxn ang="5400000">
                    <a:pos x="wd2" y="hd2"/>
                  </a:cxn>
                  <a:cxn ang="10800000">
                    <a:pos x="wd2" y="hd2"/>
                  </a:cxn>
                  <a:cxn ang="16200000">
                    <a:pos x="wd2" y="hd2"/>
                  </a:cxn>
                </a:cxnLst>
                <a:rect l="0" t="0" r="r" b="b"/>
                <a:pathLst>
                  <a:path w="21600" h="21600" extrusionOk="0">
                    <a:moveTo>
                      <a:pt x="0" y="5400"/>
                    </a:moveTo>
                    <a:lnTo>
                      <a:pt x="2908" y="0"/>
                    </a:lnTo>
                    <a:lnTo>
                      <a:pt x="21600" y="0"/>
                    </a:lnTo>
                    <a:lnTo>
                      <a:pt x="21600" y="16200"/>
                    </a:lnTo>
                    <a:lnTo>
                      <a:pt x="18692" y="21600"/>
                    </a:lnTo>
                    <a:lnTo>
                      <a:pt x="0" y="21600"/>
                    </a:lnTo>
                    <a:close/>
                  </a:path>
                </a:pathLst>
              </a:custGeom>
              <a:solidFill>
                <a:srgbClr val="FFFFFF"/>
              </a:solidFill>
              <a:ln w="12700" cap="flat">
                <a:noFill/>
                <a:miter lim="400000"/>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710" name="形状"/>
              <p:cNvSpPr/>
              <p:nvPr/>
            </p:nvSpPr>
            <p:spPr>
              <a:xfrm>
                <a:off x="1714500" y="0"/>
                <a:ext cx="266701" cy="1066801"/>
              </a:xfrm>
              <a:custGeom>
                <a:avLst/>
                <a:gdLst/>
                <a:ahLst/>
                <a:cxnLst>
                  <a:cxn ang="0">
                    <a:pos x="wd2" y="hd2"/>
                  </a:cxn>
                  <a:cxn ang="5400000">
                    <a:pos x="wd2" y="hd2"/>
                  </a:cxn>
                  <a:cxn ang="10800000">
                    <a:pos x="wd2" y="hd2"/>
                  </a:cxn>
                  <a:cxn ang="16200000">
                    <a:pos x="wd2" y="hd2"/>
                  </a:cxn>
                </a:cxnLst>
                <a:rect l="0" t="0" r="r" b="b"/>
                <a:pathLst>
                  <a:path w="21600" h="21600" extrusionOk="0">
                    <a:moveTo>
                      <a:pt x="0" y="5400"/>
                    </a:moveTo>
                    <a:lnTo>
                      <a:pt x="21600" y="0"/>
                    </a:lnTo>
                    <a:lnTo>
                      <a:pt x="21600" y="16200"/>
                    </a:lnTo>
                    <a:lnTo>
                      <a:pt x="0" y="21600"/>
                    </a:lnTo>
                    <a:close/>
                  </a:path>
                </a:pathLst>
              </a:custGeom>
              <a:solidFill>
                <a:srgbClr val="000000">
                  <a:alpha val="20000"/>
                </a:srgbClr>
              </a:solidFill>
              <a:ln w="12700" cap="flat">
                <a:noFill/>
                <a:miter lim="400000"/>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711" name="形状"/>
              <p:cNvSpPr/>
              <p:nvPr/>
            </p:nvSpPr>
            <p:spPr>
              <a:xfrm>
                <a:off x="0" y="-1"/>
                <a:ext cx="1981201" cy="266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908" y="0"/>
                    </a:lnTo>
                    <a:lnTo>
                      <a:pt x="21600" y="0"/>
                    </a:lnTo>
                    <a:lnTo>
                      <a:pt x="18692" y="21600"/>
                    </a:lnTo>
                    <a:close/>
                  </a:path>
                </a:pathLst>
              </a:custGeom>
              <a:solidFill>
                <a:srgbClr val="FFFFFF">
                  <a:alpha val="20000"/>
                </a:srgbClr>
              </a:solidFill>
              <a:ln w="12700" cap="flat">
                <a:noFill/>
                <a:miter lim="400000"/>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712" name="形状"/>
              <p:cNvSpPr/>
              <p:nvPr/>
            </p:nvSpPr>
            <p:spPr>
              <a:xfrm>
                <a:off x="0" y="0"/>
                <a:ext cx="1981201" cy="1066801"/>
              </a:xfrm>
              <a:custGeom>
                <a:avLst/>
                <a:gdLst/>
                <a:ahLst/>
                <a:cxnLst>
                  <a:cxn ang="0">
                    <a:pos x="wd2" y="hd2"/>
                  </a:cxn>
                  <a:cxn ang="5400000">
                    <a:pos x="wd2" y="hd2"/>
                  </a:cxn>
                  <a:cxn ang="10800000">
                    <a:pos x="wd2" y="hd2"/>
                  </a:cxn>
                  <a:cxn ang="16200000">
                    <a:pos x="wd2" y="hd2"/>
                  </a:cxn>
                </a:cxnLst>
                <a:rect l="0" t="0" r="r" b="b"/>
                <a:pathLst>
                  <a:path w="21600" h="21600" extrusionOk="0">
                    <a:moveTo>
                      <a:pt x="0" y="5400"/>
                    </a:moveTo>
                    <a:lnTo>
                      <a:pt x="2908" y="0"/>
                    </a:lnTo>
                    <a:lnTo>
                      <a:pt x="21600" y="0"/>
                    </a:lnTo>
                    <a:lnTo>
                      <a:pt x="21600" y="16200"/>
                    </a:lnTo>
                    <a:lnTo>
                      <a:pt x="18692" y="21600"/>
                    </a:lnTo>
                    <a:lnTo>
                      <a:pt x="0" y="21600"/>
                    </a:lnTo>
                    <a:close/>
                    <a:moveTo>
                      <a:pt x="0" y="5400"/>
                    </a:moveTo>
                    <a:lnTo>
                      <a:pt x="18692" y="5400"/>
                    </a:lnTo>
                    <a:lnTo>
                      <a:pt x="21600" y="0"/>
                    </a:lnTo>
                    <a:moveTo>
                      <a:pt x="18692" y="5400"/>
                    </a:moveTo>
                    <a:lnTo>
                      <a:pt x="18692" y="21600"/>
                    </a:lnTo>
                  </a:path>
                </a:pathLst>
              </a:custGeom>
              <a:noFill/>
              <a:ln w="9525" cap="flat">
                <a:solidFill>
                  <a:srgbClr val="000000"/>
                </a:solidFill>
                <a:prstDash val="solid"/>
                <a:miter lim="800000"/>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grpSp>
        <p:sp>
          <p:nvSpPr>
            <p:cNvPr id="714" name="WWW…"/>
            <p:cNvSpPr txBox="1"/>
            <p:nvPr/>
          </p:nvSpPr>
          <p:spPr>
            <a:xfrm>
              <a:off x="50482" y="271462"/>
              <a:ext cx="1613536" cy="83099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marL="0" marR="0" lvl="0" indent="0" algn="just" defTabSz="914400" rtl="0" eaLnBrk="1" fontAlgn="auto" latinLnBrk="0" hangingPunct="0">
                <a:lnSpc>
                  <a:spcPct val="100000"/>
                </a:lnSpc>
                <a:spcBef>
                  <a:spcPts val="0"/>
                </a:spcBef>
                <a:spcAft>
                  <a:spcPts val="0"/>
                </a:spcAft>
                <a:buClrTx/>
                <a:buSzTx/>
                <a:buFontTx/>
                <a:buNone/>
                <a:tabLst/>
                <a:defRPr sz="2400" b="1"/>
              </a:pPr>
              <a:r>
                <a:rPr kumimoji="0" sz="2400" b="1" i="0" u="none" strike="noStrike" kern="0" cap="none" spc="0" normalizeH="0" baseline="0" noProof="0" dirty="0">
                  <a:ln>
                    <a:noFill/>
                  </a:ln>
                  <a:solidFill>
                    <a:srgbClr val="000000"/>
                  </a:solidFill>
                  <a:effectLst/>
                  <a:uLnTx/>
                  <a:uFillTx/>
                  <a:latin typeface="Times New Roman"/>
                  <a:cs typeface="Times New Roman"/>
                  <a:sym typeface="Times New Roman"/>
                </a:rPr>
                <a:t>   WWW</a:t>
              </a:r>
              <a:endParaRPr kumimoji="0" sz="3200" b="1" i="0" u="none" strike="noStrike" kern="0" cap="none" spc="0" normalizeH="0" baseline="0" noProof="0" dirty="0">
                <a:ln>
                  <a:noFill/>
                </a:ln>
                <a:solidFill>
                  <a:srgbClr val="000000"/>
                </a:solidFill>
                <a:effectLst/>
                <a:uLnTx/>
                <a:uFillTx/>
                <a:latin typeface="Times New Roman"/>
                <a:cs typeface="Times New Roman"/>
                <a:sym typeface="Times New Roman"/>
              </a:endParaRPr>
            </a:p>
            <a:p>
              <a:pPr marL="0" marR="0" lvl="0" indent="0" algn="just" defTabSz="914400" rtl="0" eaLnBrk="1" fontAlgn="auto" latinLnBrk="0" hangingPunct="0">
                <a:lnSpc>
                  <a:spcPct val="100000"/>
                </a:lnSpc>
                <a:spcBef>
                  <a:spcPts val="0"/>
                </a:spcBef>
                <a:spcAft>
                  <a:spcPts val="0"/>
                </a:spcAft>
                <a:buClrTx/>
                <a:buSzTx/>
                <a:buFontTx/>
                <a:buNone/>
                <a:tabLst/>
                <a:defRPr sz="2400" b="1"/>
              </a:pPr>
              <a:r>
                <a:rPr kumimoji="0" sz="2400" b="1" i="0" u="none" strike="noStrike" kern="0" cap="none" spc="0" normalizeH="0" baseline="0" noProof="0" dirty="0">
                  <a:ln>
                    <a:noFill/>
                  </a:ln>
                  <a:solidFill>
                    <a:srgbClr val="000000"/>
                  </a:solidFill>
                  <a:effectLst/>
                  <a:uLnTx/>
                  <a:uFillTx/>
                  <a:latin typeface="Times New Roman"/>
                  <a:cs typeface="Times New Roman"/>
                  <a:sym typeface="Times New Roman"/>
                </a:rPr>
                <a:t>   </a:t>
              </a:r>
              <a:r>
                <a:rPr kumimoji="0" sz="2400" b="0" i="0" u="none" strike="noStrike" kern="0" cap="none" spc="0" normalizeH="0" baseline="0" noProof="0" dirty="0" err="1">
                  <a:ln>
                    <a:noFill/>
                  </a:ln>
                  <a:solidFill>
                    <a:srgbClr val="000000"/>
                  </a:solidFill>
                  <a:effectLst/>
                  <a:uLnTx/>
                  <a:uFillTx/>
                  <a:latin typeface="SimSun"/>
                  <a:ea typeface="SimSun"/>
                  <a:cs typeface="SimSun"/>
                  <a:sym typeface="SimSun"/>
                </a:rPr>
                <a:t>服务器</a:t>
              </a:r>
              <a:endParaRPr kumimoji="0" sz="2400" b="0" i="0" u="none" strike="noStrike" kern="0" cap="none" spc="0" normalizeH="0" baseline="0" noProof="0" dirty="0">
                <a:ln>
                  <a:noFill/>
                </a:ln>
                <a:solidFill>
                  <a:srgbClr val="000000"/>
                </a:solidFill>
                <a:effectLst/>
                <a:uLnTx/>
                <a:uFillTx/>
                <a:latin typeface="SimSun"/>
                <a:ea typeface="SimSun"/>
                <a:cs typeface="SimSun"/>
                <a:sym typeface="SimSun"/>
              </a:endParaRPr>
            </a:p>
          </p:txBody>
        </p:sp>
      </p:grpSp>
      <p:grpSp>
        <p:nvGrpSpPr>
          <p:cNvPr id="722" name="AutoShape 6"/>
          <p:cNvGrpSpPr/>
          <p:nvPr/>
        </p:nvGrpSpPr>
        <p:grpSpPr>
          <a:xfrm>
            <a:off x="5441950" y="3047999"/>
            <a:ext cx="1663702" cy="1143003"/>
            <a:chOff x="0" y="0"/>
            <a:chExt cx="1663701" cy="1143001"/>
          </a:xfrm>
        </p:grpSpPr>
        <p:grpSp>
          <p:nvGrpSpPr>
            <p:cNvPr id="720" name="成组"/>
            <p:cNvGrpSpPr/>
            <p:nvPr/>
          </p:nvGrpSpPr>
          <p:grpSpPr>
            <a:xfrm>
              <a:off x="0" y="0"/>
              <a:ext cx="1663701" cy="1143001"/>
              <a:chOff x="0" y="0"/>
              <a:chExt cx="1663700" cy="1143000"/>
            </a:xfrm>
          </p:grpSpPr>
          <p:sp>
            <p:nvSpPr>
              <p:cNvPr id="716" name="形状"/>
              <p:cNvSpPr/>
              <p:nvPr/>
            </p:nvSpPr>
            <p:spPr>
              <a:xfrm>
                <a:off x="0" y="0"/>
                <a:ext cx="1663701" cy="1143001"/>
              </a:xfrm>
              <a:custGeom>
                <a:avLst/>
                <a:gdLst/>
                <a:ahLst/>
                <a:cxnLst>
                  <a:cxn ang="0">
                    <a:pos x="wd2" y="hd2"/>
                  </a:cxn>
                  <a:cxn ang="5400000">
                    <a:pos x="wd2" y="hd2"/>
                  </a:cxn>
                  <a:cxn ang="10800000">
                    <a:pos x="wd2" y="hd2"/>
                  </a:cxn>
                  <a:cxn ang="16200000">
                    <a:pos x="wd2" y="hd2"/>
                  </a:cxn>
                </a:cxnLst>
                <a:rect l="0" t="0" r="r" b="b"/>
                <a:pathLst>
                  <a:path w="21600" h="21600" extrusionOk="0">
                    <a:moveTo>
                      <a:pt x="0" y="5400"/>
                    </a:moveTo>
                    <a:lnTo>
                      <a:pt x="3710" y="0"/>
                    </a:lnTo>
                    <a:lnTo>
                      <a:pt x="21600" y="0"/>
                    </a:lnTo>
                    <a:lnTo>
                      <a:pt x="21600" y="16200"/>
                    </a:lnTo>
                    <a:lnTo>
                      <a:pt x="17890" y="21600"/>
                    </a:lnTo>
                    <a:lnTo>
                      <a:pt x="0" y="21600"/>
                    </a:lnTo>
                    <a:close/>
                  </a:path>
                </a:pathLst>
              </a:custGeom>
              <a:solidFill>
                <a:srgbClr val="FFFFFF"/>
              </a:solidFill>
              <a:ln w="12700" cap="flat">
                <a:noFill/>
                <a:miter lim="400000"/>
              </a:ln>
              <a:effectLst/>
            </p:spPr>
            <p:txBody>
              <a:bodyPr wrap="square" lIns="45719" tIns="45719" rIns="45719" bIns="45719" numCol="1" anchor="t">
                <a:noAutofit/>
              </a:bodyPr>
              <a:lstStyle/>
              <a:p>
                <a:pPr marL="0" marR="0" lvl="0" indent="0" algn="ctr"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717" name="形状"/>
              <p:cNvSpPr/>
              <p:nvPr/>
            </p:nvSpPr>
            <p:spPr>
              <a:xfrm>
                <a:off x="1377950" y="0"/>
                <a:ext cx="285751" cy="1143001"/>
              </a:xfrm>
              <a:custGeom>
                <a:avLst/>
                <a:gdLst/>
                <a:ahLst/>
                <a:cxnLst>
                  <a:cxn ang="0">
                    <a:pos x="wd2" y="hd2"/>
                  </a:cxn>
                  <a:cxn ang="5400000">
                    <a:pos x="wd2" y="hd2"/>
                  </a:cxn>
                  <a:cxn ang="10800000">
                    <a:pos x="wd2" y="hd2"/>
                  </a:cxn>
                  <a:cxn ang="16200000">
                    <a:pos x="wd2" y="hd2"/>
                  </a:cxn>
                </a:cxnLst>
                <a:rect l="0" t="0" r="r" b="b"/>
                <a:pathLst>
                  <a:path w="21600" h="21600" extrusionOk="0">
                    <a:moveTo>
                      <a:pt x="0" y="5400"/>
                    </a:moveTo>
                    <a:lnTo>
                      <a:pt x="21600" y="0"/>
                    </a:lnTo>
                    <a:lnTo>
                      <a:pt x="21600" y="16200"/>
                    </a:lnTo>
                    <a:lnTo>
                      <a:pt x="0" y="21600"/>
                    </a:lnTo>
                    <a:close/>
                  </a:path>
                </a:pathLst>
              </a:custGeom>
              <a:solidFill>
                <a:srgbClr val="000000">
                  <a:alpha val="20000"/>
                </a:srgbClr>
              </a:solidFill>
              <a:ln w="12700" cap="flat">
                <a:noFill/>
                <a:miter lim="400000"/>
              </a:ln>
              <a:effectLst/>
            </p:spPr>
            <p:txBody>
              <a:bodyPr wrap="square" lIns="45719" tIns="45719" rIns="45719" bIns="45719" numCol="1" anchor="t">
                <a:noAutofit/>
              </a:bodyPr>
              <a:lstStyle/>
              <a:p>
                <a:pPr marL="0" marR="0" lvl="0" indent="0" algn="ctr"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718" name="形状"/>
              <p:cNvSpPr/>
              <p:nvPr/>
            </p:nvSpPr>
            <p:spPr>
              <a:xfrm>
                <a:off x="0" y="-1"/>
                <a:ext cx="1663701" cy="28575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3710" y="0"/>
                    </a:lnTo>
                    <a:lnTo>
                      <a:pt x="21600" y="0"/>
                    </a:lnTo>
                    <a:lnTo>
                      <a:pt x="17890" y="21600"/>
                    </a:lnTo>
                    <a:close/>
                  </a:path>
                </a:pathLst>
              </a:custGeom>
              <a:solidFill>
                <a:srgbClr val="FFFFFF">
                  <a:alpha val="20000"/>
                </a:srgbClr>
              </a:solidFill>
              <a:ln w="12700" cap="flat">
                <a:noFill/>
                <a:miter lim="400000"/>
              </a:ln>
              <a:effectLst/>
            </p:spPr>
            <p:txBody>
              <a:bodyPr wrap="square" lIns="45719" tIns="45719" rIns="45719" bIns="45719" numCol="1" anchor="t">
                <a:noAutofit/>
              </a:bodyPr>
              <a:lstStyle/>
              <a:p>
                <a:pPr marL="0" marR="0" lvl="0" indent="0" algn="ctr"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719" name="形状"/>
              <p:cNvSpPr/>
              <p:nvPr/>
            </p:nvSpPr>
            <p:spPr>
              <a:xfrm>
                <a:off x="0" y="0"/>
                <a:ext cx="1663701" cy="1143001"/>
              </a:xfrm>
              <a:custGeom>
                <a:avLst/>
                <a:gdLst/>
                <a:ahLst/>
                <a:cxnLst>
                  <a:cxn ang="0">
                    <a:pos x="wd2" y="hd2"/>
                  </a:cxn>
                  <a:cxn ang="5400000">
                    <a:pos x="wd2" y="hd2"/>
                  </a:cxn>
                  <a:cxn ang="10800000">
                    <a:pos x="wd2" y="hd2"/>
                  </a:cxn>
                  <a:cxn ang="16200000">
                    <a:pos x="wd2" y="hd2"/>
                  </a:cxn>
                </a:cxnLst>
                <a:rect l="0" t="0" r="r" b="b"/>
                <a:pathLst>
                  <a:path w="21600" h="21600" extrusionOk="0">
                    <a:moveTo>
                      <a:pt x="0" y="5400"/>
                    </a:moveTo>
                    <a:lnTo>
                      <a:pt x="3710" y="0"/>
                    </a:lnTo>
                    <a:lnTo>
                      <a:pt x="21600" y="0"/>
                    </a:lnTo>
                    <a:lnTo>
                      <a:pt x="21600" y="16200"/>
                    </a:lnTo>
                    <a:lnTo>
                      <a:pt x="17890" y="21600"/>
                    </a:lnTo>
                    <a:lnTo>
                      <a:pt x="0" y="21600"/>
                    </a:lnTo>
                    <a:close/>
                    <a:moveTo>
                      <a:pt x="0" y="5400"/>
                    </a:moveTo>
                    <a:lnTo>
                      <a:pt x="17890" y="5400"/>
                    </a:lnTo>
                    <a:lnTo>
                      <a:pt x="21600" y="0"/>
                    </a:lnTo>
                    <a:moveTo>
                      <a:pt x="17890" y="5400"/>
                    </a:moveTo>
                    <a:lnTo>
                      <a:pt x="17890" y="21600"/>
                    </a:lnTo>
                  </a:path>
                </a:pathLst>
              </a:custGeom>
              <a:noFill/>
              <a:ln w="9525" cap="flat">
                <a:solidFill>
                  <a:srgbClr val="000000"/>
                </a:solidFill>
                <a:prstDash val="solid"/>
                <a:miter lim="800000"/>
              </a:ln>
              <a:effectLst/>
            </p:spPr>
            <p:txBody>
              <a:bodyPr wrap="square" lIns="45719" tIns="45719" rIns="45719" bIns="45719" numCol="1" anchor="t">
                <a:noAutofit/>
              </a:bodyPr>
              <a:lstStyle/>
              <a:p>
                <a:pPr marL="0" marR="0" lvl="0" indent="0" algn="ctr"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grpSp>
        <p:sp>
          <p:nvSpPr>
            <p:cNvPr id="721" name="DB…"/>
            <p:cNvSpPr txBox="1"/>
            <p:nvPr/>
          </p:nvSpPr>
          <p:spPr>
            <a:xfrm>
              <a:off x="50482" y="290512"/>
              <a:ext cx="1276986" cy="83099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sz="2400" b="1"/>
              </a:pPr>
              <a:r>
                <a:rPr kumimoji="0" sz="2400" b="1" i="0" u="none" strike="noStrike" kern="0" cap="none" spc="0" normalizeH="0" baseline="0" noProof="0" dirty="0">
                  <a:ln>
                    <a:noFill/>
                  </a:ln>
                  <a:solidFill>
                    <a:srgbClr val="000000"/>
                  </a:solidFill>
                  <a:effectLst/>
                  <a:uLnTx/>
                  <a:uFillTx/>
                  <a:latin typeface="Times New Roman"/>
                  <a:cs typeface="Times New Roman"/>
                  <a:sym typeface="Times New Roman"/>
                </a:rPr>
                <a:t>DB</a:t>
              </a:r>
              <a:endParaRPr kumimoji="0" sz="3200" b="1" i="0" u="none" strike="noStrike" kern="0" cap="none" spc="0" normalizeH="0" baseline="0" noProof="0" dirty="0">
                <a:ln>
                  <a:noFill/>
                </a:ln>
                <a:solidFill>
                  <a:srgbClr val="000000"/>
                </a:solidFill>
                <a:effectLst/>
                <a:uLnTx/>
                <a:uFillTx/>
                <a:latin typeface="Times New Roman"/>
                <a:cs typeface="Times New Roman"/>
                <a:sym typeface="Times New Roman"/>
              </a:endParaRPr>
            </a:p>
            <a:p>
              <a:pPr marL="0" marR="0" lvl="0" indent="0" algn="ctr" defTabSz="914400" rtl="0" eaLnBrk="1" fontAlgn="auto" latinLnBrk="0" hangingPunct="0">
                <a:lnSpc>
                  <a:spcPct val="100000"/>
                </a:lnSpc>
                <a:spcBef>
                  <a:spcPts val="0"/>
                </a:spcBef>
                <a:spcAft>
                  <a:spcPts val="0"/>
                </a:spcAft>
                <a:buClrTx/>
                <a:buSzTx/>
                <a:buFontTx/>
                <a:buNone/>
                <a:tabLst/>
                <a:defRPr sz="2400" b="1"/>
              </a:pPr>
              <a:r>
                <a:rPr kumimoji="0" sz="2400" b="0" i="0" u="none" strike="noStrike" kern="0" cap="none" spc="0" normalizeH="0" baseline="0" noProof="0" dirty="0" err="1">
                  <a:ln>
                    <a:noFill/>
                  </a:ln>
                  <a:solidFill>
                    <a:srgbClr val="000000"/>
                  </a:solidFill>
                  <a:effectLst/>
                  <a:uLnTx/>
                  <a:uFillTx/>
                  <a:latin typeface="SimSun"/>
                  <a:ea typeface="SimSun"/>
                  <a:cs typeface="SimSun"/>
                  <a:sym typeface="SimSun"/>
                </a:rPr>
                <a:t>服务器</a:t>
              </a:r>
              <a:endParaRPr kumimoji="0" sz="2400" b="0" i="0" u="none" strike="noStrike" kern="0" cap="none" spc="0" normalizeH="0" baseline="0" noProof="0" dirty="0">
                <a:ln>
                  <a:noFill/>
                </a:ln>
                <a:solidFill>
                  <a:srgbClr val="000000"/>
                </a:solidFill>
                <a:effectLst/>
                <a:uLnTx/>
                <a:uFillTx/>
                <a:latin typeface="SimSun"/>
                <a:ea typeface="SimSun"/>
                <a:cs typeface="SimSun"/>
                <a:sym typeface="SimSun"/>
              </a:endParaRPr>
            </a:p>
          </p:txBody>
        </p:sp>
      </p:grpSp>
      <p:grpSp>
        <p:nvGrpSpPr>
          <p:cNvPr id="729" name="AutoShape 7"/>
          <p:cNvGrpSpPr/>
          <p:nvPr/>
        </p:nvGrpSpPr>
        <p:grpSpPr>
          <a:xfrm>
            <a:off x="457200" y="3047999"/>
            <a:ext cx="1752602" cy="1143002"/>
            <a:chOff x="0" y="0"/>
            <a:chExt cx="1752601" cy="1143001"/>
          </a:xfrm>
        </p:grpSpPr>
        <p:grpSp>
          <p:nvGrpSpPr>
            <p:cNvPr id="727" name="成组"/>
            <p:cNvGrpSpPr/>
            <p:nvPr/>
          </p:nvGrpSpPr>
          <p:grpSpPr>
            <a:xfrm>
              <a:off x="0" y="0"/>
              <a:ext cx="1752601" cy="1143001"/>
              <a:chOff x="0" y="0"/>
              <a:chExt cx="1752600" cy="1143000"/>
            </a:xfrm>
          </p:grpSpPr>
          <p:sp>
            <p:nvSpPr>
              <p:cNvPr id="723" name="形状"/>
              <p:cNvSpPr/>
              <p:nvPr/>
            </p:nvSpPr>
            <p:spPr>
              <a:xfrm>
                <a:off x="0" y="0"/>
                <a:ext cx="1752601" cy="1143001"/>
              </a:xfrm>
              <a:custGeom>
                <a:avLst/>
                <a:gdLst/>
                <a:ahLst/>
                <a:cxnLst>
                  <a:cxn ang="0">
                    <a:pos x="wd2" y="hd2"/>
                  </a:cxn>
                  <a:cxn ang="5400000">
                    <a:pos x="wd2" y="hd2"/>
                  </a:cxn>
                  <a:cxn ang="10800000">
                    <a:pos x="wd2" y="hd2"/>
                  </a:cxn>
                  <a:cxn ang="16200000">
                    <a:pos x="wd2" y="hd2"/>
                  </a:cxn>
                </a:cxnLst>
                <a:rect l="0" t="0" r="r" b="b"/>
                <a:pathLst>
                  <a:path w="21600" h="21600" extrusionOk="0">
                    <a:moveTo>
                      <a:pt x="0" y="5400"/>
                    </a:moveTo>
                    <a:lnTo>
                      <a:pt x="3522" y="0"/>
                    </a:lnTo>
                    <a:lnTo>
                      <a:pt x="21600" y="0"/>
                    </a:lnTo>
                    <a:lnTo>
                      <a:pt x="21600" y="16200"/>
                    </a:lnTo>
                    <a:lnTo>
                      <a:pt x="18078" y="21600"/>
                    </a:lnTo>
                    <a:lnTo>
                      <a:pt x="0" y="21600"/>
                    </a:lnTo>
                    <a:close/>
                  </a:path>
                </a:pathLst>
              </a:custGeom>
              <a:solidFill>
                <a:srgbClr val="FFFFFF"/>
              </a:solidFill>
              <a:ln w="12700" cap="flat">
                <a:noFill/>
                <a:miter lim="400000"/>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724" name="形状"/>
              <p:cNvSpPr/>
              <p:nvPr/>
            </p:nvSpPr>
            <p:spPr>
              <a:xfrm>
                <a:off x="1466850" y="0"/>
                <a:ext cx="285751" cy="1143001"/>
              </a:xfrm>
              <a:custGeom>
                <a:avLst/>
                <a:gdLst/>
                <a:ahLst/>
                <a:cxnLst>
                  <a:cxn ang="0">
                    <a:pos x="wd2" y="hd2"/>
                  </a:cxn>
                  <a:cxn ang="5400000">
                    <a:pos x="wd2" y="hd2"/>
                  </a:cxn>
                  <a:cxn ang="10800000">
                    <a:pos x="wd2" y="hd2"/>
                  </a:cxn>
                  <a:cxn ang="16200000">
                    <a:pos x="wd2" y="hd2"/>
                  </a:cxn>
                </a:cxnLst>
                <a:rect l="0" t="0" r="r" b="b"/>
                <a:pathLst>
                  <a:path w="21600" h="21600" extrusionOk="0">
                    <a:moveTo>
                      <a:pt x="0" y="5400"/>
                    </a:moveTo>
                    <a:lnTo>
                      <a:pt x="21600" y="0"/>
                    </a:lnTo>
                    <a:lnTo>
                      <a:pt x="21600" y="16200"/>
                    </a:lnTo>
                    <a:lnTo>
                      <a:pt x="0" y="21600"/>
                    </a:lnTo>
                    <a:close/>
                  </a:path>
                </a:pathLst>
              </a:custGeom>
              <a:solidFill>
                <a:srgbClr val="000000">
                  <a:alpha val="20000"/>
                </a:srgbClr>
              </a:solidFill>
              <a:ln w="12700" cap="flat">
                <a:noFill/>
                <a:miter lim="400000"/>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725" name="形状"/>
              <p:cNvSpPr/>
              <p:nvPr/>
            </p:nvSpPr>
            <p:spPr>
              <a:xfrm>
                <a:off x="0" y="-1"/>
                <a:ext cx="1752601" cy="28575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3522" y="0"/>
                    </a:lnTo>
                    <a:lnTo>
                      <a:pt x="21600" y="0"/>
                    </a:lnTo>
                    <a:lnTo>
                      <a:pt x="18078" y="21600"/>
                    </a:lnTo>
                    <a:close/>
                  </a:path>
                </a:pathLst>
              </a:custGeom>
              <a:solidFill>
                <a:srgbClr val="FFFFFF">
                  <a:alpha val="20000"/>
                </a:srgbClr>
              </a:solidFill>
              <a:ln w="12700" cap="flat">
                <a:noFill/>
                <a:miter lim="400000"/>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726" name="形状"/>
              <p:cNvSpPr/>
              <p:nvPr/>
            </p:nvSpPr>
            <p:spPr>
              <a:xfrm>
                <a:off x="0" y="0"/>
                <a:ext cx="1752601" cy="1143001"/>
              </a:xfrm>
              <a:custGeom>
                <a:avLst/>
                <a:gdLst/>
                <a:ahLst/>
                <a:cxnLst>
                  <a:cxn ang="0">
                    <a:pos x="wd2" y="hd2"/>
                  </a:cxn>
                  <a:cxn ang="5400000">
                    <a:pos x="wd2" y="hd2"/>
                  </a:cxn>
                  <a:cxn ang="10800000">
                    <a:pos x="wd2" y="hd2"/>
                  </a:cxn>
                  <a:cxn ang="16200000">
                    <a:pos x="wd2" y="hd2"/>
                  </a:cxn>
                </a:cxnLst>
                <a:rect l="0" t="0" r="r" b="b"/>
                <a:pathLst>
                  <a:path w="21600" h="21600" extrusionOk="0">
                    <a:moveTo>
                      <a:pt x="0" y="5400"/>
                    </a:moveTo>
                    <a:lnTo>
                      <a:pt x="3522" y="0"/>
                    </a:lnTo>
                    <a:lnTo>
                      <a:pt x="21600" y="0"/>
                    </a:lnTo>
                    <a:lnTo>
                      <a:pt x="21600" y="16200"/>
                    </a:lnTo>
                    <a:lnTo>
                      <a:pt x="18078" y="21600"/>
                    </a:lnTo>
                    <a:lnTo>
                      <a:pt x="0" y="21600"/>
                    </a:lnTo>
                    <a:close/>
                    <a:moveTo>
                      <a:pt x="0" y="5400"/>
                    </a:moveTo>
                    <a:lnTo>
                      <a:pt x="18078" y="5400"/>
                    </a:lnTo>
                    <a:lnTo>
                      <a:pt x="21600" y="0"/>
                    </a:lnTo>
                    <a:moveTo>
                      <a:pt x="18078" y="5400"/>
                    </a:moveTo>
                    <a:lnTo>
                      <a:pt x="18078" y="21600"/>
                    </a:lnTo>
                  </a:path>
                </a:pathLst>
              </a:custGeom>
              <a:noFill/>
              <a:ln w="9525" cap="flat">
                <a:solidFill>
                  <a:srgbClr val="000000"/>
                </a:solidFill>
                <a:prstDash val="solid"/>
                <a:miter lim="800000"/>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grpSp>
        <p:sp>
          <p:nvSpPr>
            <p:cNvPr id="728" name="WWW…"/>
            <p:cNvSpPr txBox="1"/>
            <p:nvPr/>
          </p:nvSpPr>
          <p:spPr>
            <a:xfrm>
              <a:off x="50482" y="290512"/>
              <a:ext cx="1365886" cy="83099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marL="0" marR="0" lvl="0" indent="0" algn="just" defTabSz="914400" rtl="0" eaLnBrk="1" fontAlgn="auto" latinLnBrk="0" hangingPunct="0">
                <a:lnSpc>
                  <a:spcPct val="100000"/>
                </a:lnSpc>
                <a:spcBef>
                  <a:spcPts val="0"/>
                </a:spcBef>
                <a:spcAft>
                  <a:spcPts val="0"/>
                </a:spcAft>
                <a:buClrTx/>
                <a:buSzTx/>
                <a:buFontTx/>
                <a:buNone/>
                <a:tabLst/>
                <a:defRPr sz="2000" b="1"/>
              </a:pPr>
              <a:r>
                <a:rPr kumimoji="0" sz="2000" b="1" i="0" u="none" strike="noStrike" kern="0" cap="none" spc="0" normalizeH="0" baseline="0" noProof="0" dirty="0">
                  <a:ln>
                    <a:noFill/>
                  </a:ln>
                  <a:solidFill>
                    <a:srgbClr val="000000"/>
                  </a:solidFill>
                  <a:effectLst/>
                  <a:uLnTx/>
                  <a:uFillTx/>
                  <a:latin typeface="Times New Roman"/>
                  <a:cs typeface="Times New Roman"/>
                  <a:sym typeface="Times New Roman"/>
                </a:rPr>
                <a:t>   </a:t>
              </a:r>
              <a:r>
                <a:rPr kumimoji="0" sz="2400" b="1" i="0" u="none" strike="noStrike" kern="0" cap="none" spc="0" normalizeH="0" baseline="0" noProof="0" dirty="0">
                  <a:ln>
                    <a:noFill/>
                  </a:ln>
                  <a:solidFill>
                    <a:srgbClr val="000000"/>
                  </a:solidFill>
                  <a:effectLst/>
                  <a:uLnTx/>
                  <a:uFillTx/>
                  <a:latin typeface="Times New Roman"/>
                  <a:cs typeface="Times New Roman"/>
                  <a:sym typeface="Times New Roman"/>
                </a:rPr>
                <a:t>WWW</a:t>
              </a:r>
              <a:endParaRPr kumimoji="0" sz="3200" b="1" i="0" u="none" strike="noStrike" kern="0" cap="none" spc="0" normalizeH="0" baseline="0" noProof="0" dirty="0">
                <a:ln>
                  <a:noFill/>
                </a:ln>
                <a:solidFill>
                  <a:srgbClr val="000000"/>
                </a:solidFill>
                <a:effectLst/>
                <a:uLnTx/>
                <a:uFillTx/>
                <a:latin typeface="Times New Roman"/>
                <a:cs typeface="Times New Roman"/>
                <a:sym typeface="Times New Roman"/>
              </a:endParaRPr>
            </a:p>
            <a:p>
              <a:pPr marL="0" marR="0" lvl="0" indent="0" algn="just" defTabSz="914400" rtl="0" eaLnBrk="1" fontAlgn="auto" latinLnBrk="0" hangingPunct="0">
                <a:lnSpc>
                  <a:spcPct val="100000"/>
                </a:lnSpc>
                <a:spcBef>
                  <a:spcPts val="0"/>
                </a:spcBef>
                <a:spcAft>
                  <a:spcPts val="0"/>
                </a:spcAft>
                <a:buClrTx/>
                <a:buSzTx/>
                <a:buFontTx/>
                <a:buNone/>
                <a:tabLst/>
                <a:defRPr sz="2400" b="1"/>
              </a:pPr>
              <a:r>
                <a:rPr kumimoji="0" sz="2400" b="1" i="0" u="none" strike="noStrike" kern="0" cap="none" spc="0" normalizeH="0" baseline="0" noProof="0" dirty="0">
                  <a:ln>
                    <a:noFill/>
                  </a:ln>
                  <a:solidFill>
                    <a:srgbClr val="000000"/>
                  </a:solidFill>
                  <a:effectLst/>
                  <a:uLnTx/>
                  <a:uFillTx/>
                  <a:latin typeface="Times New Roman"/>
                  <a:cs typeface="Times New Roman"/>
                  <a:sym typeface="Times New Roman"/>
                </a:rPr>
                <a:t>   </a:t>
              </a:r>
              <a:r>
                <a:rPr kumimoji="0" sz="2400" b="0" i="0" u="none" strike="noStrike" kern="0" cap="none" spc="0" normalizeH="0" baseline="0" noProof="0" dirty="0" err="1">
                  <a:ln>
                    <a:noFill/>
                  </a:ln>
                  <a:solidFill>
                    <a:srgbClr val="000000"/>
                  </a:solidFill>
                  <a:effectLst/>
                  <a:uLnTx/>
                  <a:uFillTx/>
                  <a:latin typeface="SimSun"/>
                  <a:ea typeface="SimSun"/>
                  <a:cs typeface="SimSun"/>
                  <a:sym typeface="SimSun"/>
                </a:rPr>
                <a:t>浏览器</a:t>
              </a:r>
              <a:endParaRPr kumimoji="0" sz="2400" b="0" i="0" u="none" strike="noStrike" kern="0" cap="none" spc="0" normalizeH="0" baseline="0" noProof="0" dirty="0">
                <a:ln>
                  <a:noFill/>
                </a:ln>
                <a:solidFill>
                  <a:srgbClr val="000000"/>
                </a:solidFill>
                <a:effectLst/>
                <a:uLnTx/>
                <a:uFillTx/>
                <a:latin typeface="SimSun"/>
                <a:ea typeface="SimSun"/>
                <a:cs typeface="SimSun"/>
                <a:sym typeface="SimSun"/>
              </a:endParaRPr>
            </a:p>
          </p:txBody>
        </p:sp>
      </p:grpSp>
      <p:grpSp>
        <p:nvGrpSpPr>
          <p:cNvPr id="732" name="Text Box 8"/>
          <p:cNvGrpSpPr/>
          <p:nvPr/>
        </p:nvGrpSpPr>
        <p:grpSpPr>
          <a:xfrm>
            <a:off x="4427537" y="5013325"/>
            <a:ext cx="1220788" cy="509588"/>
            <a:chOff x="0" y="0"/>
            <a:chExt cx="1220787" cy="509587"/>
          </a:xfrm>
        </p:grpSpPr>
        <p:sp>
          <p:nvSpPr>
            <p:cNvPr id="730" name="矩形"/>
            <p:cNvSpPr/>
            <p:nvPr/>
          </p:nvSpPr>
          <p:spPr>
            <a:xfrm>
              <a:off x="-1" y="0"/>
              <a:ext cx="1220789" cy="509588"/>
            </a:xfrm>
            <a:prstGeom prst="rect">
              <a:avLst/>
            </a:prstGeom>
            <a:solidFill>
              <a:srgbClr val="FFFFFF"/>
            </a:solidFill>
            <a:ln w="12700" cap="flat">
              <a:noFill/>
              <a:miter lim="400000"/>
            </a:ln>
            <a:effectLst/>
          </p:spPr>
          <p:txBody>
            <a:bodyPr wrap="square" lIns="45719" tIns="45719" rIns="45719" bIns="45719" numCol="1" anchor="t">
              <a:noAutofit/>
            </a:bodyPr>
            <a:lstStyle/>
            <a:p>
              <a:pPr marL="0" marR="0" lvl="0" indent="0" algn="ctr" defTabSz="914400" rtl="0" eaLnBrk="1" fontAlgn="auto" latinLnBrk="0" hangingPunct="0">
                <a:lnSpc>
                  <a:spcPct val="180000"/>
                </a:lnSpc>
                <a:spcBef>
                  <a:spcPts val="0"/>
                </a:spcBef>
                <a:spcAft>
                  <a:spcPts val="0"/>
                </a:spcAft>
                <a:buClrTx/>
                <a:buSzTx/>
                <a:buFontTx/>
                <a:buNone/>
                <a:tabLst/>
                <a:defRPr sz="3200"/>
              </a:pPr>
              <a:endParaRPr kumimoji="0" sz="3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731" name="中间件"/>
            <p:cNvSpPr txBox="1"/>
            <p:nvPr/>
          </p:nvSpPr>
          <p:spPr>
            <a:xfrm>
              <a:off x="45719" y="0"/>
              <a:ext cx="1129349" cy="3454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lgn="ctr">
                <a:defRPr sz="2000">
                  <a:latin typeface="SimSun"/>
                  <a:ea typeface="SimSun"/>
                  <a:cs typeface="SimSun"/>
                  <a:sym typeface="SimSun"/>
                </a:defRPr>
              </a:lvl1pPr>
            </a:lstStyle>
            <a:p>
              <a:pPr marL="0" marR="0" lvl="0" indent="0" algn="ctr" defTabSz="914400" rtl="0" eaLnBrk="1" fontAlgn="auto" latinLnBrk="0" hangingPunct="0">
                <a:lnSpc>
                  <a:spcPct val="180000"/>
                </a:lnSpc>
                <a:spcBef>
                  <a:spcPts val="0"/>
                </a:spcBef>
                <a:spcAft>
                  <a:spcPts val="0"/>
                </a:spcAft>
                <a:buClrTx/>
                <a:buSzTx/>
                <a:buFontTx/>
                <a:buNone/>
                <a:tabLst/>
                <a:defRPr b="1">
                  <a:latin typeface="+mn-lt"/>
                  <a:ea typeface="+mn-ea"/>
                  <a:cs typeface="+mn-cs"/>
                  <a:sym typeface="Times New Roman"/>
                </a:defRPr>
              </a:pPr>
              <a:r>
                <a:rPr kumimoji="0" sz="2000" b="0" i="0" u="none" strike="noStrike" kern="0" cap="none" spc="0" normalizeH="0" baseline="0" noProof="0">
                  <a:ln>
                    <a:noFill/>
                  </a:ln>
                  <a:solidFill>
                    <a:srgbClr val="000000"/>
                  </a:solidFill>
                  <a:effectLst/>
                  <a:uLnTx/>
                  <a:uFillTx/>
                  <a:latin typeface="SimSun"/>
                  <a:ea typeface="SimSun"/>
                  <a:cs typeface="SimSun"/>
                  <a:sym typeface="SimSun"/>
                </a:rPr>
                <a:t>中间件</a:t>
              </a:r>
            </a:p>
          </p:txBody>
        </p:sp>
      </p:grpSp>
      <p:grpSp>
        <p:nvGrpSpPr>
          <p:cNvPr id="737" name="Group 9"/>
          <p:cNvGrpSpPr/>
          <p:nvPr/>
        </p:nvGrpSpPr>
        <p:grpSpPr>
          <a:xfrm>
            <a:off x="2057400" y="3581399"/>
            <a:ext cx="5638800" cy="1431926"/>
            <a:chOff x="0" y="0"/>
            <a:chExt cx="5638799" cy="1431924"/>
          </a:xfrm>
        </p:grpSpPr>
        <p:sp>
          <p:nvSpPr>
            <p:cNvPr id="733" name="Line 10"/>
            <p:cNvSpPr/>
            <p:nvPr/>
          </p:nvSpPr>
          <p:spPr>
            <a:xfrm>
              <a:off x="0" y="39123"/>
              <a:ext cx="741948" cy="1"/>
            </a:xfrm>
            <a:prstGeom prst="line">
              <a:avLst/>
            </a:prstGeom>
            <a:noFill/>
            <a:ln w="38100" cap="flat">
              <a:solidFill>
                <a:srgbClr val="000000"/>
              </a:solidFill>
              <a:prstDash val="solid"/>
              <a:round/>
              <a:tailEnd type="triangle" w="med" len="med"/>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sp>
          <p:nvSpPr>
            <p:cNvPr id="734" name="Line 11"/>
            <p:cNvSpPr/>
            <p:nvPr/>
          </p:nvSpPr>
          <p:spPr>
            <a:xfrm>
              <a:off x="2505618" y="-1"/>
              <a:ext cx="864060" cy="1"/>
            </a:xfrm>
            <a:prstGeom prst="line">
              <a:avLst/>
            </a:prstGeom>
            <a:noFill/>
            <a:ln w="38100" cap="flat">
              <a:solidFill>
                <a:srgbClr val="000000"/>
              </a:solidFill>
              <a:prstDash val="solid"/>
              <a:round/>
              <a:tailEnd type="triangle" w="med" len="med"/>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sp>
          <p:nvSpPr>
            <p:cNvPr id="735" name="Line 12"/>
            <p:cNvSpPr/>
            <p:nvPr/>
          </p:nvSpPr>
          <p:spPr>
            <a:xfrm flipV="1">
              <a:off x="2967789" y="39124"/>
              <a:ext cx="1" cy="1392801"/>
            </a:xfrm>
            <a:prstGeom prst="line">
              <a:avLst/>
            </a:prstGeom>
            <a:noFill/>
            <a:ln w="38100" cap="flat">
              <a:solidFill>
                <a:srgbClr val="000000"/>
              </a:solidFill>
              <a:prstDash val="solid"/>
              <a:round/>
              <a:tailEnd type="triangle" w="med" len="med"/>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sp>
          <p:nvSpPr>
            <p:cNvPr id="736" name="Line 13"/>
            <p:cNvSpPr/>
            <p:nvPr/>
          </p:nvSpPr>
          <p:spPr>
            <a:xfrm>
              <a:off x="4896852" y="39123"/>
              <a:ext cx="741948" cy="1"/>
            </a:xfrm>
            <a:prstGeom prst="line">
              <a:avLst/>
            </a:prstGeom>
            <a:noFill/>
            <a:ln w="38100" cap="flat">
              <a:solidFill>
                <a:srgbClr val="000000"/>
              </a:solidFill>
              <a:prstDash val="solid"/>
              <a:round/>
              <a:tailEnd type="triangle" w="med" len="med"/>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gr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9" name="Rectangle 2"/>
          <p:cNvSpPr txBox="1"/>
          <p:nvPr/>
        </p:nvSpPr>
        <p:spPr>
          <a:xfrm>
            <a:off x="274319" y="-5468"/>
            <a:ext cx="9052562" cy="4213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0" marR="0" lvl="0" indent="0" algn="just" defTabSz="914400" rtl="0" eaLnBrk="1" fontAlgn="auto" latinLnBrk="0" hangingPunct="0">
              <a:lnSpc>
                <a:spcPct val="180000"/>
              </a:lnSpc>
              <a:spcBef>
                <a:spcPts val="1400"/>
              </a:spcBef>
              <a:spcAft>
                <a:spcPts val="0"/>
              </a:spcAft>
              <a:buClrTx/>
              <a:buSzTx/>
              <a:buFontTx/>
              <a:buNone/>
              <a:tabLst/>
              <a:defRPr sz="2400" b="1">
                <a:solidFill>
                  <a:srgbClr val="993300"/>
                </a:solidFill>
              </a:defRPr>
            </a:pPr>
            <a:r>
              <a:rPr kumimoji="0" sz="2400" b="1" i="0" u="none" strike="noStrike" kern="0" cap="none" spc="0" normalizeH="0" baseline="0" noProof="0" dirty="0">
                <a:ln>
                  <a:noFill/>
                </a:ln>
                <a:solidFill>
                  <a:srgbClr val="993300"/>
                </a:solidFill>
                <a:effectLst/>
                <a:uLnTx/>
                <a:uFillTx/>
                <a:latin typeface="Times New Roman"/>
                <a:cs typeface="Times New Roman"/>
                <a:sym typeface="Times New Roman"/>
              </a:rPr>
              <a:t>   </a:t>
            </a:r>
            <a:r>
              <a:rPr kumimoji="0" sz="2400" b="0" i="0" u="none" strike="noStrike" kern="0" cap="none" spc="0" normalizeH="0" baseline="0" noProof="0" dirty="0" err="1">
                <a:ln>
                  <a:noFill/>
                </a:ln>
                <a:solidFill>
                  <a:srgbClr val="993300"/>
                </a:solidFill>
                <a:effectLst/>
                <a:uLnTx/>
                <a:uFillTx/>
                <a:latin typeface="SimSun"/>
                <a:ea typeface="SimSun"/>
                <a:cs typeface="SimSun"/>
                <a:sym typeface="SimSun"/>
              </a:rPr>
              <a:t>三层</a:t>
            </a:r>
            <a:r>
              <a:rPr kumimoji="0" sz="2400" b="1" i="0" u="none" strike="noStrike" kern="0" cap="none" spc="0" normalizeH="0" baseline="0" noProof="0" dirty="0" err="1">
                <a:ln>
                  <a:noFill/>
                </a:ln>
                <a:solidFill>
                  <a:srgbClr val="993300"/>
                </a:solidFill>
                <a:effectLst/>
                <a:uLnTx/>
                <a:uFillTx/>
                <a:latin typeface="Times New Roman"/>
                <a:cs typeface="Times New Roman"/>
                <a:sym typeface="Times New Roman"/>
              </a:rPr>
              <a:t>B</a:t>
            </a:r>
            <a:r>
              <a:rPr kumimoji="0" sz="2400" b="1" i="0" u="none" strike="noStrike" kern="0" cap="none" spc="0" normalizeH="0" baseline="0" noProof="0" dirty="0">
                <a:ln>
                  <a:noFill/>
                </a:ln>
                <a:solidFill>
                  <a:srgbClr val="993300"/>
                </a:solidFill>
                <a:effectLst/>
                <a:uLnTx/>
                <a:uFillTx/>
                <a:latin typeface="Times New Roman"/>
                <a:cs typeface="Times New Roman"/>
                <a:sym typeface="Times New Roman"/>
              </a:rPr>
              <a:t>/</a:t>
            </a:r>
            <a:r>
              <a:rPr kumimoji="0" sz="2400" b="1" i="0" u="none" strike="noStrike" kern="0" cap="none" spc="0" normalizeH="0" baseline="0" noProof="0" dirty="0" err="1">
                <a:ln>
                  <a:noFill/>
                </a:ln>
                <a:solidFill>
                  <a:srgbClr val="993300"/>
                </a:solidFill>
                <a:effectLst/>
                <a:uLnTx/>
                <a:uFillTx/>
                <a:latin typeface="Times New Roman"/>
                <a:cs typeface="Times New Roman"/>
                <a:sym typeface="Times New Roman"/>
              </a:rPr>
              <a:t>S</a:t>
            </a:r>
            <a:r>
              <a:rPr kumimoji="0" sz="2400" b="0" i="0" u="none" strike="noStrike" kern="0" cap="none" spc="0" normalizeH="0" baseline="0" noProof="0" dirty="0" err="1">
                <a:ln>
                  <a:noFill/>
                </a:ln>
                <a:solidFill>
                  <a:srgbClr val="993300"/>
                </a:solidFill>
                <a:effectLst/>
                <a:uLnTx/>
                <a:uFillTx/>
                <a:latin typeface="SimSun"/>
                <a:ea typeface="SimSun"/>
                <a:cs typeface="SimSun"/>
                <a:sym typeface="SimSun"/>
              </a:rPr>
              <a:t>结构</a:t>
            </a:r>
            <a:r>
              <a:rPr kumimoji="0" sz="2400" b="0" i="0" u="none" strike="noStrike" kern="0" cap="none" spc="0" normalizeH="0" baseline="0" noProof="0" dirty="0">
                <a:ln>
                  <a:noFill/>
                </a:ln>
                <a:solidFill>
                  <a:srgbClr val="993300"/>
                </a:solidFill>
                <a:effectLst/>
                <a:uLnTx/>
                <a:uFillTx/>
                <a:latin typeface="SimSun"/>
                <a:ea typeface="SimSun"/>
                <a:cs typeface="SimSun"/>
                <a:sym typeface="SimSun"/>
              </a:rPr>
              <a:t>： </a:t>
            </a:r>
          </a:p>
        </p:txBody>
      </p:sp>
      <p:sp>
        <p:nvSpPr>
          <p:cNvPr id="740" name="Line 3"/>
          <p:cNvSpPr/>
          <p:nvPr/>
        </p:nvSpPr>
        <p:spPr>
          <a:xfrm flipV="1">
            <a:off x="5562600" y="1981199"/>
            <a:ext cx="1066801" cy="990601"/>
          </a:xfrm>
          <a:prstGeom prst="line">
            <a:avLst/>
          </a:prstGeom>
          <a:ln w="38100">
            <a:solidFill>
              <a:srgbClr val="000000"/>
            </a:solidFill>
          </a:ln>
        </p:spPr>
        <p:txBody>
          <a:bodyPr lIns="45719" rIns="45719"/>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sp>
        <p:nvSpPr>
          <p:cNvPr id="741" name="Freeform 4"/>
          <p:cNvSpPr/>
          <p:nvPr/>
        </p:nvSpPr>
        <p:spPr>
          <a:xfrm>
            <a:off x="6344024" y="838200"/>
            <a:ext cx="1953929" cy="1524001"/>
          </a:xfrm>
          <a:custGeom>
            <a:avLst/>
            <a:gdLst/>
            <a:ahLst/>
            <a:cxnLst>
              <a:cxn ang="0">
                <a:pos x="wd2" y="hd2"/>
              </a:cxn>
              <a:cxn ang="5400000">
                <a:pos x="wd2" y="hd2"/>
              </a:cxn>
              <a:cxn ang="10800000">
                <a:pos x="wd2" y="hd2"/>
              </a:cxn>
              <a:cxn ang="16200000">
                <a:pos x="wd2" y="hd2"/>
              </a:cxn>
            </a:cxnLst>
            <a:rect l="0" t="0" r="r" b="b"/>
            <a:pathLst>
              <a:path w="21492" h="21600" extrusionOk="0">
                <a:moveTo>
                  <a:pt x="3366" y="15429"/>
                </a:moveTo>
                <a:cubicBezTo>
                  <a:pt x="259" y="12800"/>
                  <a:pt x="1143" y="14257"/>
                  <a:pt x="0" y="12000"/>
                </a:cubicBezTo>
                <a:cubicBezTo>
                  <a:pt x="86" y="11200"/>
                  <a:pt x="-22" y="10314"/>
                  <a:pt x="259" y="9600"/>
                </a:cubicBezTo>
                <a:cubicBezTo>
                  <a:pt x="517" y="8886"/>
                  <a:pt x="3150" y="9886"/>
                  <a:pt x="3366" y="9943"/>
                </a:cubicBezTo>
                <a:cubicBezTo>
                  <a:pt x="4207" y="6571"/>
                  <a:pt x="2611" y="13200"/>
                  <a:pt x="3884" y="4800"/>
                </a:cubicBezTo>
                <a:cubicBezTo>
                  <a:pt x="3948" y="4400"/>
                  <a:pt x="4099" y="3914"/>
                  <a:pt x="4402" y="3771"/>
                </a:cubicBezTo>
                <a:cubicBezTo>
                  <a:pt x="5135" y="3429"/>
                  <a:pt x="5955" y="3543"/>
                  <a:pt x="6732" y="3429"/>
                </a:cubicBezTo>
                <a:cubicBezTo>
                  <a:pt x="6818" y="2857"/>
                  <a:pt x="6710" y="2171"/>
                  <a:pt x="6991" y="1714"/>
                </a:cubicBezTo>
                <a:cubicBezTo>
                  <a:pt x="7811" y="314"/>
                  <a:pt x="8717" y="286"/>
                  <a:pt x="9839" y="0"/>
                </a:cubicBezTo>
                <a:cubicBezTo>
                  <a:pt x="12817" y="800"/>
                  <a:pt x="9127" y="0"/>
                  <a:pt x="13206" y="0"/>
                </a:cubicBezTo>
                <a:cubicBezTo>
                  <a:pt x="14155" y="0"/>
                  <a:pt x="15104" y="229"/>
                  <a:pt x="16054" y="343"/>
                </a:cubicBezTo>
                <a:cubicBezTo>
                  <a:pt x="17327" y="1171"/>
                  <a:pt x="18579" y="1257"/>
                  <a:pt x="19938" y="1714"/>
                </a:cubicBezTo>
                <a:cubicBezTo>
                  <a:pt x="20024" y="2057"/>
                  <a:pt x="20197" y="2371"/>
                  <a:pt x="20197" y="2743"/>
                </a:cubicBezTo>
                <a:cubicBezTo>
                  <a:pt x="20197" y="3114"/>
                  <a:pt x="19895" y="3429"/>
                  <a:pt x="19938" y="3771"/>
                </a:cubicBezTo>
                <a:cubicBezTo>
                  <a:pt x="19981" y="4171"/>
                  <a:pt x="20283" y="4457"/>
                  <a:pt x="20456" y="4800"/>
                </a:cubicBezTo>
                <a:cubicBezTo>
                  <a:pt x="20607" y="5629"/>
                  <a:pt x="21103" y="7514"/>
                  <a:pt x="20456" y="8229"/>
                </a:cubicBezTo>
                <a:cubicBezTo>
                  <a:pt x="20111" y="8600"/>
                  <a:pt x="19593" y="8000"/>
                  <a:pt x="19161" y="7886"/>
                </a:cubicBezTo>
                <a:cubicBezTo>
                  <a:pt x="19787" y="9143"/>
                  <a:pt x="20564" y="9800"/>
                  <a:pt x="21492" y="10629"/>
                </a:cubicBezTo>
                <a:cubicBezTo>
                  <a:pt x="21103" y="12714"/>
                  <a:pt x="21578" y="11857"/>
                  <a:pt x="19679" y="12686"/>
                </a:cubicBezTo>
                <a:cubicBezTo>
                  <a:pt x="19420" y="12800"/>
                  <a:pt x="18902" y="13029"/>
                  <a:pt x="18902" y="13029"/>
                </a:cubicBezTo>
                <a:cubicBezTo>
                  <a:pt x="18816" y="13371"/>
                  <a:pt x="18838" y="13800"/>
                  <a:pt x="18643" y="14057"/>
                </a:cubicBezTo>
                <a:cubicBezTo>
                  <a:pt x="17737" y="15257"/>
                  <a:pt x="16378" y="12771"/>
                  <a:pt x="19420" y="16114"/>
                </a:cubicBezTo>
                <a:cubicBezTo>
                  <a:pt x="18622" y="17714"/>
                  <a:pt x="18277" y="17457"/>
                  <a:pt x="16831" y="17829"/>
                </a:cubicBezTo>
                <a:cubicBezTo>
                  <a:pt x="16658" y="18514"/>
                  <a:pt x="16831" y="19657"/>
                  <a:pt x="16313" y="19886"/>
                </a:cubicBezTo>
                <a:cubicBezTo>
                  <a:pt x="15795" y="20114"/>
                  <a:pt x="15277" y="20343"/>
                  <a:pt x="14759" y="20571"/>
                </a:cubicBezTo>
                <a:cubicBezTo>
                  <a:pt x="14457" y="20714"/>
                  <a:pt x="14284" y="21143"/>
                  <a:pt x="13982" y="21257"/>
                </a:cubicBezTo>
                <a:cubicBezTo>
                  <a:pt x="13400" y="21486"/>
                  <a:pt x="12774" y="21486"/>
                  <a:pt x="12170" y="21600"/>
                </a:cubicBezTo>
                <a:cubicBezTo>
                  <a:pt x="11026" y="21229"/>
                  <a:pt x="10702" y="20771"/>
                  <a:pt x="9580" y="21257"/>
                </a:cubicBezTo>
                <a:cubicBezTo>
                  <a:pt x="8545" y="21143"/>
                  <a:pt x="7509" y="21114"/>
                  <a:pt x="6473" y="20914"/>
                </a:cubicBezTo>
                <a:cubicBezTo>
                  <a:pt x="5610" y="20743"/>
                  <a:pt x="3884" y="20229"/>
                  <a:pt x="3884" y="20229"/>
                </a:cubicBezTo>
                <a:cubicBezTo>
                  <a:pt x="3258" y="19000"/>
                  <a:pt x="3236" y="19571"/>
                  <a:pt x="3625" y="18514"/>
                </a:cubicBezTo>
                <a:lnTo>
                  <a:pt x="4919" y="16800"/>
                </a:lnTo>
              </a:path>
            </a:pathLst>
          </a:custGeom>
          <a:blipFill>
            <a:blip r:embed="rId2"/>
          </a:blipFill>
          <a:ln>
            <a:solidFill>
              <a:srgbClr val="FFFFFF"/>
            </a:solidFill>
          </a:ln>
        </p:spPr>
        <p:txBody>
          <a:bodyPr lIns="45719" rIns="45719"/>
          <a:lstStyle/>
          <a:p>
            <a:pPr marL="0" marR="0" lvl="0" indent="0" algn="just" defTabSz="914400" rtl="0" eaLnBrk="1" fontAlgn="auto" latinLnBrk="0" hangingPunct="0">
              <a:lnSpc>
                <a:spcPct val="180000"/>
              </a:lnSpc>
              <a:spcBef>
                <a:spcPts val="0"/>
              </a:spcBef>
              <a:spcAft>
                <a:spcPts val="0"/>
              </a:spcAft>
              <a:buClrTx/>
              <a:buSzTx/>
              <a:buFontTx/>
              <a:buNone/>
              <a:tabLst/>
              <a:defRPr>
                <a:latin typeface="SimSun"/>
                <a:ea typeface="SimSun"/>
                <a:cs typeface="SimSun"/>
                <a:sym typeface="SimSun"/>
              </a:defRPr>
            </a:pPr>
            <a:endParaRPr kumimoji="0" sz="2800" b="0" i="0" u="none" strike="noStrike" kern="0" cap="none" spc="0" normalizeH="0" baseline="0" noProof="0">
              <a:ln>
                <a:noFill/>
              </a:ln>
              <a:solidFill>
                <a:srgbClr val="000000"/>
              </a:solidFill>
              <a:effectLst/>
              <a:uLnTx/>
              <a:uFillTx/>
              <a:latin typeface="SimSun"/>
              <a:ea typeface="SimSun"/>
              <a:sym typeface="SimSun"/>
            </a:endParaRPr>
          </a:p>
        </p:txBody>
      </p:sp>
      <p:sp>
        <p:nvSpPr>
          <p:cNvPr id="742" name="Text Box 5"/>
          <p:cNvSpPr txBox="1"/>
          <p:nvPr/>
        </p:nvSpPr>
        <p:spPr>
          <a:xfrm>
            <a:off x="6598919" y="1447800"/>
            <a:ext cx="1584962" cy="3962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80000"/>
              </a:lnSpc>
              <a:spcBef>
                <a:spcPts val="1400"/>
              </a:spcBef>
              <a:defRPr sz="2400">
                <a:latin typeface="SimSun"/>
                <a:ea typeface="SimSun"/>
                <a:cs typeface="SimSun"/>
                <a:sym typeface="SimSun"/>
              </a:defRPr>
            </a:lvl1pPr>
          </a:lstStyle>
          <a:p>
            <a:pPr marL="0" marR="0" lvl="0" indent="0" algn="just" defTabSz="914400" rtl="0" eaLnBrk="1" fontAlgn="auto" latinLnBrk="0" hangingPunct="0">
              <a:lnSpc>
                <a:spcPct val="80000"/>
              </a:lnSpc>
              <a:spcBef>
                <a:spcPts val="140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SimSun"/>
                <a:ea typeface="SimSun"/>
                <a:sym typeface="SimSun"/>
              </a:rPr>
              <a:t>Internet</a:t>
            </a:r>
          </a:p>
        </p:txBody>
      </p:sp>
      <p:pic>
        <p:nvPicPr>
          <p:cNvPr id="743" name="Object 7" descr="Object 7"/>
          <p:cNvPicPr>
            <a:picLocks noChangeAspect="1"/>
          </p:cNvPicPr>
          <p:nvPr/>
        </p:nvPicPr>
        <p:blipFill>
          <a:blip r:embed="rId3"/>
          <a:stretch>
            <a:fillRect/>
          </a:stretch>
        </p:blipFill>
        <p:spPr>
          <a:xfrm>
            <a:off x="168275" y="676275"/>
            <a:ext cx="8839200" cy="5600700"/>
          </a:xfrm>
          <a:prstGeom prst="rect">
            <a:avLst/>
          </a:prstGeom>
          <a:ln w="12700">
            <a:miter lim="400000"/>
          </a:ln>
        </p:spPr>
      </p:pic>
      <p:sp>
        <p:nvSpPr>
          <p:cNvPr id="744" name="Text Box 8"/>
          <p:cNvSpPr txBox="1"/>
          <p:nvPr/>
        </p:nvSpPr>
        <p:spPr>
          <a:xfrm>
            <a:off x="121919" y="5111750"/>
            <a:ext cx="1356362" cy="3200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0" marR="0" lvl="0" indent="0" algn="just" defTabSz="914400" rtl="0" eaLnBrk="1" fontAlgn="auto" latinLnBrk="0" hangingPunct="0">
              <a:lnSpc>
                <a:spcPct val="80000"/>
              </a:lnSpc>
              <a:spcBef>
                <a:spcPts val="1000"/>
              </a:spcBef>
              <a:spcAft>
                <a:spcPts val="0"/>
              </a:spcAft>
              <a:buClrTx/>
              <a:buSzTx/>
              <a:buFontTx/>
              <a:buNone/>
              <a:tabLst/>
              <a:defRPr sz="1800">
                <a:solidFill>
                  <a:srgbClr val="0000FF"/>
                </a:solidFill>
                <a:latin typeface="SimSun"/>
                <a:ea typeface="SimSun"/>
                <a:cs typeface="SimSun"/>
                <a:sym typeface="SimSun"/>
              </a:defRPr>
            </a:pPr>
            <a:r>
              <a:rPr kumimoji="0" sz="1800" b="0" i="0" u="none" strike="noStrike" kern="0" cap="none" spc="0" normalizeH="0" baseline="0" noProof="0">
                <a:ln>
                  <a:noFill/>
                </a:ln>
                <a:solidFill>
                  <a:srgbClr val="0000FF"/>
                </a:solidFill>
                <a:effectLst/>
                <a:uLnTx/>
                <a:uFillTx/>
                <a:latin typeface="SimSun"/>
                <a:ea typeface="SimSun"/>
                <a:sym typeface="SimSun"/>
              </a:rPr>
              <a:t>   </a:t>
            </a:r>
            <a:r>
              <a:rPr kumimoji="0" sz="1800" b="0" i="0" u="none" strike="noStrike" kern="0" cap="none" spc="0" normalizeH="0" baseline="0" noProof="0">
                <a:ln>
                  <a:noFill/>
                </a:ln>
                <a:solidFill>
                  <a:srgbClr val="000099"/>
                </a:solidFill>
                <a:effectLst/>
                <a:uLnTx/>
                <a:uFillTx/>
                <a:latin typeface="SimSun"/>
                <a:ea typeface="SimSun"/>
                <a:sym typeface="SimSun"/>
              </a:rPr>
              <a:t>浏览器1</a:t>
            </a:r>
          </a:p>
        </p:txBody>
      </p:sp>
      <p:sp>
        <p:nvSpPr>
          <p:cNvPr id="745" name="Text Box 9"/>
          <p:cNvSpPr txBox="1"/>
          <p:nvPr/>
        </p:nvSpPr>
        <p:spPr>
          <a:xfrm>
            <a:off x="4541519" y="6102350"/>
            <a:ext cx="1356362" cy="3200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0" marR="0" lvl="0" indent="0" algn="just" defTabSz="914400" rtl="0" eaLnBrk="1" fontAlgn="auto" latinLnBrk="0" hangingPunct="0">
              <a:lnSpc>
                <a:spcPct val="80000"/>
              </a:lnSpc>
              <a:spcBef>
                <a:spcPts val="1000"/>
              </a:spcBef>
              <a:spcAft>
                <a:spcPts val="0"/>
              </a:spcAft>
              <a:buClrTx/>
              <a:buSzTx/>
              <a:buFontTx/>
              <a:buNone/>
              <a:tabLst/>
              <a:defRPr sz="1800">
                <a:solidFill>
                  <a:srgbClr val="000099"/>
                </a:solidFill>
                <a:latin typeface="SimSun"/>
                <a:ea typeface="SimSun"/>
                <a:cs typeface="SimSun"/>
                <a:sym typeface="SimSun"/>
              </a:defRPr>
            </a:pPr>
            <a:r>
              <a:rPr kumimoji="0" sz="1800" b="0" i="0" u="none" strike="noStrike" kern="0" cap="none" spc="0" normalizeH="0" baseline="0" noProof="0">
                <a:ln>
                  <a:noFill/>
                </a:ln>
                <a:solidFill>
                  <a:srgbClr val="000099"/>
                </a:solidFill>
                <a:effectLst/>
                <a:uLnTx/>
                <a:uFillTx/>
                <a:latin typeface="SimSun"/>
                <a:ea typeface="SimSun"/>
                <a:sym typeface="SimSun"/>
              </a:rPr>
              <a:t>浏览器3</a:t>
            </a:r>
          </a:p>
        </p:txBody>
      </p:sp>
      <p:sp>
        <p:nvSpPr>
          <p:cNvPr id="746" name="Text Box 10"/>
          <p:cNvSpPr txBox="1"/>
          <p:nvPr/>
        </p:nvSpPr>
        <p:spPr>
          <a:xfrm>
            <a:off x="2255519" y="6099175"/>
            <a:ext cx="1356362" cy="3200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0" marR="0" lvl="0" indent="0" algn="just" defTabSz="914400" rtl="0" eaLnBrk="1" fontAlgn="auto" latinLnBrk="0" hangingPunct="0">
              <a:lnSpc>
                <a:spcPct val="80000"/>
              </a:lnSpc>
              <a:spcBef>
                <a:spcPts val="1000"/>
              </a:spcBef>
              <a:spcAft>
                <a:spcPts val="0"/>
              </a:spcAft>
              <a:buClrTx/>
              <a:buSzTx/>
              <a:buFontTx/>
              <a:buNone/>
              <a:tabLst/>
              <a:defRPr sz="1800">
                <a:solidFill>
                  <a:srgbClr val="000099"/>
                </a:solidFill>
                <a:latin typeface="SimSun"/>
                <a:ea typeface="SimSun"/>
                <a:cs typeface="SimSun"/>
                <a:sym typeface="SimSun"/>
              </a:defRPr>
            </a:pPr>
            <a:r>
              <a:rPr kumimoji="0" sz="1800" b="0" i="0" u="none" strike="noStrike" kern="0" cap="none" spc="0" normalizeH="0" baseline="0" noProof="0">
                <a:ln>
                  <a:noFill/>
                </a:ln>
                <a:solidFill>
                  <a:srgbClr val="000099"/>
                </a:solidFill>
                <a:effectLst/>
                <a:uLnTx/>
                <a:uFillTx/>
                <a:latin typeface="SimSun"/>
                <a:ea typeface="SimSun"/>
                <a:sym typeface="SimSun"/>
              </a:rPr>
              <a:t>浏览器2</a:t>
            </a:r>
          </a:p>
        </p:txBody>
      </p:sp>
      <p:sp>
        <p:nvSpPr>
          <p:cNvPr id="747" name="Text Box 11"/>
          <p:cNvSpPr txBox="1"/>
          <p:nvPr/>
        </p:nvSpPr>
        <p:spPr>
          <a:xfrm>
            <a:off x="3322319" y="993775"/>
            <a:ext cx="1737362" cy="3962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80000"/>
              </a:lnSpc>
              <a:spcBef>
                <a:spcPts val="1400"/>
              </a:spcBef>
              <a:defRPr sz="2400">
                <a:latin typeface="SimSun"/>
                <a:ea typeface="SimSun"/>
                <a:cs typeface="SimSun"/>
                <a:sym typeface="SimSun"/>
              </a:defRPr>
            </a:lvl1pPr>
          </a:lstStyle>
          <a:p>
            <a:pPr marL="0" marR="0" lvl="0" indent="0" algn="just" defTabSz="914400" rtl="0" eaLnBrk="1" fontAlgn="auto" latinLnBrk="0" hangingPunct="0">
              <a:lnSpc>
                <a:spcPct val="80000"/>
              </a:lnSpc>
              <a:spcBef>
                <a:spcPts val="1400"/>
              </a:spcBef>
              <a:spcAft>
                <a:spcPts val="0"/>
              </a:spcAft>
              <a:buClrTx/>
              <a:buSzTx/>
              <a:buFontTx/>
              <a:buNone/>
              <a:tabLst/>
              <a:defRPr/>
            </a:pPr>
            <a:r>
              <a:rPr kumimoji="0" sz="2400" b="0" i="0" u="none" strike="noStrike" kern="0" cap="none" spc="0" normalizeH="0" baseline="0" noProof="0">
                <a:ln>
                  <a:noFill/>
                </a:ln>
                <a:solidFill>
                  <a:srgbClr val="000000"/>
                </a:solidFill>
                <a:effectLst/>
                <a:uLnTx/>
                <a:uFillTx/>
                <a:latin typeface="SimSun"/>
                <a:ea typeface="SimSun"/>
                <a:sym typeface="SimSun"/>
              </a:rPr>
              <a:t>应用服务器</a:t>
            </a:r>
          </a:p>
        </p:txBody>
      </p:sp>
      <p:sp>
        <p:nvSpPr>
          <p:cNvPr id="748" name="Text Box 12"/>
          <p:cNvSpPr txBox="1"/>
          <p:nvPr/>
        </p:nvSpPr>
        <p:spPr>
          <a:xfrm>
            <a:off x="655319" y="920750"/>
            <a:ext cx="1356362" cy="8229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0" marR="0" lvl="0" indent="0" algn="just" defTabSz="914400" rtl="0" eaLnBrk="1" fontAlgn="auto" latinLnBrk="0" hangingPunct="0">
              <a:lnSpc>
                <a:spcPct val="80000"/>
              </a:lnSpc>
              <a:spcBef>
                <a:spcPts val="1400"/>
              </a:spcBef>
              <a:spcAft>
                <a:spcPts val="0"/>
              </a:spcAft>
              <a:buClrTx/>
              <a:buSzTx/>
              <a:buFontTx/>
              <a:buNone/>
              <a:tabLst/>
              <a:defRPr sz="2400">
                <a:latin typeface="SimSun"/>
                <a:ea typeface="SimSun"/>
                <a:cs typeface="SimSun"/>
                <a:sym typeface="SimSun"/>
              </a:defRPr>
            </a:pPr>
            <a:r>
              <a:rPr kumimoji="0" sz="2400" b="0" i="0" u="none" strike="noStrike" kern="0" cap="none" spc="0" normalizeH="0" baseline="0" noProof="0">
                <a:ln>
                  <a:noFill/>
                </a:ln>
                <a:solidFill>
                  <a:srgbClr val="000000"/>
                </a:solidFill>
                <a:effectLst/>
                <a:uLnTx/>
                <a:uFillTx/>
                <a:latin typeface="SimSun"/>
                <a:ea typeface="SimSun"/>
                <a:sym typeface="SimSun"/>
              </a:rPr>
              <a:t>数据库</a:t>
            </a:r>
            <a:endParaRPr kumimoji="0" sz="3200" b="0" i="0" u="none" strike="noStrike" kern="0" cap="none" spc="0" normalizeH="0" baseline="0" noProof="0">
              <a:ln>
                <a:noFill/>
              </a:ln>
              <a:solidFill>
                <a:srgbClr val="000000"/>
              </a:solidFill>
              <a:effectLst/>
              <a:uLnTx/>
              <a:uFillTx/>
              <a:latin typeface="SimSun"/>
              <a:ea typeface="SimSun"/>
              <a:sym typeface="SimSun"/>
            </a:endParaRPr>
          </a:p>
          <a:p>
            <a:pPr marL="0" marR="0" lvl="0" indent="0" algn="just" defTabSz="914400" rtl="0" eaLnBrk="1" fontAlgn="auto" latinLnBrk="0" hangingPunct="0">
              <a:lnSpc>
                <a:spcPct val="80000"/>
              </a:lnSpc>
              <a:spcBef>
                <a:spcPts val="1400"/>
              </a:spcBef>
              <a:spcAft>
                <a:spcPts val="0"/>
              </a:spcAft>
              <a:buClrTx/>
              <a:buSzTx/>
              <a:buFontTx/>
              <a:buNone/>
              <a:tabLst/>
              <a:defRPr sz="2400">
                <a:latin typeface="SimSun"/>
                <a:ea typeface="SimSun"/>
                <a:cs typeface="SimSun"/>
                <a:sym typeface="SimSun"/>
              </a:defRPr>
            </a:pPr>
            <a:r>
              <a:rPr kumimoji="0" sz="2400" b="0" i="0" u="none" strike="noStrike" kern="0" cap="none" spc="0" normalizeH="0" baseline="0" noProof="0">
                <a:ln>
                  <a:noFill/>
                </a:ln>
                <a:solidFill>
                  <a:srgbClr val="000000"/>
                </a:solidFill>
                <a:effectLst/>
                <a:uLnTx/>
                <a:uFillTx/>
                <a:latin typeface="SimSun"/>
                <a:ea typeface="SimSun"/>
                <a:sym typeface="SimSun"/>
              </a:rPr>
              <a:t>服务器</a:t>
            </a:r>
          </a:p>
        </p:txBody>
      </p:sp>
      <p:sp>
        <p:nvSpPr>
          <p:cNvPr id="749" name="Line 13"/>
          <p:cNvSpPr/>
          <p:nvPr/>
        </p:nvSpPr>
        <p:spPr>
          <a:xfrm>
            <a:off x="5791200" y="4273550"/>
            <a:ext cx="0" cy="457201"/>
          </a:xfrm>
          <a:prstGeom prst="line">
            <a:avLst/>
          </a:prstGeom>
          <a:ln>
            <a:solidFill>
              <a:srgbClr val="000000"/>
            </a:solidFill>
          </a:ln>
        </p:spPr>
        <p:txBody>
          <a:bodyPr lIns="45719" rIns="45719"/>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grpSp>
        <p:nvGrpSpPr>
          <p:cNvPr id="754" name="Group 14"/>
          <p:cNvGrpSpPr/>
          <p:nvPr/>
        </p:nvGrpSpPr>
        <p:grpSpPr>
          <a:xfrm>
            <a:off x="106363" y="838200"/>
            <a:ext cx="6553201" cy="6019801"/>
            <a:chOff x="0" y="0"/>
            <a:chExt cx="6553200" cy="6019800"/>
          </a:xfrm>
        </p:grpSpPr>
        <p:sp>
          <p:nvSpPr>
            <p:cNvPr id="750" name="Line 15"/>
            <p:cNvSpPr/>
            <p:nvPr/>
          </p:nvSpPr>
          <p:spPr>
            <a:xfrm>
              <a:off x="0" y="0"/>
              <a:ext cx="6324601" cy="0"/>
            </a:xfrm>
            <a:prstGeom prst="line">
              <a:avLst/>
            </a:prstGeom>
            <a:noFill/>
            <a:ln w="28575" cap="flat">
              <a:solidFill>
                <a:schemeClr val="accent2"/>
              </a:solidFill>
              <a:prstDash val="dash"/>
              <a:round/>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sp>
          <p:nvSpPr>
            <p:cNvPr id="751" name="Line 16"/>
            <p:cNvSpPr/>
            <p:nvPr/>
          </p:nvSpPr>
          <p:spPr>
            <a:xfrm>
              <a:off x="6400799" y="0"/>
              <a:ext cx="76202" cy="5715001"/>
            </a:xfrm>
            <a:prstGeom prst="line">
              <a:avLst/>
            </a:prstGeom>
            <a:noFill/>
            <a:ln w="28575" cap="flat">
              <a:solidFill>
                <a:schemeClr val="accent2"/>
              </a:solidFill>
              <a:prstDash val="dash"/>
              <a:round/>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sp>
          <p:nvSpPr>
            <p:cNvPr id="752" name="Line 17"/>
            <p:cNvSpPr/>
            <p:nvPr/>
          </p:nvSpPr>
          <p:spPr>
            <a:xfrm>
              <a:off x="0" y="5792469"/>
              <a:ext cx="6553201" cy="1"/>
            </a:xfrm>
            <a:prstGeom prst="line">
              <a:avLst/>
            </a:prstGeom>
            <a:noFill/>
            <a:ln w="28575" cap="flat">
              <a:solidFill>
                <a:schemeClr val="accent2"/>
              </a:solidFill>
              <a:prstDash val="dash"/>
              <a:round/>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sp>
          <p:nvSpPr>
            <p:cNvPr id="753" name="Line 18"/>
            <p:cNvSpPr/>
            <p:nvPr/>
          </p:nvSpPr>
          <p:spPr>
            <a:xfrm flipH="1">
              <a:off x="-1" y="0"/>
              <a:ext cx="2" cy="6019801"/>
            </a:xfrm>
            <a:prstGeom prst="line">
              <a:avLst/>
            </a:prstGeom>
            <a:noFill/>
            <a:ln w="28575" cap="flat">
              <a:solidFill>
                <a:schemeClr val="accent2"/>
              </a:solidFill>
              <a:prstDash val="dash"/>
              <a:round/>
            </a:ln>
            <a:effectLst/>
          </p:spPr>
          <p:txBody>
            <a:bodyPr wrap="square" lIns="45719" tIns="45719" rIns="45719" bIns="45719" numCol="1" anchor="t">
              <a:noAutofit/>
            </a:bodyPr>
            <a:lstStyle/>
            <a:p>
              <a:pPr marL="0" marR="0" lvl="0" indent="0" algn="just" defTabSz="914400" rtl="0" eaLnBrk="1" fontAlgn="auto" latinLnBrk="0" hangingPunct="0">
                <a:lnSpc>
                  <a:spcPct val="180000"/>
                </a:lnSpc>
                <a:spcBef>
                  <a:spcPts val="0"/>
                </a:spcBef>
                <a:spcAft>
                  <a:spcPts val="0"/>
                </a:spcAft>
                <a:buClrTx/>
                <a:buSzTx/>
                <a:buFontTx/>
                <a:buNone/>
                <a:tabLst/>
                <a:defRPr>
                  <a:solidFill>
                    <a:srgbClr val="FFFFFF"/>
                  </a:solidFill>
                </a:defRPr>
              </a:pPr>
              <a:endParaRPr kumimoji="0" sz="2800" b="0" i="0" u="none" strike="noStrike" kern="0" cap="none" spc="0" normalizeH="0" baseline="0" noProof="0">
                <a:ln>
                  <a:noFill/>
                </a:ln>
                <a:solidFill>
                  <a:srgbClr val="FFFFFF"/>
                </a:solidFill>
                <a:effectLst/>
                <a:uLnTx/>
                <a:uFillTx/>
                <a:latin typeface="Times New Roman"/>
                <a:cs typeface="Times New Roman"/>
                <a:sym typeface="Times New Roman"/>
              </a:endParaRPr>
            </a:p>
          </p:txBody>
        </p:sp>
      </p:gr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9913EE69-D6F1-A54D-B452-63DF3EFDDC65}"/>
              </a:ext>
            </a:extLst>
          </p:cNvPr>
          <p:cNvSpPr>
            <a:spLocks noChangeArrowheads="1"/>
          </p:cNvSpPr>
          <p:nvPr/>
        </p:nvSpPr>
        <p:spPr bwMode="auto">
          <a:xfrm>
            <a:off x="818885" y="1831869"/>
            <a:ext cx="7705725" cy="4246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0000"/>
              <a:buFont typeface="Wingdings"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0" fontAlgn="base" latinLnBrk="0" hangingPunct="0">
              <a:lnSpc>
                <a:spcPct val="2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精 读</a:t>
            </a:r>
            <a:r>
              <a:rPr kumimoji="1" lang="en-US" altLang="zh-CN"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  </a:t>
            </a:r>
            <a:r>
              <a:rPr kumimoji="1"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教材     </a:t>
            </a:r>
            <a:r>
              <a:rPr kumimoji="1" lang="en-US" altLang="zh-CN"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P.13 </a:t>
            </a:r>
            <a:r>
              <a:rPr kumimoji="1" lang="en-US" altLang="zh-CN"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sym typeface="Symbol" pitchFamily="2" charset="2"/>
              </a:rPr>
              <a:t> P.</a:t>
            </a:r>
            <a:r>
              <a:rPr kumimoji="1" lang="en-US" altLang="zh-CN"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34</a:t>
            </a:r>
          </a:p>
          <a:p>
            <a:pPr marL="0" marR="0" lvl="0" indent="0" algn="just" defTabSz="914400" rtl="0" eaLnBrk="0" fontAlgn="base" latinLnBrk="0" hangingPunct="0">
              <a:lnSpc>
                <a:spcPct val="2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习 题</a:t>
            </a:r>
            <a:r>
              <a:rPr kumimoji="1" lang="en-US" altLang="zh-CN"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2</a:t>
            </a:r>
            <a:r>
              <a:rPr kumimoji="1"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  </a:t>
            </a:r>
            <a:r>
              <a:rPr kumimoji="1" lang="en-US" altLang="zh-CN"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P.35    3--6</a:t>
            </a:r>
            <a:r>
              <a:rPr kumimoji="1"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a:t>
            </a:r>
            <a:r>
              <a:rPr kumimoji="1" lang="en-US" altLang="zh-CN"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8</a:t>
            </a:r>
            <a:r>
              <a:rPr kumimoji="1"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a:t>
            </a:r>
            <a:r>
              <a:rPr kumimoji="1" lang="en-US" altLang="zh-CN"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9</a:t>
            </a:r>
          </a:p>
          <a:p>
            <a:pPr marL="0" marR="0" lvl="0" indent="0" algn="just" defTabSz="914400" rtl="0" eaLnBrk="0" fontAlgn="base" latinLnBrk="0" hangingPunct="0">
              <a:lnSpc>
                <a:spcPct val="2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（实验一）创建数据库</a:t>
            </a:r>
            <a:endParaRPr kumimoji="1" lang="en-US" altLang="zh-CN"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0" fontAlgn="base" latinLnBrk="0" hangingPunct="0">
              <a:lnSpc>
                <a:spcPct val="200000"/>
              </a:lnSpc>
              <a:spcBef>
                <a:spcPct val="0"/>
              </a:spcBef>
              <a:spcAft>
                <a:spcPct val="0"/>
              </a:spcAft>
              <a:buClrTx/>
              <a:buSzTx/>
              <a:buFontTx/>
              <a:buNone/>
              <a:tabLst/>
              <a:defRPr/>
            </a:pPr>
            <a:endParaRPr lang="en-US" altLang="zh-CN" sz="2800" b="1" dirty="0">
              <a:solidFill>
                <a:srgbClr val="000000"/>
              </a:solidFill>
              <a:latin typeface="宋体" panose="02010600030101010101" pitchFamily="2" charset="-122"/>
            </a:endParaRPr>
          </a:p>
          <a:p>
            <a:pPr marL="0" marR="0" lvl="0" indent="0" algn="just" defTabSz="914400" rtl="0" eaLnBrk="0" fontAlgn="base" latinLnBrk="0" hangingPunct="0">
              <a:lnSpc>
                <a:spcPct val="200000"/>
              </a:lnSpc>
              <a:spcBef>
                <a:spcPct val="0"/>
              </a:spcBef>
              <a:spcAft>
                <a:spcPct val="0"/>
              </a:spcAft>
              <a:buClrTx/>
              <a:buSzTx/>
              <a:buFontTx/>
              <a:buNone/>
              <a:tabLst/>
              <a:defRPr/>
            </a:pPr>
            <a:endParaRPr kumimoji="1" lang="en-US" altLang="zh-CN"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nvGrpSpPr>
          <p:cNvPr id="71683" name="组合 1">
            <a:extLst>
              <a:ext uri="{FF2B5EF4-FFF2-40B4-BE49-F238E27FC236}">
                <a16:creationId xmlns:a16="http://schemas.microsoft.com/office/drawing/2014/main" id="{DE3D937B-AAEB-FF4F-998E-DE01899EE4A0}"/>
              </a:ext>
            </a:extLst>
          </p:cNvPr>
          <p:cNvGrpSpPr>
            <a:grpSpLocks/>
          </p:cNvGrpSpPr>
          <p:nvPr/>
        </p:nvGrpSpPr>
        <p:grpSpPr bwMode="auto">
          <a:xfrm>
            <a:off x="222250" y="131763"/>
            <a:ext cx="8382000" cy="1428750"/>
            <a:chOff x="222250" y="131203"/>
            <a:chExt cx="8382000" cy="1429310"/>
          </a:xfrm>
        </p:grpSpPr>
        <p:grpSp>
          <p:nvGrpSpPr>
            <p:cNvPr id="71684" name="Group 3">
              <a:extLst>
                <a:ext uri="{FF2B5EF4-FFF2-40B4-BE49-F238E27FC236}">
                  <a16:creationId xmlns:a16="http://schemas.microsoft.com/office/drawing/2014/main" id="{22F8500A-AAF0-6144-9282-CBD2E61F07A3}"/>
                </a:ext>
              </a:extLst>
            </p:cNvPr>
            <p:cNvGrpSpPr>
              <a:grpSpLocks/>
            </p:cNvGrpSpPr>
            <p:nvPr/>
          </p:nvGrpSpPr>
          <p:grpSpPr bwMode="auto">
            <a:xfrm>
              <a:off x="222250" y="188913"/>
              <a:ext cx="8382000" cy="1371600"/>
              <a:chOff x="0" y="288"/>
              <a:chExt cx="5760" cy="864"/>
            </a:xfrm>
          </p:grpSpPr>
          <p:sp>
            <p:nvSpPr>
              <p:cNvPr id="71686" name="Rectangle 4">
                <a:extLst>
                  <a:ext uri="{FF2B5EF4-FFF2-40B4-BE49-F238E27FC236}">
                    <a16:creationId xmlns:a16="http://schemas.microsoft.com/office/drawing/2014/main" id="{181FD0E4-8140-BA41-A3B9-91DEAFB3EBD6}"/>
                  </a:ext>
                </a:extLst>
              </p:cNvPr>
              <p:cNvSpPr>
                <a:spLocks noChangeArrowheads="1"/>
              </p:cNvSpPr>
              <p:nvPr/>
            </p:nvSpPr>
            <p:spPr bwMode="ltGray">
              <a:xfrm>
                <a:off x="196" y="377"/>
                <a:ext cx="428" cy="389"/>
              </a:xfrm>
              <a:prstGeom prst="rect">
                <a:avLst/>
              </a:prstGeom>
              <a:gradFill rotWithShape="0">
                <a:gsLst>
                  <a:gs pos="0">
                    <a:schemeClr val="bg1"/>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0000"/>
                  <a:buFont typeface="Wingdings"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FFFFFF"/>
                  </a:solidFill>
                  <a:effectLst/>
                  <a:uLnTx/>
                  <a:uFillTx/>
                  <a:latin typeface="Tahoma" panose="020B0604030504040204" pitchFamily="34" charset="0"/>
                  <a:ea typeface="宋体" panose="02010600030101010101" pitchFamily="2" charset="-122"/>
                  <a:cs typeface="+mn-cs"/>
                </a:endParaRPr>
              </a:p>
            </p:txBody>
          </p:sp>
          <p:sp>
            <p:nvSpPr>
              <p:cNvPr id="71687" name="Rectangle 5">
                <a:extLst>
                  <a:ext uri="{FF2B5EF4-FFF2-40B4-BE49-F238E27FC236}">
                    <a16:creationId xmlns:a16="http://schemas.microsoft.com/office/drawing/2014/main" id="{54907731-B267-844B-8979-5E3F621C9A51}"/>
                  </a:ext>
                </a:extLst>
              </p:cNvPr>
              <p:cNvSpPr>
                <a:spLocks noChangeArrowheads="1"/>
              </p:cNvSpPr>
              <p:nvPr/>
            </p:nvSpPr>
            <p:spPr bwMode="ltGray">
              <a:xfrm>
                <a:off x="279" y="723"/>
                <a:ext cx="285" cy="39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0000"/>
                  <a:buFont typeface="Wingdings"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FFFFFF"/>
                  </a:solidFill>
                  <a:effectLst/>
                  <a:uLnTx/>
                  <a:uFillTx/>
                  <a:latin typeface="Tahoma" panose="020B0604030504040204" pitchFamily="34" charset="0"/>
                  <a:ea typeface="宋体" panose="02010600030101010101" pitchFamily="2" charset="-122"/>
                  <a:cs typeface="+mn-cs"/>
                </a:endParaRPr>
              </a:p>
            </p:txBody>
          </p:sp>
          <p:sp>
            <p:nvSpPr>
              <p:cNvPr id="71688" name="Rectangle 6">
                <a:extLst>
                  <a:ext uri="{FF2B5EF4-FFF2-40B4-BE49-F238E27FC236}">
                    <a16:creationId xmlns:a16="http://schemas.microsoft.com/office/drawing/2014/main" id="{31F9233F-9082-3843-8C53-9563AF5C3D26}"/>
                  </a:ext>
                </a:extLst>
              </p:cNvPr>
              <p:cNvSpPr>
                <a:spLocks noChangeArrowheads="1"/>
              </p:cNvSpPr>
              <p:nvPr/>
            </p:nvSpPr>
            <p:spPr bwMode="ltGray">
              <a:xfrm>
                <a:off x="529" y="723"/>
                <a:ext cx="248" cy="39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0000"/>
                  <a:buFont typeface="Wingdings"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FFFFFF"/>
                  </a:solidFill>
                  <a:effectLst/>
                  <a:uLnTx/>
                  <a:uFillTx/>
                  <a:latin typeface="Tahoma" panose="020B0604030504040204" pitchFamily="34" charset="0"/>
                  <a:ea typeface="宋体" panose="02010600030101010101" pitchFamily="2" charset="-122"/>
                  <a:cs typeface="+mn-cs"/>
                </a:endParaRPr>
              </a:p>
            </p:txBody>
          </p:sp>
          <p:sp>
            <p:nvSpPr>
              <p:cNvPr id="71689" name="Rectangle 7">
                <a:extLst>
                  <a:ext uri="{FF2B5EF4-FFF2-40B4-BE49-F238E27FC236}">
                    <a16:creationId xmlns:a16="http://schemas.microsoft.com/office/drawing/2014/main" id="{2866AC8B-A76B-2F4B-BA3F-89C1F7041A3B}"/>
                  </a:ext>
                </a:extLst>
              </p:cNvPr>
              <p:cNvSpPr>
                <a:spLocks noChangeArrowheads="1"/>
              </p:cNvSpPr>
              <p:nvPr/>
            </p:nvSpPr>
            <p:spPr bwMode="ltGray">
              <a:xfrm>
                <a:off x="0" y="576"/>
                <a:ext cx="432" cy="384"/>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0000"/>
                  <a:buFont typeface="Wingdings"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FFFFFF"/>
                  </a:solidFill>
                  <a:effectLst/>
                  <a:uLnTx/>
                  <a:uFillTx/>
                  <a:latin typeface="Tahoma" panose="020B0604030504040204" pitchFamily="34" charset="0"/>
                  <a:ea typeface="宋体" panose="02010600030101010101" pitchFamily="2" charset="-122"/>
                  <a:cs typeface="+mn-cs"/>
                </a:endParaRPr>
              </a:p>
            </p:txBody>
          </p:sp>
          <p:sp>
            <p:nvSpPr>
              <p:cNvPr id="71690" name="Rectangle 8">
                <a:extLst>
                  <a:ext uri="{FF2B5EF4-FFF2-40B4-BE49-F238E27FC236}">
                    <a16:creationId xmlns:a16="http://schemas.microsoft.com/office/drawing/2014/main" id="{4105D111-69B0-D343-8991-87699450F417}"/>
                  </a:ext>
                </a:extLst>
              </p:cNvPr>
              <p:cNvSpPr>
                <a:spLocks noChangeArrowheads="1"/>
              </p:cNvSpPr>
              <p:nvPr/>
            </p:nvSpPr>
            <p:spPr bwMode="gray">
              <a:xfrm>
                <a:off x="428" y="288"/>
                <a:ext cx="22" cy="864"/>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0000"/>
                  <a:buFont typeface="Wingdings"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FFFFFF"/>
                  </a:solidFill>
                  <a:effectLst/>
                  <a:uLnTx/>
                  <a:uFillTx/>
                  <a:latin typeface="Tahoma" panose="020B0604030504040204" pitchFamily="34" charset="0"/>
                  <a:ea typeface="宋体" panose="02010600030101010101" pitchFamily="2" charset="-122"/>
                  <a:cs typeface="+mn-cs"/>
                </a:endParaRPr>
              </a:p>
            </p:txBody>
          </p:sp>
          <p:sp>
            <p:nvSpPr>
              <p:cNvPr id="71691" name="Rectangle 9">
                <a:extLst>
                  <a:ext uri="{FF2B5EF4-FFF2-40B4-BE49-F238E27FC236}">
                    <a16:creationId xmlns:a16="http://schemas.microsoft.com/office/drawing/2014/main" id="{CDD20913-ECC1-AE4E-B799-9C4D1291C8D8}"/>
                  </a:ext>
                </a:extLst>
              </p:cNvPr>
              <p:cNvSpPr>
                <a:spLocks noChangeArrowheads="1"/>
              </p:cNvSpPr>
              <p:nvPr/>
            </p:nvSpPr>
            <p:spPr bwMode="gray">
              <a:xfrm>
                <a:off x="213" y="937"/>
                <a:ext cx="5547" cy="26"/>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0000"/>
                  <a:buFont typeface="Wingdings"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FFFFFF"/>
                  </a:solidFill>
                  <a:effectLst/>
                  <a:uLnTx/>
                  <a:uFillTx/>
                  <a:latin typeface="Tahoma" panose="020B0604030504040204" pitchFamily="34" charset="0"/>
                  <a:ea typeface="宋体" panose="02010600030101010101" pitchFamily="2" charset="-122"/>
                  <a:cs typeface="+mn-cs"/>
                </a:endParaRPr>
              </a:p>
            </p:txBody>
          </p:sp>
        </p:grpSp>
        <p:sp>
          <p:nvSpPr>
            <p:cNvPr id="2" name="Text Box 10">
              <a:extLst>
                <a:ext uri="{FF2B5EF4-FFF2-40B4-BE49-F238E27FC236}">
                  <a16:creationId xmlns:a16="http://schemas.microsoft.com/office/drawing/2014/main" id="{76FCB414-0621-9E47-A57A-8152E055438D}"/>
                </a:ext>
              </a:extLst>
            </p:cNvPr>
            <p:cNvSpPr txBox="1">
              <a:spLocks noChangeArrowheads="1"/>
            </p:cNvSpPr>
            <p:nvPr/>
          </p:nvSpPr>
          <p:spPr bwMode="auto">
            <a:xfrm>
              <a:off x="1763713" y="131203"/>
              <a:ext cx="5184775" cy="1010046"/>
            </a:xfrm>
            <a:prstGeom prst="rect">
              <a:avLst/>
            </a:prstGeom>
            <a:noFill/>
            <a:ln>
              <a:noFill/>
            </a:ln>
            <a:effectLst/>
          </p:spPr>
          <p:txBody>
            <a:bodyPr>
              <a:spAutoFit/>
            </a:bodyPr>
            <a:lstStyle>
              <a:lvl1pPr indent="609600">
                <a:spcBef>
                  <a:spcPct val="20000"/>
                </a:spcBef>
                <a:buClr>
                  <a:schemeClr val="accent2"/>
                </a:buClr>
                <a:buSzPct val="80000"/>
                <a:buFont typeface="Wingdings"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609600" algn="just" defTabSz="914400" rtl="0" eaLnBrk="0" fontAlgn="base" latinLnBrk="0" hangingPunct="0">
                <a:lnSpc>
                  <a:spcPct val="180000"/>
                </a:lnSpc>
                <a:spcBef>
                  <a:spcPct val="50000"/>
                </a:spcBef>
                <a:spcAft>
                  <a:spcPct val="0"/>
                </a:spcAft>
                <a:buClrTx/>
                <a:buSzTx/>
                <a:buFontTx/>
                <a:buNone/>
                <a:tabLst/>
                <a:defRPr/>
              </a:pPr>
              <a:r>
                <a:rPr kumimoji="1" lang="zh-CN" altLang="en-US" sz="4000" b="1" i="0" u="none" strike="noStrike" kern="1200" cap="none" spc="0" normalizeH="0" baseline="0" noProof="0">
                  <a:ln>
                    <a:noFill/>
                  </a:ln>
                  <a:solidFill>
                    <a:srgbClr val="990000"/>
                  </a:solidFill>
                  <a:effectLst>
                    <a:outerShdw blurRad="38100" dist="38100" dir="2700000" algn="tl">
                      <a:srgbClr val="C0C0C0"/>
                    </a:outerShdw>
                  </a:effectLst>
                  <a:uLnTx/>
                  <a:uFillTx/>
                  <a:latin typeface="楷体" panose="02010609060101010101" pitchFamily="49" charset="-122"/>
                  <a:ea typeface="楷体" panose="02010609060101010101" pitchFamily="49" charset="-122"/>
                  <a:cs typeface="+mn-cs"/>
                </a:rPr>
                <a:t>精读和习题要求</a:t>
              </a:r>
            </a:p>
          </p:txBody>
        </p:sp>
      </p:gr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7CFBCD0-3CE9-3C41-8E24-FA4877A0407F}"/>
              </a:ext>
            </a:extLst>
          </p:cNvPr>
          <p:cNvSpPr txBox="1"/>
          <p:nvPr/>
        </p:nvSpPr>
        <p:spPr>
          <a:xfrm>
            <a:off x="2748423" y="2420888"/>
            <a:ext cx="3647152" cy="2912529"/>
          </a:xfrm>
          <a:prstGeom prst="rect">
            <a:avLst/>
          </a:prstGeom>
          <a:noFill/>
        </p:spPr>
        <p:txBody>
          <a:bodyPr wrap="none" rtlCol="0">
            <a:spAutoFit/>
          </a:bodyPr>
          <a:lstStyle/>
          <a:p>
            <a:pPr algn="ctr"/>
            <a:r>
              <a:rPr kumimoji="1" lang="en-US" altLang="zh-CN" sz="3600" dirty="0">
                <a:solidFill>
                  <a:srgbClr val="0070C0"/>
                </a:solidFill>
              </a:rPr>
              <a:t>100</a:t>
            </a:r>
            <a:r>
              <a:rPr kumimoji="1" lang="zh-CN" altLang="en-US" sz="3600" dirty="0">
                <a:solidFill>
                  <a:srgbClr val="0070C0"/>
                </a:solidFill>
              </a:rPr>
              <a:t>道</a:t>
            </a:r>
            <a:r>
              <a:rPr kumimoji="1" lang="en-US" altLang="zh-CN" sz="3600" dirty="0">
                <a:solidFill>
                  <a:srgbClr val="0070C0"/>
                </a:solidFill>
              </a:rPr>
              <a:t>SQL</a:t>
            </a:r>
            <a:r>
              <a:rPr kumimoji="1" lang="zh-CN" altLang="en-US" sz="3600" dirty="0">
                <a:solidFill>
                  <a:srgbClr val="0070C0"/>
                </a:solidFill>
              </a:rPr>
              <a:t>面试题</a:t>
            </a:r>
            <a:endParaRPr kumimoji="1" lang="en-US" altLang="zh-CN" sz="3600" dirty="0">
              <a:solidFill>
                <a:srgbClr val="0070C0"/>
              </a:solidFill>
            </a:endParaRPr>
          </a:p>
          <a:p>
            <a:pPr algn="ctr"/>
            <a:r>
              <a:rPr lang="zh-CN" altLang="en-US" sz="3600" dirty="0">
                <a:solidFill>
                  <a:srgbClr val="0070C0"/>
                </a:solidFill>
              </a:rPr>
              <a:t>设计与开发</a:t>
            </a:r>
            <a:endParaRPr kumimoji="1" lang="en-US" altLang="zh-CN" sz="3600" dirty="0">
              <a:solidFill>
                <a:srgbClr val="0070C0"/>
              </a:solidFill>
            </a:endParaRPr>
          </a:p>
          <a:p>
            <a:pPr algn="ctr"/>
            <a:r>
              <a:rPr lang="zh-CN" altLang="en-US" sz="3600" dirty="0">
                <a:solidFill>
                  <a:srgbClr val="0070C0"/>
                </a:solidFill>
              </a:rPr>
              <a:t>（</a:t>
            </a:r>
            <a:r>
              <a:rPr lang="en-US" altLang="zh-CN" sz="3600">
                <a:solidFill>
                  <a:srgbClr val="0070C0"/>
                </a:solidFill>
              </a:rPr>
              <a:t>64-65-67-69</a:t>
            </a:r>
            <a:r>
              <a:rPr lang="zh-CN" altLang="en-US" sz="3600">
                <a:solidFill>
                  <a:srgbClr val="0070C0"/>
                </a:solidFill>
              </a:rPr>
              <a:t>）</a:t>
            </a:r>
            <a:endParaRPr kumimoji="1" lang="zh-CN" altLang="en-US" sz="3600" dirty="0">
              <a:solidFill>
                <a:srgbClr val="0070C0"/>
              </a:solidFill>
            </a:endParaRPr>
          </a:p>
        </p:txBody>
      </p:sp>
      <p:sp>
        <p:nvSpPr>
          <p:cNvPr id="5" name="文本框 4">
            <a:extLst>
              <a:ext uri="{FF2B5EF4-FFF2-40B4-BE49-F238E27FC236}">
                <a16:creationId xmlns:a16="http://schemas.microsoft.com/office/drawing/2014/main" id="{A48DD45D-439E-DC4A-93F7-3E7E4F67B71B}"/>
              </a:ext>
            </a:extLst>
          </p:cNvPr>
          <p:cNvSpPr txBox="1"/>
          <p:nvPr/>
        </p:nvSpPr>
        <p:spPr>
          <a:xfrm>
            <a:off x="827584" y="980728"/>
            <a:ext cx="3198311" cy="646331"/>
          </a:xfrm>
          <a:prstGeom prst="rect">
            <a:avLst/>
          </a:prstGeom>
          <a:noFill/>
        </p:spPr>
        <p:txBody>
          <a:bodyPr wrap="none" rtlCol="0">
            <a:spAutoFit/>
          </a:bodyPr>
          <a:lstStyle/>
          <a:p>
            <a:pPr algn="ctr"/>
            <a:r>
              <a:rPr kumimoji="1" lang="en-US" altLang="zh-CN" sz="3600" b="1" dirty="0">
                <a:solidFill>
                  <a:srgbClr val="002060"/>
                </a:solidFill>
              </a:rPr>
              <a:t>SQL</a:t>
            </a:r>
            <a:r>
              <a:rPr kumimoji="1" lang="zh-CN" altLang="en-US" sz="3600" b="1" dirty="0">
                <a:solidFill>
                  <a:srgbClr val="002060"/>
                </a:solidFill>
              </a:rPr>
              <a:t>设计与开发</a:t>
            </a:r>
          </a:p>
        </p:txBody>
      </p:sp>
    </p:spTree>
    <p:extLst>
      <p:ext uri="{BB962C8B-B14F-4D97-AF65-F5344CB8AC3E}">
        <p14:creationId xmlns:p14="http://schemas.microsoft.com/office/powerpoint/2010/main" val="322484714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436035B-99AD-3141-B67E-380E6EDBA69E}"/>
              </a:ext>
            </a:extLst>
          </p:cNvPr>
          <p:cNvSpPr txBox="1"/>
          <p:nvPr/>
        </p:nvSpPr>
        <p:spPr>
          <a:xfrm>
            <a:off x="70992" y="116632"/>
            <a:ext cx="9073008" cy="523220"/>
          </a:xfrm>
          <a:prstGeom prst="rect">
            <a:avLst/>
          </a:prstGeom>
          <a:noFill/>
        </p:spPr>
        <p:txBody>
          <a:bodyPr wrap="square">
            <a:spAutoFit/>
          </a:bodyPr>
          <a:lstStyle/>
          <a:p>
            <a:pPr>
              <a:lnSpc>
                <a:spcPct val="100000"/>
              </a:lnSpc>
            </a:pPr>
            <a:r>
              <a:rPr lang="zh-CN" altLang="en-US" dirty="0">
                <a:solidFill>
                  <a:srgbClr val="4B4B4B"/>
                </a:solidFill>
                <a:latin typeface="PingFang SC" panose="020B0400000000000000" pitchFamily="34" charset="-122"/>
                <a:ea typeface="PingFang SC" panose="020B0400000000000000" pitchFamily="34" charset="-122"/>
              </a:rPr>
              <a:t>例</a:t>
            </a:r>
            <a:r>
              <a:rPr lang="en-US" altLang="zh-CN" dirty="0">
                <a:solidFill>
                  <a:srgbClr val="4B4B4B"/>
                </a:solidFill>
                <a:latin typeface="PingFang SC" panose="020B0400000000000000" pitchFamily="34" charset="-122"/>
                <a:ea typeface="PingFang SC" panose="020B0400000000000000" pitchFamily="34" charset="-122"/>
              </a:rPr>
              <a:t>1:</a:t>
            </a:r>
            <a:r>
              <a:rPr lang="zh-CN" altLang="en-US" dirty="0">
                <a:solidFill>
                  <a:srgbClr val="4B4B4B"/>
                </a:solidFill>
                <a:latin typeface="PingFang SC" panose="020B0400000000000000" pitchFamily="34" charset="-122"/>
                <a:ea typeface="PingFang SC" panose="020B0400000000000000" pitchFamily="34" charset="-122"/>
              </a:rPr>
              <a:t> </a:t>
            </a:r>
            <a:r>
              <a:rPr lang="zh-CN" altLang="en-US" b="0" i="0" u="none" strike="noStrike" dirty="0">
                <a:solidFill>
                  <a:srgbClr val="4B4B4B"/>
                </a:solidFill>
                <a:effectLst/>
                <a:latin typeface="PingFang SC" panose="020B0400000000000000" pitchFamily="34" charset="-122"/>
                <a:ea typeface="PingFang SC" panose="020B0400000000000000" pitchFamily="34" charset="-122"/>
              </a:rPr>
              <a:t>用</a:t>
            </a:r>
            <a:r>
              <a:rPr lang="en-US" altLang="zh-CN" b="0" i="0" u="none" strike="noStrike" dirty="0">
                <a:solidFill>
                  <a:srgbClr val="4B4B4B"/>
                </a:solidFill>
                <a:effectLst/>
                <a:latin typeface="PingFang SC" panose="020B0400000000000000" pitchFamily="34" charset="-122"/>
                <a:ea typeface="PingFang SC" panose="020B0400000000000000" pitchFamily="34" charset="-122"/>
              </a:rPr>
              <a:t>E-R</a:t>
            </a:r>
            <a:r>
              <a:rPr lang="zh-CN" altLang="en-US" b="0" i="0" u="none" strike="noStrike" dirty="0">
                <a:solidFill>
                  <a:srgbClr val="4B4B4B"/>
                </a:solidFill>
                <a:effectLst/>
                <a:latin typeface="PingFang SC" panose="020B0400000000000000" pitchFamily="34" charset="-122"/>
                <a:ea typeface="PingFang SC" panose="020B0400000000000000" pitchFamily="34" charset="-122"/>
              </a:rPr>
              <a:t>图表示工厂物资管理的概念模型</a:t>
            </a:r>
            <a:endParaRPr lang="zh-CN" altLang="en-US" dirty="0"/>
          </a:p>
        </p:txBody>
      </p:sp>
      <p:pic>
        <p:nvPicPr>
          <p:cNvPr id="4" name="图片 3">
            <a:extLst>
              <a:ext uri="{FF2B5EF4-FFF2-40B4-BE49-F238E27FC236}">
                <a16:creationId xmlns:a16="http://schemas.microsoft.com/office/drawing/2014/main" id="{7FF5F6C9-B7EF-544C-8BB5-F212219E0640}"/>
              </a:ext>
            </a:extLst>
          </p:cNvPr>
          <p:cNvPicPr>
            <a:picLocks noChangeAspect="1"/>
          </p:cNvPicPr>
          <p:nvPr/>
        </p:nvPicPr>
        <p:blipFill>
          <a:blip r:embed="rId3"/>
          <a:stretch>
            <a:fillRect/>
          </a:stretch>
        </p:blipFill>
        <p:spPr>
          <a:xfrm>
            <a:off x="415081" y="1052736"/>
            <a:ext cx="8313838" cy="5184576"/>
          </a:xfrm>
          <a:prstGeom prst="rect">
            <a:avLst/>
          </a:prstGeom>
        </p:spPr>
      </p:pic>
    </p:spTree>
    <p:extLst>
      <p:ext uri="{BB962C8B-B14F-4D97-AF65-F5344CB8AC3E}">
        <p14:creationId xmlns:p14="http://schemas.microsoft.com/office/powerpoint/2010/main" val="424447428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002E9DA-E1A5-9D4B-91AF-C317CAA5AA34}"/>
              </a:ext>
            </a:extLst>
          </p:cNvPr>
          <p:cNvSpPr txBox="1"/>
          <p:nvPr/>
        </p:nvSpPr>
        <p:spPr>
          <a:xfrm>
            <a:off x="70992" y="116632"/>
            <a:ext cx="9073008" cy="523220"/>
          </a:xfrm>
          <a:prstGeom prst="rect">
            <a:avLst/>
          </a:prstGeom>
          <a:noFill/>
        </p:spPr>
        <p:txBody>
          <a:bodyPr wrap="square">
            <a:spAutoFit/>
          </a:bodyPr>
          <a:lstStyle/>
          <a:p>
            <a:pPr>
              <a:lnSpc>
                <a:spcPct val="100000"/>
              </a:lnSpc>
            </a:pPr>
            <a:r>
              <a:rPr lang="zh-CN" altLang="en-US" dirty="0">
                <a:solidFill>
                  <a:srgbClr val="4B4B4B"/>
                </a:solidFill>
                <a:latin typeface="PingFang SC" panose="020B0400000000000000" pitchFamily="34" charset="-122"/>
                <a:ea typeface="PingFang SC" panose="020B0400000000000000" pitchFamily="34" charset="-122"/>
              </a:rPr>
              <a:t>例</a:t>
            </a:r>
            <a:r>
              <a:rPr lang="en-US" altLang="zh-CN" dirty="0">
                <a:solidFill>
                  <a:srgbClr val="4B4B4B"/>
                </a:solidFill>
                <a:latin typeface="PingFang SC" panose="020B0400000000000000" pitchFamily="34" charset="-122"/>
                <a:ea typeface="PingFang SC" panose="020B0400000000000000" pitchFamily="34" charset="-122"/>
              </a:rPr>
              <a:t>2:</a:t>
            </a:r>
            <a:r>
              <a:rPr lang="zh-CN" altLang="en-US" dirty="0">
                <a:solidFill>
                  <a:srgbClr val="4B4B4B"/>
                </a:solidFill>
                <a:latin typeface="PingFang SC" panose="020B0400000000000000" pitchFamily="34" charset="-122"/>
                <a:ea typeface="PingFang SC" panose="020B0400000000000000" pitchFamily="34" charset="-122"/>
              </a:rPr>
              <a:t> </a:t>
            </a:r>
            <a:r>
              <a:rPr lang="zh-CN" altLang="en-US" b="0" i="0" u="none" strike="noStrike" dirty="0">
                <a:solidFill>
                  <a:srgbClr val="4B4B4B"/>
                </a:solidFill>
                <a:effectLst/>
                <a:latin typeface="PingFang SC" panose="020B0400000000000000" pitchFamily="34" charset="-122"/>
                <a:ea typeface="PingFang SC" panose="020B0400000000000000" pitchFamily="34" charset="-122"/>
              </a:rPr>
              <a:t>学生运动会信息系统</a:t>
            </a:r>
            <a:endParaRPr lang="zh-CN" altLang="en-US" dirty="0"/>
          </a:p>
        </p:txBody>
      </p:sp>
      <p:pic>
        <p:nvPicPr>
          <p:cNvPr id="3" name="图片 2">
            <a:extLst>
              <a:ext uri="{FF2B5EF4-FFF2-40B4-BE49-F238E27FC236}">
                <a16:creationId xmlns:a16="http://schemas.microsoft.com/office/drawing/2014/main" id="{1D9D1113-BE62-C04B-9726-96E89A059682}"/>
              </a:ext>
            </a:extLst>
          </p:cNvPr>
          <p:cNvPicPr>
            <a:picLocks noChangeAspect="1"/>
          </p:cNvPicPr>
          <p:nvPr/>
        </p:nvPicPr>
        <p:blipFill rotWithShape="1">
          <a:blip r:embed="rId3"/>
          <a:srcRect b="11920"/>
          <a:stretch/>
        </p:blipFill>
        <p:spPr>
          <a:xfrm>
            <a:off x="637341" y="980728"/>
            <a:ext cx="7869318" cy="5194560"/>
          </a:xfrm>
          <a:prstGeom prst="rect">
            <a:avLst/>
          </a:prstGeom>
        </p:spPr>
      </p:pic>
    </p:spTree>
    <p:extLst>
      <p:ext uri="{BB962C8B-B14F-4D97-AF65-F5344CB8AC3E}">
        <p14:creationId xmlns:p14="http://schemas.microsoft.com/office/powerpoint/2010/main" val="57602291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621601" name="Group 33"/>
          <p:cNvGrpSpPr>
            <a:grpSpLocks/>
          </p:cNvGrpSpPr>
          <p:nvPr/>
        </p:nvGrpSpPr>
        <p:grpSpPr bwMode="auto">
          <a:xfrm>
            <a:off x="1219200" y="1447800"/>
            <a:ext cx="7010400" cy="4343400"/>
            <a:chOff x="768" y="912"/>
            <a:chExt cx="4416" cy="2736"/>
          </a:xfrm>
        </p:grpSpPr>
        <p:sp>
          <p:nvSpPr>
            <p:cNvPr id="621572" name="Text Box 4"/>
            <p:cNvSpPr txBox="1">
              <a:spLocks noChangeArrowheads="1"/>
            </p:cNvSpPr>
            <p:nvPr/>
          </p:nvSpPr>
          <p:spPr bwMode="auto">
            <a:xfrm>
              <a:off x="768" y="3217"/>
              <a:ext cx="1261" cy="431"/>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0000"/>
                </a:lnSpc>
              </a:pPr>
              <a:r>
                <a:rPr kumimoji="0" lang="zh-CN" altLang="en-US" sz="2400" b="1" dirty="0">
                  <a:solidFill>
                    <a:schemeClr val="bg2"/>
                  </a:solidFill>
                </a:rPr>
                <a:t>商 店</a:t>
              </a:r>
              <a:endParaRPr kumimoji="0" lang="zh-CN" altLang="en-US" sz="2400" b="1" dirty="0">
                <a:solidFill>
                  <a:schemeClr val="bg2"/>
                </a:solidFill>
                <a:latin typeface="Times New Roman" pitchFamily="18" charset="0"/>
              </a:endParaRPr>
            </a:p>
          </p:txBody>
        </p:sp>
        <p:sp>
          <p:nvSpPr>
            <p:cNvPr id="621573" name="Text Box 5"/>
            <p:cNvSpPr txBox="1">
              <a:spLocks noChangeArrowheads="1"/>
            </p:cNvSpPr>
            <p:nvPr/>
          </p:nvSpPr>
          <p:spPr bwMode="auto">
            <a:xfrm>
              <a:off x="3865" y="3217"/>
              <a:ext cx="1319" cy="431"/>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0000"/>
                </a:lnSpc>
              </a:pPr>
              <a:r>
                <a:rPr kumimoji="0" lang="zh-CN" sz="2400" b="1" dirty="0">
                  <a:solidFill>
                    <a:schemeClr val="bg2"/>
                  </a:solidFill>
                </a:rPr>
                <a:t> </a:t>
              </a:r>
              <a:r>
                <a:rPr kumimoji="0" lang="zh-CN" altLang="en-US" sz="2400" b="1" dirty="0">
                  <a:solidFill>
                    <a:schemeClr val="bg2"/>
                  </a:solidFill>
                </a:rPr>
                <a:t>商 品</a:t>
              </a:r>
              <a:endParaRPr kumimoji="0" lang="zh-CN" altLang="en-US" sz="2400" b="1" dirty="0">
                <a:solidFill>
                  <a:schemeClr val="bg2"/>
                </a:solidFill>
                <a:latin typeface="Times New Roman" pitchFamily="18" charset="0"/>
              </a:endParaRPr>
            </a:p>
          </p:txBody>
        </p:sp>
        <p:sp>
          <p:nvSpPr>
            <p:cNvPr id="621574" name="Text Box 6"/>
            <p:cNvSpPr txBox="1">
              <a:spLocks noChangeArrowheads="1"/>
            </p:cNvSpPr>
            <p:nvPr/>
          </p:nvSpPr>
          <p:spPr bwMode="auto">
            <a:xfrm>
              <a:off x="2259" y="912"/>
              <a:ext cx="1319" cy="433"/>
            </a:xfrm>
            <a:prstGeom prst="rect">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0000"/>
                </a:lnSpc>
              </a:pPr>
              <a:r>
                <a:rPr kumimoji="0" lang="zh-CN" altLang="en-US" sz="2400" b="1" dirty="0">
                  <a:solidFill>
                    <a:schemeClr val="bg2"/>
                  </a:solidFill>
                </a:rPr>
                <a:t>仓 库</a:t>
              </a:r>
              <a:endParaRPr kumimoji="0" lang="zh-CN" altLang="en-US" sz="2400" b="1" dirty="0">
                <a:solidFill>
                  <a:schemeClr val="bg2"/>
                </a:solidFill>
                <a:latin typeface="Times New Roman" pitchFamily="18" charset="0"/>
              </a:endParaRPr>
            </a:p>
          </p:txBody>
        </p:sp>
        <p:sp>
          <p:nvSpPr>
            <p:cNvPr id="621575" name="AutoShape 7"/>
            <p:cNvSpPr>
              <a:spLocks noChangeArrowheads="1"/>
            </p:cNvSpPr>
            <p:nvPr/>
          </p:nvSpPr>
          <p:spPr bwMode="auto">
            <a:xfrm>
              <a:off x="2144" y="2065"/>
              <a:ext cx="1606" cy="575"/>
            </a:xfrm>
            <a:prstGeom prst="flowChartDecision">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zh-CN" altLang="en-US" sz="2400" b="1">
                  <a:solidFill>
                    <a:schemeClr val="bg2"/>
                  </a:solidFill>
                </a:rPr>
                <a:t>进货</a:t>
              </a:r>
              <a:endParaRPr kumimoji="0" lang="zh-CN" altLang="en-US" sz="2400" b="1">
                <a:solidFill>
                  <a:schemeClr val="bg2"/>
                </a:solidFill>
                <a:latin typeface="Times New Roman" pitchFamily="18" charset="0"/>
              </a:endParaRPr>
            </a:p>
          </p:txBody>
        </p:sp>
        <p:sp>
          <p:nvSpPr>
            <p:cNvPr id="621576" name="Text Box 8"/>
            <p:cNvSpPr txBox="1">
              <a:spLocks noChangeArrowheads="1"/>
            </p:cNvSpPr>
            <p:nvPr/>
          </p:nvSpPr>
          <p:spPr bwMode="auto">
            <a:xfrm>
              <a:off x="4027" y="2423"/>
              <a:ext cx="645"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2400" b="1">
                  <a:solidFill>
                    <a:schemeClr val="bg2"/>
                  </a:solidFill>
                  <a:latin typeface="Times New Roman" pitchFamily="18" charset="0"/>
                </a:rPr>
                <a:t>P</a:t>
              </a:r>
            </a:p>
          </p:txBody>
        </p:sp>
        <p:sp>
          <p:nvSpPr>
            <p:cNvPr id="621577" name="Text Box 9"/>
            <p:cNvSpPr txBox="1">
              <a:spLocks noChangeArrowheads="1"/>
            </p:cNvSpPr>
            <p:nvPr/>
          </p:nvSpPr>
          <p:spPr bwMode="auto">
            <a:xfrm>
              <a:off x="1406" y="2496"/>
              <a:ext cx="573" cy="4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2400" b="1">
                  <a:solidFill>
                    <a:schemeClr val="bg2"/>
                  </a:solidFill>
                  <a:latin typeface="Times New Roman" pitchFamily="18" charset="0"/>
                </a:rPr>
                <a:t>N</a:t>
              </a:r>
            </a:p>
          </p:txBody>
        </p:sp>
        <p:sp>
          <p:nvSpPr>
            <p:cNvPr id="621578" name="Text Box 10"/>
            <p:cNvSpPr txBox="1">
              <a:spLocks noChangeArrowheads="1"/>
            </p:cNvSpPr>
            <p:nvPr/>
          </p:nvSpPr>
          <p:spPr bwMode="auto">
            <a:xfrm>
              <a:off x="2947" y="1632"/>
              <a:ext cx="646" cy="4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pPr>
              <a:r>
                <a:rPr kumimoji="0" lang="en-US" altLang="zh-CN" sz="2400" b="1" dirty="0">
                  <a:solidFill>
                    <a:schemeClr val="bg2"/>
                  </a:solidFill>
                  <a:latin typeface="Times New Roman" pitchFamily="18" charset="0"/>
                </a:rPr>
                <a:t>M</a:t>
              </a:r>
            </a:p>
          </p:txBody>
        </p:sp>
        <p:sp>
          <p:nvSpPr>
            <p:cNvPr id="621579" name="Oval 11"/>
            <p:cNvSpPr>
              <a:spLocks noChangeArrowheads="1"/>
            </p:cNvSpPr>
            <p:nvPr/>
          </p:nvSpPr>
          <p:spPr bwMode="auto">
            <a:xfrm>
              <a:off x="3865" y="1489"/>
              <a:ext cx="1033" cy="431"/>
            </a:xfrm>
            <a:prstGeom prst="ellipse">
              <a:avLst/>
            </a:prstGeom>
            <a:solidFill>
              <a:srgbClr val="FFFFFF"/>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lnSpc>
                  <a:spcPct val="100000"/>
                </a:lnSpc>
              </a:pPr>
              <a:r>
                <a:rPr kumimoji="0" lang="en-US" altLang="zh-CN" sz="2400" b="1">
                  <a:solidFill>
                    <a:schemeClr val="bg2"/>
                  </a:solidFill>
                  <a:latin typeface="Times New Roman" pitchFamily="18" charset="0"/>
                </a:rPr>
                <a:t>   </a:t>
              </a:r>
              <a:r>
                <a:rPr kumimoji="0" lang="zh-CN" altLang="en-US" sz="2400" b="1">
                  <a:solidFill>
                    <a:schemeClr val="bg2"/>
                  </a:solidFill>
                  <a:latin typeface="Times New Roman" pitchFamily="18" charset="0"/>
                </a:rPr>
                <a:t>数量</a:t>
              </a:r>
            </a:p>
          </p:txBody>
        </p:sp>
        <p:grpSp>
          <p:nvGrpSpPr>
            <p:cNvPr id="621580" name="Group 12"/>
            <p:cNvGrpSpPr>
              <a:grpSpLocks/>
            </p:cNvGrpSpPr>
            <p:nvPr/>
          </p:nvGrpSpPr>
          <p:grpSpPr bwMode="auto">
            <a:xfrm>
              <a:off x="1341" y="1345"/>
              <a:ext cx="3212" cy="1872"/>
              <a:chOff x="3448" y="1189"/>
              <a:chExt cx="1732" cy="1198"/>
            </a:xfrm>
          </p:grpSpPr>
          <p:sp>
            <p:nvSpPr>
              <p:cNvPr id="621581" name="Line 13"/>
              <p:cNvSpPr>
                <a:spLocks noChangeShapeType="1"/>
              </p:cNvSpPr>
              <p:nvPr/>
            </p:nvSpPr>
            <p:spPr bwMode="auto">
              <a:xfrm>
                <a:off x="4314" y="1189"/>
                <a:ext cx="0" cy="461"/>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21582" name="Line 14"/>
              <p:cNvSpPr>
                <a:spLocks noChangeShapeType="1"/>
              </p:cNvSpPr>
              <p:nvPr/>
            </p:nvSpPr>
            <p:spPr bwMode="auto">
              <a:xfrm flipH="1">
                <a:off x="3448" y="1834"/>
                <a:ext cx="433" cy="553"/>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21583" name="Line 15"/>
              <p:cNvSpPr>
                <a:spLocks noChangeShapeType="1"/>
              </p:cNvSpPr>
              <p:nvPr/>
            </p:nvSpPr>
            <p:spPr bwMode="auto">
              <a:xfrm>
                <a:off x="4747" y="1834"/>
                <a:ext cx="433" cy="553"/>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21584" name="Line 16"/>
              <p:cNvSpPr>
                <a:spLocks noChangeShapeType="1"/>
              </p:cNvSpPr>
              <p:nvPr/>
            </p:nvSpPr>
            <p:spPr bwMode="auto">
              <a:xfrm flipV="1">
                <a:off x="4562" y="1557"/>
                <a:ext cx="371" cy="1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sp>
        <p:nvSpPr>
          <p:cNvPr id="621599" name="Rectangle 31"/>
          <p:cNvSpPr>
            <a:spLocks noChangeArrowheads="1"/>
          </p:cNvSpPr>
          <p:nvPr/>
        </p:nvSpPr>
        <p:spPr bwMode="auto">
          <a:xfrm>
            <a:off x="228600" y="457200"/>
            <a:ext cx="4191000" cy="433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lnSpc>
                <a:spcPct val="80000"/>
              </a:lnSpc>
              <a:spcBef>
                <a:spcPct val="50000"/>
              </a:spcBef>
            </a:pPr>
            <a:r>
              <a:rPr lang="en-US" altLang="zh-CN" sz="2400" b="1">
                <a:solidFill>
                  <a:srgbClr val="000099"/>
                </a:solidFill>
              </a:rPr>
              <a:t>  </a:t>
            </a:r>
            <a:r>
              <a:rPr lang="zh-CN" altLang="en-US" b="1">
                <a:solidFill>
                  <a:srgbClr val="000099"/>
                </a:solidFill>
              </a:rPr>
              <a:t>三元联系：</a:t>
            </a:r>
          </a:p>
        </p:txBody>
      </p:sp>
    </p:spTree>
    <p:extLst>
      <p:ext uri="{BB962C8B-B14F-4D97-AF65-F5344CB8AC3E}">
        <p14:creationId xmlns:p14="http://schemas.microsoft.com/office/powerpoint/2010/main" val="204120061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4A3ADCB5-1F4F-ED48-AA23-72C831A5AAD8}"/>
              </a:ext>
            </a:extLst>
          </p:cNvPr>
          <p:cNvSpPr txBox="1"/>
          <p:nvPr/>
        </p:nvSpPr>
        <p:spPr>
          <a:xfrm>
            <a:off x="304800" y="350811"/>
            <a:ext cx="9052562" cy="6786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0" marR="0" lvl="0" indent="0" algn="just" defTabSz="914400" rtl="0" eaLnBrk="1" fontAlgn="auto" latinLnBrk="0" hangingPunct="0">
              <a:lnSpc>
                <a:spcPct val="140000"/>
              </a:lnSpc>
              <a:spcBef>
                <a:spcPts val="1900"/>
              </a:spcBef>
              <a:spcAft>
                <a:spcPts val="0"/>
              </a:spcAft>
              <a:buClrTx/>
              <a:buSzTx/>
              <a:buFontTx/>
              <a:buNone/>
              <a:tabLst/>
              <a:defRPr sz="3200">
                <a:latin typeface="SimSun"/>
                <a:ea typeface="SimSun"/>
                <a:cs typeface="SimSun"/>
                <a:sym typeface="SimSun"/>
              </a:defRPr>
            </a:pPr>
            <a:r>
              <a:rPr lang="zh-CN" altLang="en-US" sz="3200" b="1" dirty="0">
                <a:solidFill>
                  <a:srgbClr val="000099"/>
                </a:solidFill>
                <a:sym typeface="Times New Roman"/>
              </a:rPr>
              <a:t>二、</a:t>
            </a:r>
            <a:r>
              <a:rPr lang="zh-CN" altLang="en-US" sz="3200" b="1" dirty="0">
                <a:solidFill>
                  <a:srgbClr val="000099"/>
                </a:solidFill>
                <a:latin typeface="SimSun"/>
                <a:ea typeface="SimSun"/>
                <a:sym typeface="Times New Roman"/>
              </a:rPr>
              <a:t>数据库系统的全局结构</a:t>
            </a:r>
            <a:endParaRPr lang="zh-CN" altLang="en-US" sz="3200" b="1" dirty="0">
              <a:solidFill>
                <a:srgbClr val="000099"/>
              </a:solidFill>
              <a:latin typeface="SimSun"/>
              <a:ea typeface="SimSun"/>
              <a:sym typeface="SimSun"/>
            </a:endParaRPr>
          </a:p>
        </p:txBody>
      </p:sp>
      <p:sp>
        <p:nvSpPr>
          <p:cNvPr id="6" name="矩形 5">
            <a:extLst>
              <a:ext uri="{FF2B5EF4-FFF2-40B4-BE49-F238E27FC236}">
                <a16:creationId xmlns:a16="http://schemas.microsoft.com/office/drawing/2014/main" id="{8C7D015C-4B46-C04E-A282-C71CFA2DD733}"/>
              </a:ext>
            </a:extLst>
          </p:cNvPr>
          <p:cNvSpPr/>
          <p:nvPr/>
        </p:nvSpPr>
        <p:spPr bwMode="auto">
          <a:xfrm>
            <a:off x="193298" y="1356737"/>
            <a:ext cx="5458823" cy="400110"/>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R="0" indent="187325" algn="l" defTabSz="914400" rtl="0" eaLnBrk="0" fontAlgn="base" latinLnBrk="0" hangingPunct="0">
              <a:lnSpc>
                <a:spcPct val="100000"/>
              </a:lnSpc>
              <a:spcBef>
                <a:spcPct val="0"/>
              </a:spcBef>
              <a:spcAft>
                <a:spcPct val="0"/>
              </a:spcAft>
              <a:buClrTx/>
              <a:buSzTx/>
              <a:buFontTx/>
              <a:buNone/>
            </a:pPr>
            <a:r>
              <a:rPr kumimoji="1" lang="zh-CN" altLang="en-US" sz="2000" b="0" i="0" u="none" strike="noStrike" cap="none" normalizeH="0" baseline="0" dirty="0">
                <a:ln>
                  <a:noFill/>
                </a:ln>
                <a:solidFill>
                  <a:schemeClr val="bg2"/>
                </a:solidFill>
                <a:effectLst/>
                <a:latin typeface="宋体" pitchFamily="2" charset="-122"/>
                <a:ea typeface="宋体" pitchFamily="2" charset="-122"/>
              </a:rPr>
              <a:t>终端用户   应用程序员  专业用户     </a:t>
            </a:r>
            <a:r>
              <a:rPr kumimoji="1" lang="en-US" altLang="zh-CN" sz="2000" b="0" i="0" u="none" strike="noStrike" cap="none" normalizeH="0" baseline="0" dirty="0">
                <a:ln>
                  <a:noFill/>
                </a:ln>
                <a:solidFill>
                  <a:schemeClr val="bg2"/>
                </a:solidFill>
                <a:effectLst/>
                <a:latin typeface="宋体" pitchFamily="2" charset="-122"/>
                <a:ea typeface="宋体" pitchFamily="2" charset="-122"/>
              </a:rPr>
              <a:t>DBA</a:t>
            </a:r>
            <a:endParaRPr kumimoji="1" lang="zh-CN" altLang="en-US" sz="2000" b="0" i="0" u="none" strike="noStrike" cap="none" normalizeH="0" baseline="0" dirty="0">
              <a:ln>
                <a:noFill/>
              </a:ln>
              <a:solidFill>
                <a:schemeClr val="bg2"/>
              </a:solidFill>
              <a:effectLst/>
              <a:latin typeface="宋体" pitchFamily="2" charset="-122"/>
              <a:ea typeface="宋体" pitchFamily="2" charset="-122"/>
            </a:endParaRPr>
          </a:p>
        </p:txBody>
      </p:sp>
      <p:sp>
        <p:nvSpPr>
          <p:cNvPr id="7" name="矩形 6">
            <a:extLst>
              <a:ext uri="{FF2B5EF4-FFF2-40B4-BE49-F238E27FC236}">
                <a16:creationId xmlns:a16="http://schemas.microsoft.com/office/drawing/2014/main" id="{7080026A-7C4D-FE4D-A245-E21BA4F9B381}"/>
              </a:ext>
            </a:extLst>
          </p:cNvPr>
          <p:cNvSpPr/>
          <p:nvPr/>
        </p:nvSpPr>
        <p:spPr bwMode="auto">
          <a:xfrm>
            <a:off x="201363" y="2291255"/>
            <a:ext cx="1274293" cy="400110"/>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R="0" indent="14288" algn="ctr" defTabSz="914400" rtl="0" eaLnBrk="0" fontAlgn="base" latinLnBrk="0" hangingPunct="0">
              <a:lnSpc>
                <a:spcPct val="100000"/>
              </a:lnSpc>
              <a:spcBef>
                <a:spcPct val="0"/>
              </a:spcBef>
              <a:spcAft>
                <a:spcPct val="0"/>
              </a:spcAft>
              <a:buClrTx/>
              <a:buSzTx/>
              <a:buFontTx/>
              <a:buNone/>
            </a:pPr>
            <a:r>
              <a:rPr kumimoji="1" lang="zh-CN" altLang="en-US" sz="2000" b="0" i="0" u="none" strike="noStrike" cap="none" normalizeH="0" baseline="0" dirty="0">
                <a:ln>
                  <a:noFill/>
                </a:ln>
                <a:solidFill>
                  <a:schemeClr val="bg2"/>
                </a:solidFill>
                <a:effectLst/>
                <a:latin typeface="宋体" pitchFamily="2" charset="-122"/>
                <a:ea typeface="宋体" pitchFamily="2" charset="-122"/>
              </a:rPr>
              <a:t>应用界面</a:t>
            </a:r>
          </a:p>
        </p:txBody>
      </p:sp>
      <p:sp>
        <p:nvSpPr>
          <p:cNvPr id="8" name="矩形 7">
            <a:extLst>
              <a:ext uri="{FF2B5EF4-FFF2-40B4-BE49-F238E27FC236}">
                <a16:creationId xmlns:a16="http://schemas.microsoft.com/office/drawing/2014/main" id="{52823349-3D86-834D-9C29-D8670090ABCD}"/>
              </a:ext>
            </a:extLst>
          </p:cNvPr>
          <p:cNvSpPr/>
          <p:nvPr/>
        </p:nvSpPr>
        <p:spPr bwMode="auto">
          <a:xfrm>
            <a:off x="1597454" y="2291255"/>
            <a:ext cx="1274293" cy="400110"/>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R="0" indent="14288" algn="l" defTabSz="914400" rtl="0" eaLnBrk="0" fontAlgn="base" latinLnBrk="0" hangingPunct="0">
              <a:lnSpc>
                <a:spcPct val="100000"/>
              </a:lnSpc>
              <a:spcBef>
                <a:spcPct val="0"/>
              </a:spcBef>
              <a:spcAft>
                <a:spcPct val="0"/>
              </a:spcAft>
              <a:buClrTx/>
              <a:buSzTx/>
              <a:buFontTx/>
              <a:buNone/>
            </a:pPr>
            <a:r>
              <a:rPr kumimoji="1" lang="zh-CN" altLang="en-US" sz="2000" b="0" i="0" u="none" strike="noStrike" cap="none" normalizeH="0" baseline="0" dirty="0">
                <a:ln>
                  <a:noFill/>
                </a:ln>
                <a:solidFill>
                  <a:schemeClr val="bg2"/>
                </a:solidFill>
                <a:effectLst/>
                <a:latin typeface="宋体" pitchFamily="2" charset="-122"/>
                <a:ea typeface="宋体" pitchFamily="2" charset="-122"/>
              </a:rPr>
              <a:t>应用程序</a:t>
            </a:r>
          </a:p>
        </p:txBody>
      </p:sp>
      <p:sp>
        <p:nvSpPr>
          <p:cNvPr id="9" name="矩形 8">
            <a:extLst>
              <a:ext uri="{FF2B5EF4-FFF2-40B4-BE49-F238E27FC236}">
                <a16:creationId xmlns:a16="http://schemas.microsoft.com/office/drawing/2014/main" id="{320E5A1E-19BB-1442-A2E8-2B578B8DEBFA}"/>
              </a:ext>
            </a:extLst>
          </p:cNvPr>
          <p:cNvSpPr/>
          <p:nvPr/>
        </p:nvSpPr>
        <p:spPr bwMode="auto">
          <a:xfrm>
            <a:off x="2976166" y="2291255"/>
            <a:ext cx="1030621" cy="400110"/>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R="0" indent="187325" algn="l" defTabSz="914400" rtl="0" eaLnBrk="0" fontAlgn="base" latinLnBrk="0" hangingPunct="0">
              <a:lnSpc>
                <a:spcPct val="100000"/>
              </a:lnSpc>
              <a:spcBef>
                <a:spcPct val="0"/>
              </a:spcBef>
              <a:spcAft>
                <a:spcPct val="0"/>
              </a:spcAft>
              <a:buClrTx/>
              <a:buSzTx/>
              <a:buFontTx/>
              <a:buNone/>
            </a:pPr>
            <a:r>
              <a:rPr kumimoji="1" lang="zh-CN" altLang="en-US" sz="2000" b="0" i="0" u="none" strike="noStrike" cap="none" normalizeH="0" baseline="0" dirty="0">
                <a:ln>
                  <a:noFill/>
                </a:ln>
                <a:solidFill>
                  <a:schemeClr val="bg2"/>
                </a:solidFill>
                <a:effectLst/>
                <a:latin typeface="宋体" pitchFamily="2" charset="-122"/>
                <a:ea typeface="宋体" pitchFamily="2" charset="-122"/>
              </a:rPr>
              <a:t>查询</a:t>
            </a:r>
          </a:p>
        </p:txBody>
      </p:sp>
      <p:sp>
        <p:nvSpPr>
          <p:cNvPr id="10" name="矩形 9">
            <a:extLst>
              <a:ext uri="{FF2B5EF4-FFF2-40B4-BE49-F238E27FC236}">
                <a16:creationId xmlns:a16="http://schemas.microsoft.com/office/drawing/2014/main" id="{654A4B16-314C-3E4B-91B0-6FFA802540AC}"/>
              </a:ext>
            </a:extLst>
          </p:cNvPr>
          <p:cNvSpPr/>
          <p:nvPr/>
        </p:nvSpPr>
        <p:spPr bwMode="auto">
          <a:xfrm>
            <a:off x="4114725" y="2291255"/>
            <a:ext cx="1537396" cy="400110"/>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R="0" indent="14288" algn="l" defTabSz="914400" rtl="0" eaLnBrk="0" fontAlgn="base" latinLnBrk="0" hangingPunct="0">
              <a:lnSpc>
                <a:spcPct val="100000"/>
              </a:lnSpc>
              <a:spcBef>
                <a:spcPct val="0"/>
              </a:spcBef>
              <a:spcAft>
                <a:spcPct val="0"/>
              </a:spcAft>
              <a:buClrTx/>
              <a:buSzTx/>
              <a:buFontTx/>
              <a:buNone/>
            </a:pPr>
            <a:r>
              <a:rPr kumimoji="1" lang="zh-CN" altLang="en-US" sz="2000" b="0" i="0" u="none" strike="noStrike" cap="none" normalizeH="0" baseline="0" dirty="0">
                <a:ln>
                  <a:noFill/>
                </a:ln>
                <a:solidFill>
                  <a:schemeClr val="bg2"/>
                </a:solidFill>
                <a:effectLst/>
                <a:latin typeface="宋体" pitchFamily="2" charset="-122"/>
                <a:ea typeface="宋体" pitchFamily="2" charset="-122"/>
              </a:rPr>
              <a:t>数据库模式</a:t>
            </a:r>
          </a:p>
        </p:txBody>
      </p:sp>
    </p:spTree>
    <p:extLst>
      <p:ext uri="{BB962C8B-B14F-4D97-AF65-F5344CB8AC3E}">
        <p14:creationId xmlns:p14="http://schemas.microsoft.com/office/powerpoint/2010/main" val="350712175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794" name="Line 15">
            <a:extLst>
              <a:ext uri="{FF2B5EF4-FFF2-40B4-BE49-F238E27FC236}">
                <a16:creationId xmlns:a16="http://schemas.microsoft.com/office/drawing/2014/main" id="{BE0352C9-039D-4789-976D-B688B1963195}"/>
              </a:ext>
            </a:extLst>
          </p:cNvPr>
          <p:cNvSpPr>
            <a:spLocks noChangeShapeType="1"/>
          </p:cNvSpPr>
          <p:nvPr/>
        </p:nvSpPr>
        <p:spPr bwMode="auto">
          <a:xfrm>
            <a:off x="1720850" y="2187575"/>
            <a:ext cx="484188" cy="1096963"/>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795" name="Line 17">
            <a:extLst>
              <a:ext uri="{FF2B5EF4-FFF2-40B4-BE49-F238E27FC236}">
                <a16:creationId xmlns:a16="http://schemas.microsoft.com/office/drawing/2014/main" id="{E8893C8B-188F-4BE7-A238-E96C13455705}"/>
              </a:ext>
            </a:extLst>
          </p:cNvPr>
          <p:cNvSpPr>
            <a:spLocks noChangeShapeType="1"/>
          </p:cNvSpPr>
          <p:nvPr/>
        </p:nvSpPr>
        <p:spPr bwMode="auto">
          <a:xfrm flipH="1">
            <a:off x="5786438" y="2187575"/>
            <a:ext cx="400050" cy="1096963"/>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796" name="Line 50">
            <a:extLst>
              <a:ext uri="{FF2B5EF4-FFF2-40B4-BE49-F238E27FC236}">
                <a16:creationId xmlns:a16="http://schemas.microsoft.com/office/drawing/2014/main" id="{3643E86A-4753-4C8B-96E8-7CA7A6ACC75A}"/>
              </a:ext>
            </a:extLst>
          </p:cNvPr>
          <p:cNvSpPr>
            <a:spLocks noChangeShapeType="1"/>
          </p:cNvSpPr>
          <p:nvPr/>
        </p:nvSpPr>
        <p:spPr bwMode="auto">
          <a:xfrm>
            <a:off x="3994150" y="3505200"/>
            <a:ext cx="1588" cy="1652588"/>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33797" name="Rectangle 45">
            <a:extLst>
              <a:ext uri="{FF2B5EF4-FFF2-40B4-BE49-F238E27FC236}">
                <a16:creationId xmlns:a16="http://schemas.microsoft.com/office/drawing/2014/main" id="{BE19BE52-1A51-4C12-A7BB-08B828710F66}"/>
              </a:ext>
            </a:extLst>
          </p:cNvPr>
          <p:cNvSpPr>
            <a:spLocks noChangeArrowheads="1"/>
          </p:cNvSpPr>
          <p:nvPr/>
        </p:nvSpPr>
        <p:spPr bwMode="auto">
          <a:xfrm>
            <a:off x="-266700" y="796925"/>
            <a:ext cx="9677400" cy="55538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indent="304800">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SzTx/>
              <a:buFontTx/>
              <a:buNone/>
            </a:pPr>
            <a:r>
              <a:rPr lang="en-US" altLang="zh-CN" sz="2000" b="1" dirty="0">
                <a:solidFill>
                  <a:schemeClr val="bg2"/>
                </a:solidFill>
              </a:rPr>
              <a:t>                    </a:t>
            </a:r>
            <a:r>
              <a:rPr lang="zh-CN" altLang="en-US" sz="2000" b="1" dirty="0">
                <a:solidFill>
                  <a:schemeClr val="bg2"/>
                </a:solidFill>
                <a:latin typeface="宋体" panose="02010600030101010101" pitchFamily="2" charset="-122"/>
              </a:rPr>
              <a:t>用户</a:t>
            </a:r>
            <a:r>
              <a:rPr lang="en-US" altLang="zh-CN" sz="2000" b="1" dirty="0">
                <a:solidFill>
                  <a:schemeClr val="bg2"/>
                </a:solidFill>
                <a:latin typeface="宋体" panose="02010600030101010101" pitchFamily="2" charset="-122"/>
              </a:rPr>
              <a:t>1      </a:t>
            </a:r>
            <a:r>
              <a:rPr lang="zh-CN" altLang="en-US" sz="2000" b="1" dirty="0">
                <a:solidFill>
                  <a:schemeClr val="bg2"/>
                </a:solidFill>
                <a:latin typeface="宋体" panose="02010600030101010101" pitchFamily="2" charset="-122"/>
              </a:rPr>
              <a:t>用户</a:t>
            </a:r>
            <a:r>
              <a:rPr lang="en-US" altLang="zh-CN" sz="2000" b="1" dirty="0">
                <a:solidFill>
                  <a:schemeClr val="bg2"/>
                </a:solidFill>
                <a:latin typeface="宋体" panose="02010600030101010101" pitchFamily="2" charset="-122"/>
              </a:rPr>
              <a:t>2    </a:t>
            </a:r>
            <a:r>
              <a:rPr lang="zh-CN" altLang="en-US" sz="2000" b="1" dirty="0">
                <a:solidFill>
                  <a:schemeClr val="bg2"/>
                </a:solidFill>
                <a:latin typeface="宋体" panose="02010600030101010101" pitchFamily="2" charset="-122"/>
              </a:rPr>
              <a:t>用户</a:t>
            </a:r>
            <a:r>
              <a:rPr lang="en-US" altLang="zh-CN" sz="2000" b="1" dirty="0">
                <a:solidFill>
                  <a:schemeClr val="bg2"/>
                </a:solidFill>
                <a:latin typeface="宋体" panose="02010600030101010101" pitchFamily="2" charset="-122"/>
              </a:rPr>
              <a:t>3       </a:t>
            </a:r>
            <a:r>
              <a:rPr lang="zh-CN" altLang="en-US" sz="2000" b="1" dirty="0">
                <a:solidFill>
                  <a:schemeClr val="bg2"/>
                </a:solidFill>
                <a:latin typeface="宋体" panose="02010600030101010101" pitchFamily="2" charset="-122"/>
              </a:rPr>
              <a:t>用户</a:t>
            </a:r>
            <a:r>
              <a:rPr lang="en-US" altLang="zh-CN" sz="2000" b="1" dirty="0">
                <a:solidFill>
                  <a:schemeClr val="bg2"/>
                </a:solidFill>
                <a:latin typeface="宋体" panose="02010600030101010101" pitchFamily="2" charset="-122"/>
              </a:rPr>
              <a:t>n</a:t>
            </a:r>
          </a:p>
          <a:p>
            <a:pPr algn="just">
              <a:spcBef>
                <a:spcPct val="0"/>
              </a:spcBef>
              <a:buClrTx/>
              <a:buSzTx/>
              <a:buFontTx/>
              <a:buNone/>
            </a:pPr>
            <a:endParaRPr lang="en-US" altLang="zh-CN" sz="2000" b="1" dirty="0">
              <a:solidFill>
                <a:schemeClr val="bg2"/>
              </a:solidFill>
              <a:latin typeface="宋体" panose="02010600030101010101" pitchFamily="2" charset="-122"/>
            </a:endParaRPr>
          </a:p>
          <a:p>
            <a:pPr algn="just">
              <a:spcBef>
                <a:spcPct val="0"/>
              </a:spcBef>
              <a:buClrTx/>
              <a:buSzTx/>
              <a:buFontTx/>
              <a:buNone/>
            </a:pPr>
            <a:r>
              <a:rPr lang="en-US" altLang="zh-CN" sz="2000" b="1" dirty="0">
                <a:solidFill>
                  <a:srgbClr val="006600"/>
                </a:solidFill>
              </a:rPr>
              <a:t>   </a:t>
            </a:r>
            <a:r>
              <a:rPr lang="zh-CN" altLang="en-US" sz="2000" b="1" dirty="0">
                <a:solidFill>
                  <a:srgbClr val="800000"/>
                </a:solidFill>
              </a:rPr>
              <a:t>外模式</a:t>
            </a:r>
            <a:r>
              <a:rPr lang="zh-CN" altLang="en-US" sz="2000" b="1" dirty="0">
                <a:solidFill>
                  <a:srgbClr val="FFFF00"/>
                </a:solidFill>
                <a:hlinkClick r:id="rId2" action="ppaction://hlinksldjump"/>
              </a:rPr>
              <a:t> </a:t>
            </a:r>
            <a:r>
              <a:rPr lang="zh-CN" altLang="en-US" sz="2000" b="1" dirty="0">
                <a:solidFill>
                  <a:srgbClr val="000000"/>
                </a:solidFill>
              </a:rPr>
              <a:t>  </a:t>
            </a:r>
            <a:r>
              <a:rPr lang="zh-CN" altLang="en-US" sz="2000" b="1" dirty="0">
                <a:solidFill>
                  <a:schemeClr val="bg2"/>
                </a:solidFill>
              </a:rPr>
              <a:t>                                                                                           </a:t>
            </a:r>
            <a:r>
              <a:rPr lang="zh-CN" altLang="en-US" sz="2000" b="1" dirty="0">
                <a:solidFill>
                  <a:srgbClr val="800000"/>
                </a:solidFill>
              </a:rPr>
              <a:t>局部逻辑结构</a:t>
            </a:r>
            <a:endParaRPr lang="zh-CN" altLang="en-US" sz="2000" b="1" dirty="0">
              <a:solidFill>
                <a:schemeClr val="bg2"/>
              </a:solidFill>
            </a:endParaRPr>
          </a:p>
          <a:p>
            <a:pPr algn="just">
              <a:spcBef>
                <a:spcPct val="0"/>
              </a:spcBef>
              <a:buClrTx/>
              <a:buSzTx/>
              <a:buFontTx/>
              <a:buNone/>
            </a:pPr>
            <a:r>
              <a:rPr lang="zh-CN" altLang="en-US" sz="2000" b="1" dirty="0">
                <a:solidFill>
                  <a:schemeClr val="bg2"/>
                </a:solidFill>
              </a:rPr>
              <a:t>                                                                            </a:t>
            </a:r>
            <a:r>
              <a:rPr lang="en-US" altLang="zh-CN" sz="2000" b="1" dirty="0">
                <a:solidFill>
                  <a:schemeClr val="bg2"/>
                </a:solidFill>
              </a:rPr>
              <a:t>…                                </a:t>
            </a:r>
            <a:r>
              <a:rPr lang="zh-CN" altLang="en-US" sz="2000" b="1" dirty="0">
                <a:solidFill>
                  <a:schemeClr val="bg2"/>
                </a:solidFill>
              </a:rPr>
              <a:t>映像功能</a:t>
            </a:r>
          </a:p>
          <a:p>
            <a:pPr algn="just">
              <a:spcBef>
                <a:spcPct val="0"/>
              </a:spcBef>
              <a:buClrTx/>
              <a:buSzTx/>
              <a:buFontTx/>
              <a:buNone/>
            </a:pPr>
            <a:r>
              <a:rPr lang="zh-CN" altLang="en-US" sz="2000" b="1" dirty="0">
                <a:solidFill>
                  <a:schemeClr val="bg2"/>
                </a:solidFill>
              </a:rPr>
              <a:t>    </a:t>
            </a:r>
            <a:r>
              <a:rPr lang="zh-CN" altLang="en-US" sz="2000" b="1" dirty="0">
                <a:solidFill>
                  <a:srgbClr val="800000"/>
                </a:solidFill>
              </a:rPr>
              <a:t>概念</a:t>
            </a:r>
            <a:r>
              <a:rPr lang="zh-CN" altLang="en-US" sz="2000" b="1" dirty="0">
                <a:solidFill>
                  <a:schemeClr val="bg2"/>
                </a:solidFill>
              </a:rPr>
              <a:t>                                                                                             （</a:t>
            </a:r>
            <a:r>
              <a:rPr lang="zh-CN" altLang="en-US" sz="2000" b="1" dirty="0">
                <a:solidFill>
                  <a:srgbClr val="000099"/>
                </a:solidFill>
              </a:rPr>
              <a:t>逻辑数据独立性</a:t>
            </a:r>
            <a:r>
              <a:rPr lang="zh-CN" altLang="en-US" sz="2000" b="1" dirty="0">
                <a:solidFill>
                  <a:schemeClr val="bg2"/>
                </a:solidFill>
              </a:rPr>
              <a:t>）</a:t>
            </a:r>
          </a:p>
          <a:p>
            <a:pPr algn="just">
              <a:spcBef>
                <a:spcPct val="0"/>
              </a:spcBef>
              <a:buClrTx/>
              <a:buSzTx/>
              <a:buFontTx/>
              <a:buNone/>
            </a:pPr>
            <a:r>
              <a:rPr lang="zh-CN" altLang="en-US" sz="2000" b="1" dirty="0">
                <a:solidFill>
                  <a:srgbClr val="006600"/>
                </a:solidFill>
              </a:rPr>
              <a:t>   </a:t>
            </a:r>
            <a:r>
              <a:rPr lang="zh-CN" altLang="en-US" sz="2000" b="1" dirty="0">
                <a:solidFill>
                  <a:srgbClr val="990033"/>
                </a:solidFill>
              </a:rPr>
              <a:t>模式                                                                                            </a:t>
            </a:r>
            <a:r>
              <a:rPr lang="zh-CN" altLang="en-US" sz="2000" b="1" dirty="0">
                <a:solidFill>
                  <a:srgbClr val="990033"/>
                </a:solidFill>
                <a:latin typeface="宋体" panose="02010600030101010101" pitchFamily="2" charset="-122"/>
              </a:rPr>
              <a:t>数据库的整体逻辑结构</a:t>
            </a:r>
            <a:endParaRPr lang="en-US" altLang="zh-CN" sz="2000" b="1" dirty="0">
              <a:solidFill>
                <a:srgbClr val="990033"/>
              </a:solidFill>
            </a:endParaRPr>
          </a:p>
          <a:p>
            <a:pPr algn="just">
              <a:spcBef>
                <a:spcPct val="0"/>
              </a:spcBef>
              <a:buClrTx/>
              <a:buSzTx/>
              <a:buFontTx/>
              <a:buNone/>
            </a:pPr>
            <a:r>
              <a:rPr lang="en-US" altLang="zh-CN" sz="2000" b="1" dirty="0">
                <a:solidFill>
                  <a:srgbClr val="990033"/>
                </a:solidFill>
              </a:rPr>
              <a:t> </a:t>
            </a:r>
            <a:r>
              <a:rPr lang="zh-CN" altLang="en-US" sz="2000" b="1" dirty="0">
                <a:solidFill>
                  <a:srgbClr val="990033"/>
                </a:solidFill>
              </a:rPr>
              <a:t>    </a:t>
            </a:r>
            <a:r>
              <a:rPr lang="en-US" altLang="zh-CN" sz="2000" b="1" dirty="0">
                <a:solidFill>
                  <a:schemeClr val="bg2"/>
                </a:solidFill>
              </a:rPr>
              <a:t>                                                                …                                  </a:t>
            </a:r>
            <a:r>
              <a:rPr lang="zh-CN" altLang="en-US" sz="2000" b="1" dirty="0">
                <a:solidFill>
                  <a:schemeClr val="bg2"/>
                </a:solidFill>
              </a:rPr>
              <a:t>映像功能</a:t>
            </a:r>
          </a:p>
          <a:p>
            <a:pPr algn="just">
              <a:spcBef>
                <a:spcPct val="0"/>
              </a:spcBef>
              <a:buClrTx/>
              <a:buSzTx/>
              <a:buFontTx/>
              <a:buNone/>
            </a:pPr>
            <a:r>
              <a:rPr lang="zh-CN" altLang="en-US" sz="2000" b="1" dirty="0">
                <a:solidFill>
                  <a:schemeClr val="bg2"/>
                </a:solidFill>
              </a:rPr>
              <a:t>                                                           </a:t>
            </a:r>
            <a:r>
              <a:rPr lang="en-US" altLang="zh-CN" sz="2000" b="1" dirty="0">
                <a:solidFill>
                  <a:schemeClr val="bg2"/>
                </a:solidFill>
                <a:latin typeface="宋体" panose="02010600030101010101" pitchFamily="2" charset="-122"/>
              </a:rPr>
              <a:t>  </a:t>
            </a:r>
            <a:r>
              <a:rPr lang="en-US" altLang="zh-CN" sz="2000" b="1" dirty="0">
                <a:solidFill>
                  <a:schemeClr val="bg2"/>
                </a:solidFill>
              </a:rPr>
              <a:t>                                         </a:t>
            </a:r>
            <a:r>
              <a:rPr lang="zh-CN" altLang="en-US" sz="2000" b="1" dirty="0">
                <a:solidFill>
                  <a:schemeClr val="bg2"/>
                </a:solidFill>
              </a:rPr>
              <a:t>（</a:t>
            </a:r>
            <a:r>
              <a:rPr lang="zh-CN" altLang="en-US" sz="2000" b="1" dirty="0">
                <a:solidFill>
                  <a:srgbClr val="000099"/>
                </a:solidFill>
              </a:rPr>
              <a:t>物理数据独立性</a:t>
            </a:r>
            <a:r>
              <a:rPr lang="zh-CN" altLang="en-US" sz="2000" b="1" dirty="0">
                <a:solidFill>
                  <a:schemeClr val="bg2"/>
                </a:solidFill>
              </a:rPr>
              <a:t>）</a:t>
            </a:r>
          </a:p>
          <a:p>
            <a:pPr algn="just">
              <a:spcBef>
                <a:spcPct val="0"/>
              </a:spcBef>
              <a:buClrTx/>
              <a:buSzTx/>
              <a:buFontTx/>
              <a:buNone/>
            </a:pPr>
            <a:r>
              <a:rPr lang="en-US" altLang="zh-CN" sz="2000" b="1" dirty="0">
                <a:solidFill>
                  <a:srgbClr val="990033"/>
                </a:solidFill>
              </a:rPr>
              <a:t>  </a:t>
            </a:r>
            <a:r>
              <a:rPr lang="zh-CN" altLang="en-US" sz="2000" b="1" dirty="0">
                <a:solidFill>
                  <a:srgbClr val="990033"/>
                </a:solidFill>
              </a:rPr>
              <a:t>内模式</a:t>
            </a:r>
            <a:r>
              <a:rPr lang="zh-CN" altLang="en-US" sz="2000" b="1" dirty="0">
                <a:solidFill>
                  <a:schemeClr val="bg2"/>
                </a:solidFill>
              </a:rPr>
              <a:t>                                                                                            </a:t>
            </a:r>
            <a:r>
              <a:rPr lang="zh-CN" altLang="en-US" sz="2000" b="1" dirty="0">
                <a:solidFill>
                  <a:srgbClr val="800000"/>
                </a:solidFill>
              </a:rPr>
              <a:t>数据库的物理结构</a:t>
            </a:r>
          </a:p>
          <a:p>
            <a:pPr>
              <a:spcBef>
                <a:spcPct val="0"/>
              </a:spcBef>
              <a:buClrTx/>
              <a:buSzTx/>
              <a:buFontTx/>
              <a:buNone/>
            </a:pPr>
            <a:endParaRPr lang="en-US" altLang="zh-CN" sz="2000" b="1" dirty="0">
              <a:solidFill>
                <a:srgbClr val="800000"/>
              </a:solidFill>
            </a:endParaRPr>
          </a:p>
        </p:txBody>
      </p:sp>
      <p:sp>
        <p:nvSpPr>
          <p:cNvPr id="33798" name="Text Box 11">
            <a:extLst>
              <a:ext uri="{FF2B5EF4-FFF2-40B4-BE49-F238E27FC236}">
                <a16:creationId xmlns:a16="http://schemas.microsoft.com/office/drawing/2014/main" id="{9C1BDE5D-84BC-4358-8472-E1A4E6188F9F}"/>
              </a:ext>
            </a:extLst>
          </p:cNvPr>
          <p:cNvSpPr txBox="1">
            <a:spLocks noChangeArrowheads="1"/>
          </p:cNvSpPr>
          <p:nvPr/>
        </p:nvSpPr>
        <p:spPr bwMode="auto">
          <a:xfrm>
            <a:off x="5786438" y="1749425"/>
            <a:ext cx="1011237" cy="452438"/>
          </a:xfrm>
          <a:prstGeom prst="rect">
            <a:avLst/>
          </a:prstGeom>
          <a:blipFill dpi="0" rotWithShape="0">
            <a:blip r:embed="rId3"/>
            <a:srcRect/>
            <a:tile tx="0" ty="0" sx="100000" sy="100000" flip="none" algn="tl"/>
          </a:blipFill>
          <a:ln w="9525">
            <a:solidFill>
              <a:schemeClr val="bg2"/>
            </a:solidFill>
            <a:miter lim="800000"/>
            <a:headEnd/>
            <a:tailEnd/>
          </a:ln>
        </p:spPr>
        <p:txBody>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endParaRPr kumimoji="0" lang="zh-CN" altLang="zh-CN" sz="1000"/>
          </a:p>
        </p:txBody>
      </p:sp>
      <p:sp>
        <p:nvSpPr>
          <p:cNvPr id="30727" name="Rectangle 13">
            <a:extLst>
              <a:ext uri="{FF2B5EF4-FFF2-40B4-BE49-F238E27FC236}">
                <a16:creationId xmlns:a16="http://schemas.microsoft.com/office/drawing/2014/main" id="{979E9025-8897-4E3A-9332-38466BC6E6A9}"/>
              </a:ext>
            </a:extLst>
          </p:cNvPr>
          <p:cNvSpPr>
            <a:spLocks noChangeArrowheads="1"/>
          </p:cNvSpPr>
          <p:nvPr/>
        </p:nvSpPr>
        <p:spPr bwMode="auto">
          <a:xfrm>
            <a:off x="971550" y="3232150"/>
            <a:ext cx="5562600" cy="757238"/>
          </a:xfrm>
          <a:prstGeom prst="rect">
            <a:avLst/>
          </a:prstGeom>
          <a:pattFill prst="pct5">
            <a:fgClr>
              <a:schemeClr val="accent5"/>
            </a:fgClr>
            <a:bgClr>
              <a:schemeClr val="bg1"/>
            </a:bgClr>
          </a:pattFill>
          <a:ln w="9525">
            <a:solidFill>
              <a:schemeClr val="bg2"/>
            </a:solidFill>
            <a:miter lim="800000"/>
            <a:headEnd/>
            <a:tailEnd/>
          </a:ln>
        </p:spPr>
        <p:txBody>
          <a:bodyPr/>
          <a:lstStyle>
            <a:lvl1pPr indent="609600">
              <a:spcBef>
                <a:spcPct val="20000"/>
              </a:spcBef>
              <a:buClr>
                <a:schemeClr val="accent2"/>
              </a:buClr>
              <a:buSzPct val="80000"/>
              <a:buFont typeface="Wingdings" panose="05000000000000000000" pitchFamily="2" charset="2"/>
              <a:buChar char="l"/>
              <a:defRPr kumimoji="1" sz="3200">
                <a:solidFill>
                  <a:schemeClr val="bg2"/>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bg2"/>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bg2"/>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bg2"/>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bg2"/>
                </a:solidFill>
                <a:latin typeface="Times New Roman" panose="02020603050405020304" pitchFamily="18" charset="0"/>
                <a:ea typeface="宋体" panose="02010600030101010101" pitchFamily="2" charset="-122"/>
              </a:defRPr>
            </a:lvl9pPr>
          </a:lstStyle>
          <a:p>
            <a:pPr algn="just">
              <a:spcBef>
                <a:spcPct val="0"/>
              </a:spcBef>
              <a:buClrTx/>
              <a:buSzTx/>
              <a:buFontTx/>
              <a:buNone/>
              <a:defRPr/>
            </a:pPr>
            <a:endParaRPr lang="zh-CN" altLang="zh-CN" sz="2800">
              <a:latin typeface="宋体" panose="02010600030101010101" pitchFamily="2" charset="-122"/>
            </a:endParaRPr>
          </a:p>
        </p:txBody>
      </p:sp>
      <p:sp>
        <p:nvSpPr>
          <p:cNvPr id="33800" name="AutoShape 14">
            <a:extLst>
              <a:ext uri="{FF2B5EF4-FFF2-40B4-BE49-F238E27FC236}">
                <a16:creationId xmlns:a16="http://schemas.microsoft.com/office/drawing/2014/main" id="{1847F9E8-4F76-4935-B0BF-42B63BD1818E}"/>
              </a:ext>
            </a:extLst>
          </p:cNvPr>
          <p:cNvSpPr>
            <a:spLocks noChangeArrowheads="1"/>
          </p:cNvSpPr>
          <p:nvPr/>
        </p:nvSpPr>
        <p:spPr bwMode="auto">
          <a:xfrm>
            <a:off x="3182938" y="5159375"/>
            <a:ext cx="1622425" cy="1009650"/>
          </a:xfrm>
          <a:prstGeom prst="flowChartMagneticDisk">
            <a:avLst/>
          </a:prstGeom>
          <a:gradFill rotWithShape="1">
            <a:gsLst>
              <a:gs pos="0">
                <a:srgbClr val="FFFFFF"/>
              </a:gs>
              <a:gs pos="50000">
                <a:srgbClr val="767676"/>
              </a:gs>
              <a:gs pos="100000">
                <a:srgbClr val="FFFFFF"/>
              </a:gs>
            </a:gsLst>
            <a:lin ang="5400000" scaled="1"/>
          </a:gradFill>
          <a:ln w="28575">
            <a:solidFill>
              <a:schemeClr val="bg2"/>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indent="609600">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en-US" altLang="zh-CN" sz="2800">
                <a:solidFill>
                  <a:schemeClr val="bg2"/>
                </a:solidFill>
                <a:latin typeface="宋体" panose="02010600030101010101" pitchFamily="2" charset="-122"/>
              </a:rPr>
              <a:t>DB</a:t>
            </a:r>
            <a:endParaRPr lang="zh-CN" altLang="zh-CN" sz="2800">
              <a:solidFill>
                <a:schemeClr val="bg2"/>
              </a:solidFill>
              <a:latin typeface="宋体" panose="02010600030101010101" pitchFamily="2" charset="-122"/>
            </a:endParaRPr>
          </a:p>
        </p:txBody>
      </p:sp>
      <p:sp>
        <p:nvSpPr>
          <p:cNvPr id="33801" name="Text Box 19">
            <a:extLst>
              <a:ext uri="{FF2B5EF4-FFF2-40B4-BE49-F238E27FC236}">
                <a16:creationId xmlns:a16="http://schemas.microsoft.com/office/drawing/2014/main" id="{63E615C6-3BAE-4210-99D5-AC5D783927E7}"/>
              </a:ext>
            </a:extLst>
          </p:cNvPr>
          <p:cNvSpPr txBox="1">
            <a:spLocks noChangeArrowheads="1"/>
          </p:cNvSpPr>
          <p:nvPr/>
        </p:nvSpPr>
        <p:spPr bwMode="auto">
          <a:xfrm>
            <a:off x="1719263" y="4365625"/>
            <a:ext cx="4733925" cy="533400"/>
          </a:xfrm>
          <a:prstGeom prst="rect">
            <a:avLst/>
          </a:prstGeom>
          <a:noFill/>
          <a:ln w="28575">
            <a:solidFill>
              <a:schemeClr val="bg2"/>
            </a:solid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kumimoji="0" lang="en-US" altLang="zh-CN" sz="1000"/>
              <a:t>                                       </a:t>
            </a:r>
          </a:p>
        </p:txBody>
      </p:sp>
      <p:sp>
        <p:nvSpPr>
          <p:cNvPr id="33802" name="Line 6">
            <a:extLst>
              <a:ext uri="{FF2B5EF4-FFF2-40B4-BE49-F238E27FC236}">
                <a16:creationId xmlns:a16="http://schemas.microsoft.com/office/drawing/2014/main" id="{557B125D-3982-43C1-8900-1D3D6001F134}"/>
              </a:ext>
            </a:extLst>
          </p:cNvPr>
          <p:cNvSpPr>
            <a:spLocks noChangeShapeType="1"/>
          </p:cNvSpPr>
          <p:nvPr/>
        </p:nvSpPr>
        <p:spPr bwMode="auto">
          <a:xfrm>
            <a:off x="1719263" y="1303338"/>
            <a:ext cx="0" cy="452437"/>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03" name="Line 9">
            <a:extLst>
              <a:ext uri="{FF2B5EF4-FFF2-40B4-BE49-F238E27FC236}">
                <a16:creationId xmlns:a16="http://schemas.microsoft.com/office/drawing/2014/main" id="{8F217FB4-994C-47C9-9621-A3B38FC4151E}"/>
              </a:ext>
            </a:extLst>
          </p:cNvPr>
          <p:cNvSpPr>
            <a:spLocks noChangeShapeType="1"/>
          </p:cNvSpPr>
          <p:nvPr/>
        </p:nvSpPr>
        <p:spPr bwMode="auto">
          <a:xfrm>
            <a:off x="3357563" y="1289050"/>
            <a:ext cx="0" cy="452438"/>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04" name="Line 12">
            <a:extLst>
              <a:ext uri="{FF2B5EF4-FFF2-40B4-BE49-F238E27FC236}">
                <a16:creationId xmlns:a16="http://schemas.microsoft.com/office/drawing/2014/main" id="{0F4E628B-6B3D-47FA-A7B8-19762D782AB5}"/>
              </a:ext>
            </a:extLst>
          </p:cNvPr>
          <p:cNvSpPr>
            <a:spLocks noChangeShapeType="1"/>
          </p:cNvSpPr>
          <p:nvPr/>
        </p:nvSpPr>
        <p:spPr bwMode="auto">
          <a:xfrm>
            <a:off x="6223000" y="1289050"/>
            <a:ext cx="0" cy="452438"/>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05" name="Text Box 3">
            <a:extLst>
              <a:ext uri="{FF2B5EF4-FFF2-40B4-BE49-F238E27FC236}">
                <a16:creationId xmlns:a16="http://schemas.microsoft.com/office/drawing/2014/main" id="{FB43775E-DC57-4386-AE53-3F256C15CD81}"/>
              </a:ext>
            </a:extLst>
          </p:cNvPr>
          <p:cNvSpPr txBox="1">
            <a:spLocks noChangeArrowheads="1"/>
          </p:cNvSpPr>
          <p:nvPr/>
        </p:nvSpPr>
        <p:spPr bwMode="auto">
          <a:xfrm>
            <a:off x="1666875" y="2462213"/>
            <a:ext cx="4797425" cy="395287"/>
          </a:xfrm>
          <a:prstGeom prst="rect">
            <a:avLst/>
          </a:prstGeom>
          <a:noFill/>
          <a:ln w="9525">
            <a:solidFill>
              <a:schemeClr val="bg2"/>
            </a:solid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kumimoji="0" lang="en-US" altLang="zh-CN" sz="1000"/>
              <a:t>                                                           </a:t>
            </a:r>
          </a:p>
        </p:txBody>
      </p:sp>
      <p:sp>
        <p:nvSpPr>
          <p:cNvPr id="557061" name="Text Box 5">
            <a:extLst>
              <a:ext uri="{FF2B5EF4-FFF2-40B4-BE49-F238E27FC236}">
                <a16:creationId xmlns:a16="http://schemas.microsoft.com/office/drawing/2014/main" id="{ADD42522-789D-416D-98DF-5E87F95A434B}"/>
              </a:ext>
            </a:extLst>
          </p:cNvPr>
          <p:cNvSpPr txBox="1">
            <a:spLocks noChangeArrowheads="1"/>
          </p:cNvSpPr>
          <p:nvPr/>
        </p:nvSpPr>
        <p:spPr bwMode="auto">
          <a:xfrm>
            <a:off x="1298575" y="1755775"/>
            <a:ext cx="1011238" cy="452438"/>
          </a:xfrm>
          <a:prstGeom prst="rect">
            <a:avLst/>
          </a:prstGeom>
          <a:pattFill prst="solidDmnd">
            <a:fgClr>
              <a:schemeClr val="accent5"/>
            </a:fgClr>
            <a:bgClr>
              <a:srgbClr val="FFFFFF"/>
            </a:bgClr>
          </a:pattFill>
          <a:ln w="9525">
            <a:solidFill>
              <a:schemeClr val="bg2"/>
            </a:solidFill>
            <a:miter lim="800000"/>
            <a:headEnd/>
            <a:tailEnd/>
          </a:ln>
          <a:effectLst/>
        </p:spPr>
        <p:txBody>
          <a:bodyPr/>
          <a:lstStyle/>
          <a:p>
            <a:pPr>
              <a:defRPr/>
            </a:pPr>
            <a:endParaRPr kumimoji="0" lang="zh-CN" altLang="zh-CN" sz="1000">
              <a:latin typeface="Times New Roman" panose="02020603050405020304" pitchFamily="18" charset="0"/>
            </a:endParaRPr>
          </a:p>
        </p:txBody>
      </p:sp>
      <p:sp>
        <p:nvSpPr>
          <p:cNvPr id="33807" name="Text Box 8">
            <a:extLst>
              <a:ext uri="{FF2B5EF4-FFF2-40B4-BE49-F238E27FC236}">
                <a16:creationId xmlns:a16="http://schemas.microsoft.com/office/drawing/2014/main" id="{5DB80DC5-45FD-458A-8508-B1F70B650ECE}"/>
              </a:ext>
            </a:extLst>
          </p:cNvPr>
          <p:cNvSpPr txBox="1">
            <a:spLocks noChangeArrowheads="1"/>
          </p:cNvSpPr>
          <p:nvPr/>
        </p:nvSpPr>
        <p:spPr bwMode="auto">
          <a:xfrm>
            <a:off x="2900363" y="1755775"/>
            <a:ext cx="1011237" cy="452438"/>
          </a:xfrm>
          <a:prstGeom prst="rect">
            <a:avLst/>
          </a:prstGeom>
          <a:blipFill dpi="0" rotWithShape="0">
            <a:blip r:embed="rId4"/>
            <a:srcRect/>
            <a:tile tx="0" ty="0" sx="100000" sy="100000" flip="none" algn="tl"/>
          </a:blipFill>
          <a:ln w="9525">
            <a:solidFill>
              <a:schemeClr val="bg2"/>
            </a:solidFill>
            <a:miter lim="800000"/>
            <a:headEnd/>
            <a:tailEnd/>
          </a:ln>
        </p:spPr>
        <p:txBody>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endParaRPr kumimoji="0" lang="zh-CN" altLang="zh-CN" sz="1000"/>
          </a:p>
        </p:txBody>
      </p:sp>
      <p:sp>
        <p:nvSpPr>
          <p:cNvPr id="33808" name="Line 49">
            <a:extLst>
              <a:ext uri="{FF2B5EF4-FFF2-40B4-BE49-F238E27FC236}">
                <a16:creationId xmlns:a16="http://schemas.microsoft.com/office/drawing/2014/main" id="{289E9CD6-8074-4B42-AF6F-87BFDC22309E}"/>
              </a:ext>
            </a:extLst>
          </p:cNvPr>
          <p:cNvSpPr>
            <a:spLocks noChangeShapeType="1"/>
          </p:cNvSpPr>
          <p:nvPr/>
        </p:nvSpPr>
        <p:spPr bwMode="auto">
          <a:xfrm>
            <a:off x="3357563" y="2219325"/>
            <a:ext cx="0" cy="1020763"/>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33809" name="Line 56">
            <a:extLst>
              <a:ext uri="{FF2B5EF4-FFF2-40B4-BE49-F238E27FC236}">
                <a16:creationId xmlns:a16="http://schemas.microsoft.com/office/drawing/2014/main" id="{0F54F035-F714-4A5D-82E7-A3177B7E0E11}"/>
              </a:ext>
            </a:extLst>
          </p:cNvPr>
          <p:cNvSpPr>
            <a:spLocks noChangeShapeType="1"/>
          </p:cNvSpPr>
          <p:nvPr/>
        </p:nvSpPr>
        <p:spPr bwMode="auto">
          <a:xfrm flipH="1">
            <a:off x="3743325" y="1287463"/>
            <a:ext cx="649288" cy="43180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33810" name="AutoShape 61">
            <a:extLst>
              <a:ext uri="{FF2B5EF4-FFF2-40B4-BE49-F238E27FC236}">
                <a16:creationId xmlns:a16="http://schemas.microsoft.com/office/drawing/2014/main" id="{7A069BA0-D4A0-443B-B381-B386D50BB105}"/>
              </a:ext>
            </a:extLst>
          </p:cNvPr>
          <p:cNvSpPr>
            <a:spLocks noChangeArrowheads="1"/>
          </p:cNvSpPr>
          <p:nvPr/>
        </p:nvSpPr>
        <p:spPr bwMode="auto">
          <a:xfrm>
            <a:off x="0" y="6597650"/>
            <a:ext cx="827088" cy="260350"/>
          </a:xfrm>
          <a:prstGeom prst="curvedDownArrow">
            <a:avLst>
              <a:gd name="adj1" fmla="val 63537"/>
              <a:gd name="adj2" fmla="val 127073"/>
              <a:gd name="adj3" fmla="val 33333"/>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indent="609600">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endParaRPr lang="zh-CN" altLang="zh-CN" sz="2800">
              <a:solidFill>
                <a:schemeClr val="bg2"/>
              </a:solidFill>
              <a:latin typeface="宋体" panose="02010600030101010101" pitchFamily="2" charset="-122"/>
            </a:endParaRPr>
          </a:p>
        </p:txBody>
      </p:sp>
      <p:sp>
        <p:nvSpPr>
          <p:cNvPr id="30741" name="文本框 22">
            <a:extLst>
              <a:ext uri="{FF2B5EF4-FFF2-40B4-BE49-F238E27FC236}">
                <a16:creationId xmlns:a16="http://schemas.microsoft.com/office/drawing/2014/main" id="{5C4A7159-5D8C-4C34-8787-A63AE94DD28A}"/>
              </a:ext>
            </a:extLst>
          </p:cNvPr>
          <p:cNvSpPr txBox="1">
            <a:spLocks noChangeArrowheads="1"/>
          </p:cNvSpPr>
          <p:nvPr/>
        </p:nvSpPr>
        <p:spPr bwMode="auto">
          <a:xfrm>
            <a:off x="180975" y="196850"/>
            <a:ext cx="8991600" cy="830263"/>
          </a:xfrm>
          <a:prstGeom prst="rect">
            <a:avLst/>
          </a:prstGeom>
          <a:noFill/>
          <a:ln>
            <a:noFill/>
          </a:ln>
        </p:spPr>
        <p:txBody>
          <a:bodyPr>
            <a:spAutoFit/>
          </a:bodyPr>
          <a:lstStyle>
            <a:lvl1pPr>
              <a:defRPr kumimoji="1" sz="2800">
                <a:solidFill>
                  <a:schemeClr val="bg2"/>
                </a:solidFill>
                <a:latin typeface="宋体" panose="02010600030101010101" pitchFamily="2" charset="-122"/>
                <a:ea typeface="宋体" panose="02010600030101010101" pitchFamily="2" charset="-122"/>
              </a:defRPr>
            </a:lvl1pPr>
            <a:lvl2pPr marL="742950" indent="-285750">
              <a:defRPr kumimoji="1" sz="2800">
                <a:solidFill>
                  <a:schemeClr val="bg2"/>
                </a:solidFill>
                <a:latin typeface="宋体" panose="02010600030101010101" pitchFamily="2" charset="-122"/>
                <a:ea typeface="宋体" panose="02010600030101010101" pitchFamily="2" charset="-122"/>
              </a:defRPr>
            </a:lvl2pPr>
            <a:lvl3pPr marL="1143000" indent="-228600">
              <a:defRPr kumimoji="1" sz="2800">
                <a:solidFill>
                  <a:schemeClr val="bg2"/>
                </a:solidFill>
                <a:latin typeface="宋体" panose="02010600030101010101" pitchFamily="2" charset="-122"/>
                <a:ea typeface="宋体" panose="02010600030101010101" pitchFamily="2" charset="-122"/>
              </a:defRPr>
            </a:lvl3pPr>
            <a:lvl4pPr marL="1600200" indent="-228600">
              <a:defRPr kumimoji="1" sz="2800">
                <a:solidFill>
                  <a:schemeClr val="bg2"/>
                </a:solidFill>
                <a:latin typeface="宋体" panose="02010600030101010101" pitchFamily="2" charset="-122"/>
                <a:ea typeface="宋体" panose="02010600030101010101" pitchFamily="2" charset="-122"/>
              </a:defRPr>
            </a:lvl4pPr>
            <a:lvl5pPr marL="2057400" indent="-228600">
              <a:defRPr kumimoji="1" sz="2800">
                <a:solidFill>
                  <a:schemeClr val="bg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800">
                <a:solidFill>
                  <a:schemeClr val="bg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800">
                <a:solidFill>
                  <a:schemeClr val="bg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800">
                <a:solidFill>
                  <a:schemeClr val="bg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800">
                <a:solidFill>
                  <a:schemeClr val="bg2"/>
                </a:solidFill>
                <a:latin typeface="宋体" panose="02010600030101010101" pitchFamily="2" charset="-122"/>
                <a:ea typeface="宋体" panose="02010600030101010101" pitchFamily="2" charset="-122"/>
              </a:defRPr>
            </a:lvl9pPr>
          </a:lstStyle>
          <a:p>
            <a:pPr marL="342900" indent="-342900">
              <a:buFont typeface="Wingdings" panose="05000000000000000000" pitchFamily="2" charset="2"/>
              <a:buChar char="Ø"/>
              <a:defRPr/>
            </a:pPr>
            <a:r>
              <a:rPr kumimoji="0" lang="zh-CN" altLang="en-US" sz="2400" b="1" dirty="0">
                <a:solidFill>
                  <a:schemeClr val="bg1">
                    <a:lumMod val="75000"/>
                  </a:schemeClr>
                </a:solidFill>
                <a:latin typeface="楷体" panose="02010609060101010101" pitchFamily="49" charset="-122"/>
                <a:ea typeface="楷体" panose="02010609060101010101" pitchFamily="49" charset="-122"/>
              </a:rPr>
              <a:t>数据库的三级模式结构及两级</a:t>
            </a:r>
            <a:r>
              <a:rPr lang="zh-CN" altLang="en-US" sz="2400" b="1" dirty="0">
                <a:solidFill>
                  <a:schemeClr val="bg1">
                    <a:lumMod val="75000"/>
                  </a:schemeClr>
                </a:solidFill>
                <a:latin typeface="楷体" panose="02010609060101010101" pitchFamily="49" charset="-122"/>
                <a:ea typeface="楷体" panose="02010609060101010101" pitchFamily="49" charset="-122"/>
              </a:rPr>
              <a:t>映像功能</a:t>
            </a:r>
          </a:p>
          <a:p>
            <a:pPr>
              <a:defRPr/>
            </a:pPr>
            <a:endParaRPr lang="zh-CN" altLang="en-US" sz="2400" dirty="0">
              <a:solidFill>
                <a:schemeClr val="bg1">
                  <a:lumMod val="75000"/>
                </a:schemeClr>
              </a:solidFill>
              <a:latin typeface="楷体" panose="02010609060101010101" pitchFamily="49" charset="-122"/>
              <a:ea typeface="楷体" panose="02010609060101010101" pitchFamily="49" charset="-122"/>
            </a:endParaRPr>
          </a:p>
        </p:txBody>
      </p:sp>
      <p:pic>
        <p:nvPicPr>
          <p:cNvPr id="20" name="图片 19">
            <a:extLst>
              <a:ext uri="{FF2B5EF4-FFF2-40B4-BE49-F238E27FC236}">
                <a16:creationId xmlns:a16="http://schemas.microsoft.com/office/drawing/2014/main" id="{70A5290F-8C7E-FF43-82C5-BD1B7D124C67}"/>
              </a:ext>
            </a:extLst>
          </p:cNvPr>
          <p:cNvPicPr>
            <a:picLocks noChangeAspect="1"/>
          </p:cNvPicPr>
          <p:nvPr/>
        </p:nvPicPr>
        <p:blipFill rotWithShape="1">
          <a:blip r:embed="rId5"/>
          <a:srcRect l="676" t="20973" r="54062" b="13716"/>
          <a:stretch/>
        </p:blipFill>
        <p:spPr>
          <a:xfrm>
            <a:off x="36934" y="339579"/>
            <a:ext cx="577970" cy="550431"/>
          </a:xfrm>
          <a:prstGeom prst="rect">
            <a:avLst/>
          </a:prstGeom>
        </p:spPr>
      </p:pic>
    </p:spTree>
    <p:extLst>
      <p:ext uri="{BB962C8B-B14F-4D97-AF65-F5344CB8AC3E}">
        <p14:creationId xmlns:p14="http://schemas.microsoft.com/office/powerpoint/2010/main" val="428011122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818" name="文本框 2">
            <a:extLst>
              <a:ext uri="{FF2B5EF4-FFF2-40B4-BE49-F238E27FC236}">
                <a16:creationId xmlns:a16="http://schemas.microsoft.com/office/drawing/2014/main" id="{D8054070-DFDB-4525-9EDC-4E121AC040FE}"/>
              </a:ext>
            </a:extLst>
          </p:cNvPr>
          <p:cNvSpPr txBox="1">
            <a:spLocks noChangeArrowheads="1"/>
          </p:cNvSpPr>
          <p:nvPr/>
        </p:nvSpPr>
        <p:spPr bwMode="auto">
          <a:xfrm>
            <a:off x="323850" y="333375"/>
            <a:ext cx="45720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kumimoji="0" lang="zh-CN" altLang="en-US" sz="2800" b="1">
                <a:solidFill>
                  <a:schemeClr val="bg1"/>
                </a:solidFill>
                <a:latin typeface="楷体" panose="02010609060101010101" pitchFamily="49" charset="-122"/>
                <a:ea typeface="楷体" panose="02010609060101010101" pitchFamily="49" charset="-122"/>
              </a:rPr>
              <a:t>数据库的三级模式结构</a:t>
            </a:r>
            <a:endParaRPr lang="zh-CN" altLang="en-US" sz="2800">
              <a:solidFill>
                <a:schemeClr val="bg1"/>
              </a:solidFill>
              <a:latin typeface="楷体" panose="02010609060101010101" pitchFamily="49" charset="-122"/>
              <a:ea typeface="楷体" panose="02010609060101010101" pitchFamily="49" charset="-122"/>
            </a:endParaRPr>
          </a:p>
        </p:txBody>
      </p:sp>
      <p:sp>
        <p:nvSpPr>
          <p:cNvPr id="4" name="Rectangle 2">
            <a:extLst>
              <a:ext uri="{FF2B5EF4-FFF2-40B4-BE49-F238E27FC236}">
                <a16:creationId xmlns:a16="http://schemas.microsoft.com/office/drawing/2014/main" id="{2B8F48D3-C21D-4FD5-9A11-2F84206A27E0}"/>
              </a:ext>
            </a:extLst>
          </p:cNvPr>
          <p:cNvSpPr txBox="1">
            <a:spLocks noChangeArrowheads="1"/>
          </p:cNvSpPr>
          <p:nvPr/>
        </p:nvSpPr>
        <p:spPr>
          <a:xfrm>
            <a:off x="107950" y="981075"/>
            <a:ext cx="9144000" cy="1752600"/>
          </a:xfrm>
          <a:prstGeom prst="rect">
            <a:avLst/>
          </a:prstGeom>
        </p:spPr>
        <p:txBody>
          <a:bodyPr/>
          <a:lstStyle>
            <a:lvl1pPr algn="ctr" rtl="0" eaLnBrk="0" fontAlgn="base" hangingPunct="0">
              <a:spcBef>
                <a:spcPct val="0"/>
              </a:spcBef>
              <a:spcAft>
                <a:spcPct val="0"/>
              </a:spcAft>
              <a:defRPr kumimoji="1" sz="4400" kern="1200">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440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kumimoji="1" sz="440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kumimoji="1" sz="440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kumimoji="1" sz="440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kumimoji="1" sz="440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kumimoji="1" sz="440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kumimoji="1" sz="440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kumimoji="1" sz="440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defRPr>
            </a:lvl9pPr>
          </a:lstStyle>
          <a:p>
            <a:pPr marL="342900" indent="-342900" algn="l">
              <a:lnSpc>
                <a:spcPct val="130000"/>
              </a:lnSpc>
              <a:buFont typeface="Wingdings" panose="05000000000000000000" pitchFamily="2" charset="2"/>
              <a:buChar char="p"/>
              <a:defRPr/>
            </a:pPr>
            <a:r>
              <a:rPr lang="zh-CN" altLang="en-US" sz="2400" b="1" dirty="0">
                <a:solidFill>
                  <a:srgbClr val="990033"/>
                </a:solidFill>
                <a:sym typeface="Symbol" panose="05050102010706020507" pitchFamily="18" charset="2"/>
              </a:rPr>
              <a:t>概念</a:t>
            </a:r>
            <a:r>
              <a:rPr lang="zh-CN" altLang="en-US" sz="2400" b="1" dirty="0">
                <a:solidFill>
                  <a:srgbClr val="990033"/>
                </a:solidFill>
              </a:rPr>
              <a:t>模式  </a:t>
            </a:r>
            <a:r>
              <a:rPr lang="zh-CN" altLang="en-US" sz="2400" b="1" dirty="0">
                <a:solidFill>
                  <a:srgbClr val="000000"/>
                </a:solidFill>
              </a:rPr>
              <a:t>（ </a:t>
            </a:r>
            <a:r>
              <a:rPr lang="en-US" altLang="zh-CN" sz="2400" b="1" dirty="0">
                <a:solidFill>
                  <a:srgbClr val="000000"/>
                </a:solidFill>
              </a:rPr>
              <a:t>Conceptual  Schema</a:t>
            </a:r>
            <a:r>
              <a:rPr lang="zh-CN" altLang="en-US" sz="2400" b="1" dirty="0">
                <a:solidFill>
                  <a:srgbClr val="000000"/>
                </a:solidFill>
              </a:rPr>
              <a:t>）</a:t>
            </a:r>
            <a:br>
              <a:rPr lang="en-US" altLang="zh-CN" sz="2400" b="1" dirty="0">
                <a:solidFill>
                  <a:srgbClr val="000000"/>
                </a:solidFill>
              </a:rPr>
            </a:br>
            <a:r>
              <a:rPr lang="zh-CN" altLang="en-US" sz="2400" b="1" dirty="0">
                <a:solidFill>
                  <a:srgbClr val="000000"/>
                </a:solidFill>
              </a:rPr>
              <a:t>                                    也称</a:t>
            </a:r>
            <a:r>
              <a:rPr lang="zh-CN" altLang="en-US" sz="2400" b="1" dirty="0">
                <a:solidFill>
                  <a:srgbClr val="800000"/>
                </a:solidFill>
              </a:rPr>
              <a:t>整体逻辑结构</a:t>
            </a:r>
            <a:r>
              <a:rPr lang="zh-CN" altLang="en-US" sz="2400" b="1" dirty="0">
                <a:solidFill>
                  <a:srgbClr val="000000"/>
                </a:solidFill>
                <a:latin typeface="+mn-ea"/>
                <a:ea typeface="+mn-ea"/>
              </a:rPr>
              <a:t>或</a:t>
            </a:r>
            <a:r>
              <a:rPr lang="zh-CN" altLang="en-US" sz="2400" b="1" dirty="0">
                <a:solidFill>
                  <a:srgbClr val="800000"/>
                </a:solidFill>
                <a:latin typeface="+mn-ea"/>
                <a:ea typeface="+mn-ea"/>
              </a:rPr>
              <a:t>模式</a:t>
            </a:r>
            <a:r>
              <a:rPr lang="zh-CN" altLang="en-US" sz="2400" b="1" dirty="0">
                <a:solidFill>
                  <a:srgbClr val="000000"/>
                </a:solidFill>
                <a:latin typeface="+mn-ea"/>
                <a:ea typeface="+mn-ea"/>
              </a:rPr>
              <a:t>或</a:t>
            </a:r>
            <a:r>
              <a:rPr lang="zh-CN" altLang="en-US" sz="2400" b="1" dirty="0">
                <a:solidFill>
                  <a:srgbClr val="800000"/>
                </a:solidFill>
                <a:latin typeface="+mn-ea"/>
                <a:ea typeface="+mn-ea"/>
              </a:rPr>
              <a:t>全局模式</a:t>
            </a:r>
            <a:br>
              <a:rPr lang="en-US" altLang="zh-CN" sz="2400" b="1" dirty="0">
                <a:solidFill>
                  <a:srgbClr val="990033"/>
                </a:solidFill>
              </a:rPr>
            </a:br>
            <a:r>
              <a:rPr lang="en-US" altLang="zh-CN" sz="2400" b="1" dirty="0">
                <a:solidFill>
                  <a:srgbClr val="990033"/>
                </a:solidFill>
              </a:rPr>
              <a:t>                   </a:t>
            </a:r>
            <a:endParaRPr lang="zh-CN" altLang="en-US" sz="2400" b="1" dirty="0">
              <a:solidFill>
                <a:schemeClr val="bg1"/>
              </a:solidFill>
            </a:endParaRPr>
          </a:p>
        </p:txBody>
      </p:sp>
      <p:sp>
        <p:nvSpPr>
          <p:cNvPr id="6" name="Rectangle 3">
            <a:extLst>
              <a:ext uri="{FF2B5EF4-FFF2-40B4-BE49-F238E27FC236}">
                <a16:creationId xmlns:a16="http://schemas.microsoft.com/office/drawing/2014/main" id="{50CEF5B5-279F-4A0C-BCFD-61FE866026AC}"/>
              </a:ext>
            </a:extLst>
          </p:cNvPr>
          <p:cNvSpPr txBox="1">
            <a:spLocks noChangeArrowheads="1"/>
          </p:cNvSpPr>
          <p:nvPr/>
        </p:nvSpPr>
        <p:spPr bwMode="auto">
          <a:xfrm>
            <a:off x="179388" y="2214563"/>
            <a:ext cx="9144000" cy="4608512"/>
          </a:xfrm>
          <a:prstGeom prst="rect">
            <a:avLst/>
          </a:prstGeom>
          <a:noFill/>
          <a:ln>
            <a:noFill/>
          </a:ln>
          <a:effectLst/>
        </p:spPr>
        <p:txBody>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bg2"/>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bg2"/>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bg2"/>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bg2"/>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Char char="Ø"/>
              <a:defRPr/>
            </a:pPr>
            <a:r>
              <a:rPr lang="zh-CN" altLang="en-US" sz="2000" b="1" dirty="0">
                <a:solidFill>
                  <a:srgbClr val="800000"/>
                </a:solidFill>
                <a:latin typeface="华文楷体" panose="02010600040101010101" pitchFamily="2" charset="-122"/>
                <a:ea typeface="华文楷体" panose="02010600040101010101" pitchFamily="2" charset="-122"/>
              </a:rPr>
              <a:t>模式</a:t>
            </a:r>
            <a:r>
              <a:rPr lang="zh-CN" altLang="en-US" sz="2000" b="1" dirty="0">
                <a:solidFill>
                  <a:schemeClr val="bg1"/>
                </a:solidFill>
                <a:latin typeface="华文楷体" panose="02010600040101010101" pitchFamily="2" charset="-122"/>
                <a:ea typeface="华文楷体" panose="02010600040101010101" pitchFamily="2" charset="-122"/>
              </a:rPr>
              <a:t>是数据库中</a:t>
            </a:r>
            <a:r>
              <a:rPr lang="zh-CN" altLang="en-US" sz="2000" b="1" dirty="0">
                <a:solidFill>
                  <a:srgbClr val="800000"/>
                </a:solidFill>
                <a:latin typeface="华文楷体" panose="02010600040101010101" pitchFamily="2" charset="-122"/>
                <a:ea typeface="华文楷体" panose="02010600040101010101" pitchFamily="2" charset="-122"/>
              </a:rPr>
              <a:t>全部数据</a:t>
            </a:r>
            <a:r>
              <a:rPr lang="zh-CN" altLang="en-US" sz="2000" b="1" dirty="0">
                <a:solidFill>
                  <a:schemeClr val="bg1">
                    <a:lumMod val="75000"/>
                  </a:schemeClr>
                </a:solidFill>
                <a:latin typeface="华文楷体" panose="02010600040101010101" pitchFamily="2" charset="-122"/>
                <a:ea typeface="华文楷体" panose="02010600040101010101" pitchFamily="2" charset="-122"/>
              </a:rPr>
              <a:t>的整体逻辑结构的描述</a:t>
            </a:r>
            <a:r>
              <a:rPr lang="zh-CN" altLang="en-US" sz="2000" b="1" dirty="0">
                <a:solidFill>
                  <a:schemeClr val="bg1"/>
                </a:solidFill>
                <a:latin typeface="华文楷体" panose="02010600040101010101" pitchFamily="2" charset="-122"/>
                <a:ea typeface="华文楷体" panose="02010600040101010101" pitchFamily="2" charset="-122"/>
              </a:rPr>
              <a:t>。</a:t>
            </a:r>
            <a:endParaRPr lang="en-US" altLang="zh-CN" sz="2000" b="1" dirty="0">
              <a:solidFill>
                <a:schemeClr val="accent3">
                  <a:lumMod val="50000"/>
                </a:schemeClr>
              </a:solidFill>
              <a:latin typeface="华文楷体" panose="02010600040101010101" pitchFamily="2" charset="-122"/>
              <a:ea typeface="华文楷体" panose="02010600040101010101" pitchFamily="2" charset="-122"/>
            </a:endParaRPr>
          </a:p>
          <a:p>
            <a:pPr>
              <a:lnSpc>
                <a:spcPct val="150000"/>
              </a:lnSpc>
              <a:buFont typeface="Wingdings" panose="05000000000000000000" pitchFamily="2" charset="2"/>
              <a:buChar char="Ø"/>
              <a:defRPr/>
            </a:pPr>
            <a:r>
              <a:rPr lang="zh-CN" altLang="en-US" sz="2000" b="1" dirty="0">
                <a:solidFill>
                  <a:srgbClr val="800000"/>
                </a:solidFill>
                <a:latin typeface="华文楷体" panose="02010600040101010101" pitchFamily="2" charset="-122"/>
                <a:ea typeface="华文楷体" panose="02010600040101010101" pitchFamily="2" charset="-122"/>
              </a:rPr>
              <a:t>模式中描述了</a:t>
            </a:r>
            <a:r>
              <a:rPr lang="zh-CN" altLang="en-US" sz="2000" b="1" dirty="0">
                <a:latin typeface="华文楷体" panose="02010600040101010101" pitchFamily="2" charset="-122"/>
                <a:ea typeface="华文楷体" panose="02010600040101010101" pitchFamily="2" charset="-122"/>
              </a:rPr>
              <a:t>所有用户的数据定义</a:t>
            </a:r>
            <a:r>
              <a:rPr lang="zh-CN" altLang="en-US" sz="2000" b="1" dirty="0">
                <a:solidFill>
                  <a:srgbClr val="800000"/>
                </a:solidFill>
                <a:latin typeface="华文楷体" panose="02010600040101010101" pitchFamily="2" charset="-122"/>
                <a:ea typeface="华文楷体" panose="02010600040101010101" pitchFamily="2" charset="-122"/>
              </a:rPr>
              <a:t>（全局数据视图）</a:t>
            </a:r>
            <a:r>
              <a:rPr lang="zh-CN" altLang="en-US" sz="2000" b="1" dirty="0">
                <a:latin typeface="华文楷体" panose="02010600040101010101" pitchFamily="2" charset="-122"/>
                <a:ea typeface="华文楷体" panose="02010600040101010101" pitchFamily="2" charset="-122"/>
              </a:rPr>
              <a:t>综合了所有用户的需求      </a:t>
            </a:r>
            <a:r>
              <a:rPr lang="zh-CN" altLang="en-US" sz="2000" b="1" dirty="0">
                <a:solidFill>
                  <a:schemeClr val="bg1"/>
                </a:solidFill>
                <a:latin typeface="华文楷体" panose="02010600040101010101" pitchFamily="2" charset="-122"/>
                <a:ea typeface="华文楷体" panose="02010600040101010101" pitchFamily="2" charset="-122"/>
              </a:rPr>
              <a:t>数据的逻辑结构</a:t>
            </a:r>
            <a:r>
              <a:rPr lang="en-US" altLang="zh-CN" sz="2000" b="1" dirty="0">
                <a:solidFill>
                  <a:schemeClr val="bg1"/>
                </a:solidFill>
                <a:latin typeface="华文楷体" panose="02010600040101010101" pitchFamily="2" charset="-122"/>
                <a:ea typeface="华文楷体" panose="02010600040101010101" pitchFamily="2" charset="-122"/>
              </a:rPr>
              <a:t>(</a:t>
            </a:r>
            <a:r>
              <a:rPr lang="zh-CN" altLang="en-US" sz="2000" b="1" dirty="0">
                <a:solidFill>
                  <a:schemeClr val="bg1"/>
                </a:solidFill>
                <a:latin typeface="华文楷体" panose="02010600040101010101" pitchFamily="2" charset="-122"/>
                <a:ea typeface="华文楷体" panose="02010600040101010101" pitchFamily="2" charset="-122"/>
              </a:rPr>
              <a:t>概念记录类型的组成</a:t>
            </a:r>
            <a:r>
              <a:rPr lang="en-US" altLang="zh-CN" sz="2000" b="1" dirty="0">
                <a:solidFill>
                  <a:schemeClr val="bg1"/>
                </a:solidFill>
                <a:latin typeface="华文楷体" panose="02010600040101010101" pitchFamily="2" charset="-122"/>
                <a:ea typeface="华文楷体" panose="02010600040101010101" pitchFamily="2" charset="-122"/>
              </a:rPr>
              <a:t>)</a:t>
            </a:r>
          </a:p>
          <a:p>
            <a:pPr>
              <a:lnSpc>
                <a:spcPct val="150000"/>
              </a:lnSpc>
              <a:buFont typeface="Arial" panose="020B0604020202020204" pitchFamily="34" charset="0"/>
              <a:buChar char="•"/>
              <a:defRPr/>
            </a:pPr>
            <a:r>
              <a:rPr lang="zh-CN" altLang="en-US" sz="2000" b="1" dirty="0">
                <a:solidFill>
                  <a:schemeClr val="bg1"/>
                </a:solidFill>
                <a:latin typeface="华文楷体" panose="02010600040101010101" pitchFamily="2" charset="-122"/>
                <a:ea typeface="华文楷体" panose="02010600040101010101" pitchFamily="2" charset="-122"/>
              </a:rPr>
              <a:t>记录间的联系</a:t>
            </a:r>
            <a:endParaRPr lang="en-US" altLang="zh-CN" sz="2000" b="1" dirty="0">
              <a:solidFill>
                <a:schemeClr val="bg1"/>
              </a:solidFill>
              <a:latin typeface="华文楷体" panose="02010600040101010101" pitchFamily="2" charset="-122"/>
              <a:ea typeface="华文楷体" panose="02010600040101010101" pitchFamily="2" charset="-122"/>
            </a:endParaRPr>
          </a:p>
          <a:p>
            <a:pPr>
              <a:lnSpc>
                <a:spcPct val="150000"/>
              </a:lnSpc>
              <a:buFont typeface="Arial" panose="020B0604020202020204" pitchFamily="34" charset="0"/>
              <a:buChar char="•"/>
              <a:defRPr/>
            </a:pPr>
            <a:r>
              <a:rPr lang="zh-CN" altLang="en-US" sz="2000" b="1" dirty="0">
                <a:solidFill>
                  <a:schemeClr val="bg1"/>
                </a:solidFill>
                <a:latin typeface="华文楷体" panose="02010600040101010101" pitchFamily="2" charset="-122"/>
                <a:ea typeface="华文楷体" panose="02010600040101010101" pitchFamily="2" charset="-122"/>
              </a:rPr>
              <a:t>数据的完整性和安全性要求</a:t>
            </a:r>
            <a:endParaRPr lang="en-US" altLang="zh-CN" sz="2000" b="1" dirty="0">
              <a:solidFill>
                <a:schemeClr val="bg1"/>
              </a:solidFill>
              <a:latin typeface="华文楷体" panose="02010600040101010101" pitchFamily="2" charset="-122"/>
              <a:ea typeface="华文楷体" panose="02010600040101010101" pitchFamily="2" charset="-122"/>
            </a:endParaRPr>
          </a:p>
          <a:p>
            <a:pPr>
              <a:lnSpc>
                <a:spcPct val="150000"/>
              </a:lnSpc>
              <a:buFont typeface="Wingdings" panose="05000000000000000000" pitchFamily="2" charset="2"/>
              <a:buChar char="Ø"/>
              <a:defRPr/>
            </a:pPr>
            <a:r>
              <a:rPr lang="zh-CN" altLang="en-US" sz="2000" b="1" dirty="0">
                <a:solidFill>
                  <a:srgbClr val="800000"/>
                </a:solidFill>
                <a:latin typeface="华文楷体" panose="02010600040101010101" pitchFamily="2" charset="-122"/>
                <a:ea typeface="华文楷体" panose="02010600040101010101" pitchFamily="2" charset="-122"/>
              </a:rPr>
              <a:t>模式位于</a:t>
            </a:r>
            <a:r>
              <a:rPr lang="zh-CN" altLang="en-US" sz="2000" b="1" dirty="0">
                <a:latin typeface="华文楷体" panose="02010600040101010101" pitchFamily="2" charset="-122"/>
                <a:ea typeface="华文楷体" panose="02010600040101010101" pitchFamily="2" charset="-122"/>
              </a:rPr>
              <a:t>数据库系统模式结构的中间层；</a:t>
            </a:r>
          </a:p>
          <a:p>
            <a:pPr>
              <a:buFont typeface="Wingdings" panose="05000000000000000000" pitchFamily="2" charset="2"/>
              <a:buNone/>
              <a:defRPr/>
            </a:pPr>
            <a:r>
              <a:rPr lang="zh-CN" altLang="en-US" sz="2000" b="1" dirty="0">
                <a:latin typeface="华文楷体" panose="02010600040101010101" pitchFamily="2" charset="-122"/>
                <a:ea typeface="华文楷体" panose="02010600040101010101" pitchFamily="2" charset="-122"/>
              </a:rPr>
              <a:t>            </a:t>
            </a:r>
            <a:r>
              <a:rPr lang="zh-CN" altLang="en-US" sz="2000" b="1" dirty="0">
                <a:solidFill>
                  <a:schemeClr val="bg1"/>
                </a:solidFill>
                <a:latin typeface="华文楷体" panose="02010600040101010101" pitchFamily="2" charset="-122"/>
                <a:ea typeface="华文楷体" panose="02010600040101010101" pitchFamily="2" charset="-122"/>
              </a:rPr>
              <a:t>与数据的物理存储结构和硬件环境无关；   </a:t>
            </a:r>
          </a:p>
          <a:p>
            <a:pPr>
              <a:buFont typeface="Wingdings" panose="05000000000000000000" pitchFamily="2" charset="2"/>
              <a:buNone/>
              <a:defRPr/>
            </a:pPr>
            <a:r>
              <a:rPr lang="zh-CN" altLang="en-US" sz="2000" b="1" dirty="0">
                <a:solidFill>
                  <a:schemeClr val="bg1"/>
                </a:solidFill>
                <a:latin typeface="华文楷体" panose="02010600040101010101" pitchFamily="2" charset="-122"/>
                <a:ea typeface="华文楷体" panose="02010600040101010101" pitchFamily="2" charset="-122"/>
              </a:rPr>
              <a:t>            与具体的用户应用程序、开发工具及高级程序设计语言无关。</a:t>
            </a:r>
          </a:p>
          <a:p>
            <a:pPr>
              <a:lnSpc>
                <a:spcPct val="150000"/>
              </a:lnSpc>
              <a:buFont typeface="Wingdings" panose="05000000000000000000" pitchFamily="2" charset="2"/>
              <a:buChar char="Ø"/>
              <a:defRPr/>
            </a:pPr>
            <a:endParaRPr lang="en-US" altLang="zh-CN" sz="2000" b="1" dirty="0">
              <a:solidFill>
                <a:schemeClr val="bg1"/>
              </a:solidFill>
              <a:latin typeface="华文楷体" panose="02010600040101010101" pitchFamily="2" charset="-122"/>
              <a:ea typeface="华文楷体" panose="02010600040101010101" pitchFamily="2" charset="-122"/>
            </a:endParaRPr>
          </a:p>
          <a:p>
            <a:pPr>
              <a:lnSpc>
                <a:spcPct val="150000"/>
              </a:lnSpc>
              <a:buFont typeface="Wingdings" panose="05000000000000000000" pitchFamily="2" charset="2"/>
              <a:buChar char="Ø"/>
              <a:defRPr/>
            </a:pPr>
            <a:endParaRPr lang="en-US" altLang="zh-CN" sz="2000" b="1" dirty="0">
              <a:solidFill>
                <a:schemeClr val="bg1"/>
              </a:solidFill>
              <a:latin typeface="华文楷体" panose="02010600040101010101" pitchFamily="2" charset="-122"/>
              <a:ea typeface="华文楷体" panose="02010600040101010101" pitchFamily="2" charset="-122"/>
            </a:endParaRPr>
          </a:p>
          <a:p>
            <a:pPr>
              <a:lnSpc>
                <a:spcPct val="150000"/>
              </a:lnSpc>
              <a:buFont typeface="Wingdings" panose="05000000000000000000" pitchFamily="2" charset="2"/>
              <a:buChar char="Ø"/>
              <a:defRPr/>
            </a:pPr>
            <a:endParaRPr lang="en-US" altLang="zh-CN" sz="2000" b="1" dirty="0">
              <a:latin typeface="华文楷体" panose="02010600040101010101" pitchFamily="2" charset="-122"/>
              <a:ea typeface="华文楷体" panose="02010600040101010101" pitchFamily="2" charset="-122"/>
            </a:endParaRPr>
          </a:p>
          <a:p>
            <a:pPr>
              <a:buFont typeface="Wingdings" panose="05000000000000000000" pitchFamily="2" charset="2"/>
              <a:buNone/>
              <a:defRPr/>
            </a:pPr>
            <a:r>
              <a:rPr lang="zh-CN" altLang="en-US" sz="2000" b="1" dirty="0">
                <a:latin typeface="华文楷体" panose="02010600040101010101" pitchFamily="2" charset="-122"/>
                <a:ea typeface="华文楷体" panose="02010600040101010101" pitchFamily="2" charset="-122"/>
              </a:rPr>
              <a:t>   </a:t>
            </a:r>
            <a:endParaRPr lang="en-US" altLang="zh-CN" sz="2000" b="1"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04556197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1830AEB9-C525-4DA1-865E-7C688CA0D9C6}"/>
              </a:ext>
            </a:extLst>
          </p:cNvPr>
          <p:cNvSpPr txBox="1">
            <a:spLocks noChangeArrowheads="1"/>
          </p:cNvSpPr>
          <p:nvPr/>
        </p:nvSpPr>
        <p:spPr>
          <a:xfrm>
            <a:off x="247650" y="836613"/>
            <a:ext cx="8758238" cy="1728787"/>
          </a:xfrm>
          <a:prstGeom prst="rect">
            <a:avLst/>
          </a:prstGeom>
        </p:spPr>
        <p:txBody>
          <a:bodyPr/>
          <a:lstStyle>
            <a:lvl1pPr algn="ctr" rtl="0" eaLnBrk="0" fontAlgn="base" hangingPunct="0">
              <a:spcBef>
                <a:spcPct val="0"/>
              </a:spcBef>
              <a:spcAft>
                <a:spcPct val="0"/>
              </a:spcAft>
              <a:defRPr kumimoji="1" sz="4400" kern="1200">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440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kumimoji="1" sz="440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kumimoji="1" sz="440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kumimoji="1" sz="440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kumimoji="1" sz="440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kumimoji="1" sz="440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kumimoji="1" sz="440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kumimoji="1" sz="440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defRPr>
            </a:lvl9pPr>
          </a:lstStyle>
          <a:p>
            <a:pPr marL="342900" indent="-342900" algn="l">
              <a:lnSpc>
                <a:spcPct val="150000"/>
              </a:lnSpc>
              <a:buFont typeface="Wingdings" panose="05000000000000000000" pitchFamily="2" charset="2"/>
              <a:buChar char="p"/>
              <a:defRPr/>
            </a:pPr>
            <a:r>
              <a:rPr lang="zh-CN" altLang="en-US" sz="2400" b="1" dirty="0">
                <a:solidFill>
                  <a:srgbClr val="800000"/>
                </a:solidFill>
                <a:effectLst/>
                <a:latin typeface="宋体" panose="02010600030101010101" pitchFamily="2" charset="-122"/>
              </a:rPr>
              <a:t>外模式</a:t>
            </a:r>
            <a:r>
              <a:rPr lang="en-US" altLang="zh-CN" sz="2400" b="1" dirty="0">
                <a:solidFill>
                  <a:srgbClr val="800000"/>
                </a:solidFill>
                <a:effectLst/>
                <a:latin typeface="宋体" panose="02010600030101010101" pitchFamily="2" charset="-122"/>
              </a:rPr>
              <a:t> </a:t>
            </a:r>
            <a:r>
              <a:rPr lang="zh-CN" altLang="en-US" sz="2400" b="1" dirty="0">
                <a:solidFill>
                  <a:srgbClr val="800000"/>
                </a:solidFill>
                <a:effectLst/>
                <a:latin typeface="宋体" panose="02010600030101010101" pitchFamily="2" charset="-122"/>
              </a:rPr>
              <a:t>（</a:t>
            </a:r>
            <a:r>
              <a:rPr lang="en-US" altLang="zh-CN" sz="2400" b="1" dirty="0">
                <a:solidFill>
                  <a:srgbClr val="800000"/>
                </a:solidFill>
                <a:effectLst/>
                <a:latin typeface="宋体" panose="02010600030101010101" pitchFamily="2" charset="-122"/>
              </a:rPr>
              <a:t>External Schema</a:t>
            </a:r>
            <a:r>
              <a:rPr lang="zh-CN" altLang="en-US" sz="2400" b="1" dirty="0">
                <a:solidFill>
                  <a:srgbClr val="800000"/>
                </a:solidFill>
                <a:effectLst/>
                <a:latin typeface="宋体" panose="02010600030101010101" pitchFamily="2" charset="-122"/>
              </a:rPr>
              <a:t>）</a:t>
            </a:r>
            <a:br>
              <a:rPr lang="en-US" altLang="zh-CN" sz="2400" dirty="0">
                <a:solidFill>
                  <a:srgbClr val="800000"/>
                </a:solidFill>
                <a:latin typeface="宋体" panose="02010600030101010101" pitchFamily="2" charset="-122"/>
              </a:rPr>
            </a:br>
            <a:r>
              <a:rPr lang="en-US" altLang="zh-CN" sz="2400" dirty="0">
                <a:solidFill>
                  <a:srgbClr val="006600"/>
                </a:solidFill>
                <a:latin typeface="宋体" panose="02010600030101010101" pitchFamily="2" charset="-122"/>
              </a:rPr>
              <a:t>                   </a:t>
            </a:r>
            <a:r>
              <a:rPr lang="zh-CN" altLang="en-US" sz="2400" b="1" dirty="0">
                <a:solidFill>
                  <a:srgbClr val="000000"/>
                </a:solidFill>
                <a:effectLst/>
                <a:latin typeface="宋体" panose="02010600030101010101" pitchFamily="2" charset="-122"/>
              </a:rPr>
              <a:t>也称</a:t>
            </a:r>
            <a:r>
              <a:rPr lang="zh-CN" altLang="en-US" sz="2400" b="1" dirty="0">
                <a:solidFill>
                  <a:srgbClr val="800000"/>
                </a:solidFill>
                <a:latin typeface="+mn-ea"/>
                <a:ea typeface="+mn-ea"/>
              </a:rPr>
              <a:t>局部逻辑结构</a:t>
            </a:r>
            <a:r>
              <a:rPr lang="zh-CN" altLang="en-US" sz="2400" b="1" dirty="0">
                <a:solidFill>
                  <a:srgbClr val="000000"/>
                </a:solidFill>
                <a:latin typeface="+mn-ea"/>
                <a:ea typeface="+mn-ea"/>
              </a:rPr>
              <a:t>或</a:t>
            </a:r>
            <a:r>
              <a:rPr lang="zh-CN" altLang="en-US" sz="2400" b="1" dirty="0">
                <a:solidFill>
                  <a:srgbClr val="800000"/>
                </a:solidFill>
                <a:latin typeface="+mn-ea"/>
                <a:ea typeface="+mn-ea"/>
              </a:rPr>
              <a:t>子模式</a:t>
            </a:r>
            <a:r>
              <a:rPr lang="zh-CN" altLang="en-US" sz="2400" b="1" dirty="0">
                <a:solidFill>
                  <a:srgbClr val="000000"/>
                </a:solidFill>
                <a:latin typeface="+mn-ea"/>
                <a:ea typeface="+mn-ea"/>
              </a:rPr>
              <a:t>或</a:t>
            </a:r>
            <a:r>
              <a:rPr lang="zh-CN" altLang="en-US" sz="2400" b="1" dirty="0">
                <a:solidFill>
                  <a:srgbClr val="800000"/>
                </a:solidFill>
                <a:latin typeface="+mn-ea"/>
                <a:ea typeface="+mn-ea"/>
              </a:rPr>
              <a:t>用户模式</a:t>
            </a:r>
            <a:endParaRPr lang="zh-CN" altLang="en-US" sz="2400" b="1" dirty="0">
              <a:solidFill>
                <a:schemeClr val="accent3">
                  <a:lumMod val="50000"/>
                </a:schemeClr>
              </a:solidFill>
              <a:latin typeface="宋体" panose="02010600030101010101" pitchFamily="2" charset="-122"/>
            </a:endParaRPr>
          </a:p>
        </p:txBody>
      </p:sp>
      <p:sp>
        <p:nvSpPr>
          <p:cNvPr id="3" name="文本框 1">
            <a:extLst>
              <a:ext uri="{FF2B5EF4-FFF2-40B4-BE49-F238E27FC236}">
                <a16:creationId xmlns:a16="http://schemas.microsoft.com/office/drawing/2014/main" id="{9CE69EEF-38AF-4569-B4BA-27355FA8D1CE}"/>
              </a:ext>
            </a:extLst>
          </p:cNvPr>
          <p:cNvSpPr txBox="1">
            <a:spLocks noChangeArrowheads="1"/>
          </p:cNvSpPr>
          <p:nvPr/>
        </p:nvSpPr>
        <p:spPr bwMode="auto">
          <a:xfrm>
            <a:off x="192088" y="188913"/>
            <a:ext cx="8991600" cy="585787"/>
          </a:xfrm>
          <a:prstGeom prst="rect">
            <a:avLst/>
          </a:prstGeom>
          <a:noFill/>
          <a:ln>
            <a:noFill/>
          </a:ln>
        </p:spPr>
        <p:txBody>
          <a:bodyPr>
            <a:spAutoFit/>
          </a:bodyPr>
          <a:lstStyle>
            <a:lvl1pPr>
              <a:defRPr kumimoji="1" sz="2800">
                <a:solidFill>
                  <a:schemeClr val="bg2"/>
                </a:solidFill>
                <a:latin typeface="宋体" panose="02010600030101010101" pitchFamily="2" charset="-122"/>
                <a:ea typeface="宋体" panose="02010600030101010101" pitchFamily="2" charset="-122"/>
              </a:defRPr>
            </a:lvl1pPr>
            <a:lvl2pPr marL="742950" indent="-285750">
              <a:defRPr kumimoji="1" sz="2800">
                <a:solidFill>
                  <a:schemeClr val="bg2"/>
                </a:solidFill>
                <a:latin typeface="宋体" panose="02010600030101010101" pitchFamily="2" charset="-122"/>
                <a:ea typeface="宋体" panose="02010600030101010101" pitchFamily="2" charset="-122"/>
              </a:defRPr>
            </a:lvl2pPr>
            <a:lvl3pPr marL="1143000" indent="-228600">
              <a:defRPr kumimoji="1" sz="2800">
                <a:solidFill>
                  <a:schemeClr val="bg2"/>
                </a:solidFill>
                <a:latin typeface="宋体" panose="02010600030101010101" pitchFamily="2" charset="-122"/>
                <a:ea typeface="宋体" panose="02010600030101010101" pitchFamily="2" charset="-122"/>
              </a:defRPr>
            </a:lvl3pPr>
            <a:lvl4pPr marL="1600200" indent="-228600">
              <a:defRPr kumimoji="1" sz="2800">
                <a:solidFill>
                  <a:schemeClr val="bg2"/>
                </a:solidFill>
                <a:latin typeface="宋体" panose="02010600030101010101" pitchFamily="2" charset="-122"/>
                <a:ea typeface="宋体" panose="02010600030101010101" pitchFamily="2" charset="-122"/>
              </a:defRPr>
            </a:lvl4pPr>
            <a:lvl5pPr marL="2057400" indent="-228600">
              <a:defRPr kumimoji="1" sz="2800">
                <a:solidFill>
                  <a:schemeClr val="bg2"/>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800">
                <a:solidFill>
                  <a:schemeClr val="bg2"/>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800">
                <a:solidFill>
                  <a:schemeClr val="bg2"/>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800">
                <a:solidFill>
                  <a:schemeClr val="bg2"/>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800">
                <a:solidFill>
                  <a:schemeClr val="bg2"/>
                </a:solidFill>
                <a:latin typeface="宋体" panose="02010600030101010101" pitchFamily="2" charset="-122"/>
                <a:ea typeface="宋体" panose="02010600030101010101" pitchFamily="2" charset="-122"/>
              </a:defRPr>
            </a:lvl9pPr>
          </a:lstStyle>
          <a:p>
            <a:pPr>
              <a:defRPr/>
            </a:pPr>
            <a:r>
              <a:rPr kumimoji="0" lang="zh-CN" altLang="en-US" sz="3200" b="1" dirty="0">
                <a:solidFill>
                  <a:schemeClr val="accent3">
                    <a:lumMod val="50000"/>
                  </a:schemeClr>
                </a:solidFill>
                <a:latin typeface="楷体" panose="02010609060101010101" pitchFamily="49" charset="-122"/>
                <a:ea typeface="楷体" panose="02010609060101010101" pitchFamily="49" charset="-122"/>
              </a:rPr>
              <a:t>数据库的三级模式结构</a:t>
            </a:r>
            <a:endParaRPr lang="zh-CN" altLang="en-US" sz="3200" dirty="0">
              <a:solidFill>
                <a:schemeClr val="accent3">
                  <a:lumMod val="50000"/>
                </a:schemeClr>
              </a:solidFill>
              <a:latin typeface="楷体" panose="02010609060101010101" pitchFamily="49" charset="-122"/>
              <a:ea typeface="楷体" panose="02010609060101010101" pitchFamily="49" charset="-122"/>
            </a:endParaRPr>
          </a:p>
        </p:txBody>
      </p:sp>
      <p:sp>
        <p:nvSpPr>
          <p:cNvPr id="4" name="Rectangle 3">
            <a:extLst>
              <a:ext uri="{FF2B5EF4-FFF2-40B4-BE49-F238E27FC236}">
                <a16:creationId xmlns:a16="http://schemas.microsoft.com/office/drawing/2014/main" id="{90D7EFAC-43D5-4860-9C0C-7A2FF7DA2B0F}"/>
              </a:ext>
            </a:extLst>
          </p:cNvPr>
          <p:cNvSpPr txBox="1">
            <a:spLocks noChangeArrowheads="1"/>
          </p:cNvSpPr>
          <p:nvPr/>
        </p:nvSpPr>
        <p:spPr bwMode="auto">
          <a:xfrm>
            <a:off x="111125" y="2420938"/>
            <a:ext cx="9072563" cy="4608512"/>
          </a:xfrm>
          <a:prstGeom prst="rect">
            <a:avLst/>
          </a:prstGeom>
          <a:noFill/>
          <a:ln>
            <a:noFill/>
          </a:ln>
          <a:effectLst/>
        </p:spPr>
        <p:txBody>
          <a:bodyPr/>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Char char="Ø"/>
              <a:defRPr/>
            </a:pPr>
            <a:r>
              <a:rPr lang="zh-CN" altLang="en-US" sz="2000" b="1" dirty="0">
                <a:solidFill>
                  <a:srgbClr val="800000"/>
                </a:solidFill>
                <a:latin typeface="华文楷体" panose="02010600040101010101" pitchFamily="2" charset="-122"/>
                <a:ea typeface="华文楷体" panose="02010600040101010101" pitchFamily="2" charset="-122"/>
              </a:rPr>
              <a:t>外模式</a:t>
            </a:r>
            <a:r>
              <a:rPr lang="zh-CN" altLang="en-US" sz="2000" b="1" dirty="0">
                <a:solidFill>
                  <a:schemeClr val="bg1">
                    <a:lumMod val="75000"/>
                  </a:schemeClr>
                </a:solidFill>
                <a:latin typeface="华文楷体" panose="02010600040101010101" pitchFamily="2" charset="-122"/>
                <a:ea typeface="华文楷体" panose="02010600040101010101" pitchFamily="2" charset="-122"/>
              </a:rPr>
              <a:t>是用户与数据库系统的接口，是用户用到的那部分数据</a:t>
            </a:r>
            <a:r>
              <a:rPr lang="zh-CN" altLang="en-US" sz="2000" b="1" dirty="0">
                <a:solidFill>
                  <a:srgbClr val="800000"/>
                </a:solidFill>
                <a:latin typeface="华文楷体" panose="02010600040101010101" pitchFamily="2" charset="-122"/>
                <a:ea typeface="华文楷体" panose="02010600040101010101" pitchFamily="2" charset="-122"/>
              </a:rPr>
              <a:t>（用户的局部逻辑结构）的描述；</a:t>
            </a:r>
            <a:endParaRPr lang="en-US" altLang="zh-CN" sz="2000" b="1" dirty="0">
              <a:solidFill>
                <a:srgbClr val="800000"/>
              </a:solidFill>
              <a:latin typeface="华文楷体" panose="02010600040101010101" pitchFamily="2" charset="-122"/>
              <a:ea typeface="华文楷体" panose="02010600040101010101" pitchFamily="2" charset="-122"/>
            </a:endParaRPr>
          </a:p>
          <a:p>
            <a:pPr>
              <a:lnSpc>
                <a:spcPct val="150000"/>
              </a:lnSpc>
              <a:buFont typeface="Wingdings" panose="05000000000000000000" pitchFamily="2" charset="2"/>
              <a:buChar char="Ø"/>
              <a:defRPr/>
            </a:pPr>
            <a:r>
              <a:rPr lang="zh-CN" altLang="en-US" sz="2000" b="1" dirty="0">
                <a:solidFill>
                  <a:schemeClr val="bg1">
                    <a:lumMod val="75000"/>
                  </a:schemeClr>
                </a:solidFill>
                <a:latin typeface="华文楷体" panose="02010600040101010101" pitchFamily="2" charset="-122"/>
                <a:ea typeface="华文楷体" panose="02010600040101010101" pitchFamily="2" charset="-122"/>
              </a:rPr>
              <a:t>用户用到的那部分数据（用户的数据视图）是与某一特定应用有关的数据的逻辑表示；</a:t>
            </a:r>
            <a:endParaRPr lang="en-US" altLang="zh-CN" sz="2000" b="1" dirty="0">
              <a:solidFill>
                <a:schemeClr val="bg1">
                  <a:lumMod val="75000"/>
                </a:schemeClr>
              </a:solidFill>
              <a:latin typeface="华文楷体" panose="02010600040101010101" pitchFamily="2" charset="-122"/>
              <a:ea typeface="华文楷体" panose="02010600040101010101" pitchFamily="2" charset="-122"/>
            </a:endParaRPr>
          </a:p>
          <a:p>
            <a:pPr>
              <a:lnSpc>
                <a:spcPct val="150000"/>
              </a:lnSpc>
              <a:buFont typeface="Wingdings" panose="05000000000000000000" pitchFamily="2" charset="2"/>
              <a:buChar char="Ø"/>
              <a:defRPr/>
            </a:pPr>
            <a:r>
              <a:rPr lang="zh-CN" altLang="en-US" sz="2000" b="1" dirty="0">
                <a:solidFill>
                  <a:srgbClr val="800000"/>
                </a:solidFill>
                <a:latin typeface="华文楷体" panose="02010600040101010101" pitchFamily="2" charset="-122"/>
                <a:ea typeface="华文楷体" panose="02010600040101010101" pitchFamily="2" charset="-122"/>
              </a:rPr>
              <a:t>外模式介于模式与应用之间</a:t>
            </a:r>
            <a:r>
              <a:rPr lang="zh-CN" altLang="en-US" sz="2000" b="1" dirty="0">
                <a:solidFill>
                  <a:schemeClr val="bg1">
                    <a:lumMod val="75000"/>
                  </a:schemeClr>
                </a:solidFill>
                <a:latin typeface="华文楷体" panose="02010600040101010101" pitchFamily="2" charset="-122"/>
                <a:ea typeface="华文楷体" panose="02010600040101010101" pitchFamily="2" charset="-122"/>
              </a:rPr>
              <a:t>；</a:t>
            </a:r>
            <a:endParaRPr lang="en-US" altLang="zh-CN" sz="2000" b="1" dirty="0">
              <a:solidFill>
                <a:schemeClr val="bg1">
                  <a:lumMod val="75000"/>
                </a:schemeClr>
              </a:solidFill>
              <a:latin typeface="华文楷体" panose="02010600040101010101" pitchFamily="2" charset="-122"/>
              <a:ea typeface="华文楷体" panose="02010600040101010101" pitchFamily="2" charset="-122"/>
            </a:endParaRPr>
          </a:p>
          <a:p>
            <a:pPr>
              <a:lnSpc>
                <a:spcPct val="150000"/>
              </a:lnSpc>
              <a:buFont typeface="Wingdings" panose="05000000000000000000" pitchFamily="2" charset="2"/>
              <a:buChar char="Ø"/>
              <a:defRPr/>
            </a:pPr>
            <a:r>
              <a:rPr lang="zh-CN" altLang="en-US" sz="2000" b="1" dirty="0">
                <a:solidFill>
                  <a:schemeClr val="bg1">
                    <a:lumMod val="75000"/>
                  </a:schemeClr>
                </a:solidFill>
                <a:latin typeface="华文楷体" panose="02010600040101010101" pitchFamily="2" charset="-122"/>
                <a:ea typeface="华文楷体" panose="02010600040101010101" pitchFamily="2" charset="-122"/>
              </a:rPr>
              <a:t>外模式通常是模式的子集，一个数据库可以有多个外模式；</a:t>
            </a:r>
          </a:p>
          <a:p>
            <a:pPr>
              <a:lnSpc>
                <a:spcPct val="150000"/>
              </a:lnSpc>
              <a:buFont typeface="Wingdings" panose="05000000000000000000" pitchFamily="2" charset="2"/>
              <a:buChar char="Ø"/>
              <a:defRPr/>
            </a:pPr>
            <a:r>
              <a:rPr lang="en-US" altLang="zh-CN" sz="2000" b="1" dirty="0">
                <a:solidFill>
                  <a:schemeClr val="bg1">
                    <a:lumMod val="75000"/>
                  </a:schemeClr>
                </a:solidFill>
                <a:latin typeface="华文楷体" panose="02010600040101010101" pitchFamily="2" charset="-122"/>
                <a:ea typeface="华文楷体" panose="02010600040101010101" pitchFamily="2" charset="-122"/>
              </a:rPr>
              <a:t> </a:t>
            </a:r>
            <a:r>
              <a:rPr lang="zh-CN" altLang="en-US" sz="2000" b="1" dirty="0">
                <a:solidFill>
                  <a:schemeClr val="bg1">
                    <a:lumMod val="75000"/>
                  </a:schemeClr>
                </a:solidFill>
                <a:latin typeface="华文楷体" panose="02010600040101010101" pitchFamily="2" charset="-122"/>
                <a:ea typeface="华文楷体" panose="02010600040101010101" pitchFamily="2" charset="-122"/>
              </a:rPr>
              <a:t>为保证了</a:t>
            </a:r>
            <a:r>
              <a:rPr lang="zh-CN" altLang="en-US" sz="2000" b="1" dirty="0">
                <a:solidFill>
                  <a:srgbClr val="800000"/>
                </a:solidFill>
                <a:latin typeface="华文楷体" panose="02010600040101010101" pitchFamily="2" charset="-122"/>
                <a:ea typeface="华文楷体" panose="02010600040101010101" pitchFamily="2" charset="-122"/>
              </a:rPr>
              <a:t>数据库的安全性</a:t>
            </a:r>
            <a:r>
              <a:rPr lang="zh-CN" altLang="en-US" sz="2000" b="1" dirty="0">
                <a:solidFill>
                  <a:schemeClr val="bg1">
                    <a:lumMod val="75000"/>
                  </a:schemeClr>
                </a:solidFill>
                <a:latin typeface="华文楷体" panose="02010600040101010101" pitchFamily="2" charset="-122"/>
                <a:ea typeface="华文楷体" panose="02010600040101010101" pitchFamily="2" charset="-122"/>
              </a:rPr>
              <a:t>提供了有力的措施。</a:t>
            </a:r>
          </a:p>
        </p:txBody>
      </p:sp>
    </p:spTree>
    <p:extLst>
      <p:ext uri="{BB962C8B-B14F-4D97-AF65-F5344CB8AC3E}">
        <p14:creationId xmlns:p14="http://schemas.microsoft.com/office/powerpoint/2010/main" val="410513747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BCEA684-8463-4076-8AFF-7E742AC42613}"/>
              </a:ext>
            </a:extLst>
          </p:cNvPr>
          <p:cNvSpPr txBox="1">
            <a:spLocks noChangeArrowheads="1"/>
          </p:cNvSpPr>
          <p:nvPr/>
        </p:nvSpPr>
        <p:spPr>
          <a:xfrm>
            <a:off x="230188" y="1125538"/>
            <a:ext cx="8812212" cy="1152525"/>
          </a:xfrm>
          <a:prstGeom prst="rect">
            <a:avLst/>
          </a:prstGeom>
        </p:spPr>
        <p:txBody>
          <a:bodyPr/>
          <a:lstStyle>
            <a:lvl1pPr algn="ctr" rtl="0" eaLnBrk="0" fontAlgn="base" hangingPunct="0">
              <a:spcBef>
                <a:spcPct val="0"/>
              </a:spcBef>
              <a:spcAft>
                <a:spcPct val="0"/>
              </a:spcAft>
              <a:defRPr kumimoji="1" sz="4400" kern="1200">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440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kumimoji="1" sz="440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kumimoji="1" sz="440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kumimoji="1" sz="440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kumimoji="1" sz="440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kumimoji="1" sz="440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kumimoji="1" sz="440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kumimoji="1" sz="4400">
                <a:solidFill>
                  <a:schemeClr val="tx2"/>
                </a:solidFill>
                <a:effectLst>
                  <a:outerShdw blurRad="38100" dist="38100" dir="2700000" algn="tl">
                    <a:srgbClr val="C0C0C0"/>
                  </a:outerShdw>
                </a:effectLst>
                <a:latin typeface="Arial" panose="020B0604020202020204" pitchFamily="34" charset="0"/>
                <a:ea typeface="宋体" panose="02010600030101010101" pitchFamily="2" charset="-122"/>
              </a:defRPr>
            </a:lvl9pPr>
          </a:lstStyle>
          <a:p>
            <a:pPr marL="342900" indent="-342900" algn="l">
              <a:lnSpc>
                <a:spcPct val="150000"/>
              </a:lnSpc>
              <a:buFont typeface="Wingdings" panose="05000000000000000000" pitchFamily="2" charset="2"/>
              <a:buChar char="p"/>
              <a:defRPr/>
            </a:pPr>
            <a:r>
              <a:rPr lang="zh-CN" altLang="en-US" sz="2400" b="1" dirty="0">
                <a:solidFill>
                  <a:srgbClr val="800000"/>
                </a:solidFill>
                <a:effectLst/>
                <a:latin typeface="+mn-ea"/>
                <a:ea typeface="+mn-ea"/>
              </a:rPr>
              <a:t>内模式（</a:t>
            </a:r>
            <a:r>
              <a:rPr lang="en-US" altLang="zh-CN" sz="2400" b="1" dirty="0">
                <a:solidFill>
                  <a:srgbClr val="800000"/>
                </a:solidFill>
                <a:effectLst/>
                <a:latin typeface="+mn-ea"/>
                <a:ea typeface="+mn-ea"/>
              </a:rPr>
              <a:t>Internal Schema</a:t>
            </a:r>
            <a:r>
              <a:rPr lang="zh-CN" altLang="en-US" sz="2400" b="1" dirty="0">
                <a:solidFill>
                  <a:srgbClr val="800000"/>
                </a:solidFill>
                <a:effectLst/>
                <a:latin typeface="+mn-ea"/>
                <a:ea typeface="+mn-ea"/>
              </a:rPr>
              <a:t>）</a:t>
            </a:r>
            <a:br>
              <a:rPr lang="en-US" altLang="zh-CN" sz="2400" b="1" dirty="0">
                <a:solidFill>
                  <a:srgbClr val="800000"/>
                </a:solidFill>
                <a:effectLst/>
                <a:latin typeface="+mn-ea"/>
                <a:ea typeface="+mn-ea"/>
              </a:rPr>
            </a:br>
            <a:r>
              <a:rPr lang="en-US" altLang="zh-CN" sz="2400" b="1" dirty="0">
                <a:solidFill>
                  <a:srgbClr val="800000"/>
                </a:solidFill>
                <a:effectLst/>
                <a:latin typeface="+mn-ea"/>
                <a:ea typeface="+mn-ea"/>
              </a:rPr>
              <a:t>                   </a:t>
            </a:r>
            <a:r>
              <a:rPr lang="en-US" altLang="zh-CN" sz="2400" b="1" dirty="0">
                <a:solidFill>
                  <a:srgbClr val="000000"/>
                </a:solidFill>
                <a:effectLst/>
                <a:latin typeface="+mn-ea"/>
                <a:ea typeface="+mn-ea"/>
              </a:rPr>
              <a:t> </a:t>
            </a:r>
            <a:r>
              <a:rPr lang="zh-CN" altLang="en-US" sz="2400" b="1" dirty="0">
                <a:solidFill>
                  <a:srgbClr val="000000"/>
                </a:solidFill>
                <a:effectLst/>
                <a:latin typeface="+mn-ea"/>
                <a:ea typeface="+mn-ea"/>
              </a:rPr>
              <a:t>也称</a:t>
            </a:r>
            <a:r>
              <a:rPr lang="zh-CN" altLang="en-US" sz="2400" b="1" dirty="0">
                <a:solidFill>
                  <a:srgbClr val="800000"/>
                </a:solidFill>
                <a:effectLst/>
                <a:latin typeface="+mn-ea"/>
                <a:ea typeface="+mn-ea"/>
              </a:rPr>
              <a:t>存储模式</a:t>
            </a:r>
            <a:r>
              <a:rPr lang="zh-CN" altLang="en-US" sz="2400" b="1" dirty="0">
                <a:solidFill>
                  <a:srgbClr val="000000"/>
                </a:solidFill>
                <a:effectLst/>
                <a:latin typeface="+mn-ea"/>
                <a:ea typeface="+mn-ea"/>
              </a:rPr>
              <a:t> 或 </a:t>
            </a:r>
            <a:r>
              <a:rPr lang="zh-CN" altLang="en-US" sz="2400" b="1" dirty="0">
                <a:solidFill>
                  <a:srgbClr val="800000"/>
                </a:solidFill>
                <a:effectLst/>
                <a:latin typeface="+mn-ea"/>
                <a:ea typeface="+mn-ea"/>
              </a:rPr>
              <a:t>数据库的物理结构</a:t>
            </a:r>
            <a:br>
              <a:rPr lang="en-US" altLang="zh-CN" sz="3200" b="1" i="1" dirty="0">
                <a:solidFill>
                  <a:srgbClr val="800000"/>
                </a:solidFill>
                <a:effectLst/>
                <a:latin typeface="+mn-ea"/>
                <a:ea typeface="+mn-ea"/>
              </a:rPr>
            </a:br>
            <a:r>
              <a:rPr lang="en-US" altLang="zh-CN" sz="3200" b="1" i="1" dirty="0">
                <a:solidFill>
                  <a:srgbClr val="006600"/>
                </a:solidFill>
                <a:effectLst/>
                <a:latin typeface="+mn-ea"/>
                <a:ea typeface="+mn-ea"/>
              </a:rPr>
              <a:t>     </a:t>
            </a:r>
            <a:endParaRPr lang="zh-CN" altLang="en-US" sz="3200" b="1" dirty="0">
              <a:solidFill>
                <a:srgbClr val="006600"/>
              </a:solidFill>
              <a:effectLst/>
              <a:latin typeface="+mn-ea"/>
              <a:ea typeface="+mn-ea"/>
            </a:endParaRPr>
          </a:p>
        </p:txBody>
      </p:sp>
      <p:sp>
        <p:nvSpPr>
          <p:cNvPr id="36867" name="Rectangle 4">
            <a:extLst>
              <a:ext uri="{FF2B5EF4-FFF2-40B4-BE49-F238E27FC236}">
                <a16:creationId xmlns:a16="http://schemas.microsoft.com/office/drawing/2014/main" id="{691FDB00-3C7E-4B15-9FD0-F3D30627E586}"/>
              </a:ext>
            </a:extLst>
          </p:cNvPr>
          <p:cNvSpPr>
            <a:spLocks noChangeArrowheads="1"/>
          </p:cNvSpPr>
          <p:nvPr/>
        </p:nvSpPr>
        <p:spPr bwMode="auto">
          <a:xfrm>
            <a:off x="265113" y="2205038"/>
            <a:ext cx="9072562" cy="400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buFont typeface="Wingdings" panose="05000000000000000000" pitchFamily="2" charset="2"/>
              <a:buChar char="Ø"/>
            </a:pPr>
            <a:r>
              <a:rPr lang="en-US" altLang="zh-CN" sz="2000" b="1">
                <a:solidFill>
                  <a:schemeClr val="bg2"/>
                </a:solidFill>
                <a:latin typeface="华文楷体" panose="02010600040101010101" pitchFamily="2" charset="-122"/>
                <a:ea typeface="华文楷体" panose="02010600040101010101" pitchFamily="2" charset="-122"/>
              </a:rPr>
              <a:t> </a:t>
            </a:r>
            <a:r>
              <a:rPr lang="zh-CN" altLang="en-US" sz="2000" b="1">
                <a:solidFill>
                  <a:srgbClr val="800000"/>
                </a:solidFill>
                <a:latin typeface="华文楷体" panose="02010600040101010101" pitchFamily="2" charset="-122"/>
                <a:ea typeface="华文楷体" panose="02010600040101010101" pitchFamily="2" charset="-122"/>
              </a:rPr>
              <a:t>内模式</a:t>
            </a:r>
            <a:r>
              <a:rPr lang="zh-CN" altLang="en-US" sz="2000" b="1">
                <a:solidFill>
                  <a:schemeClr val="bg1"/>
                </a:solidFill>
                <a:latin typeface="华文楷体" panose="02010600040101010101" pitchFamily="2" charset="-122"/>
                <a:ea typeface="华文楷体" panose="02010600040101010101" pitchFamily="2" charset="-122"/>
              </a:rPr>
              <a:t>是数据库</a:t>
            </a:r>
            <a:r>
              <a:rPr lang="zh-CN" altLang="en-US" sz="2000" b="1">
                <a:solidFill>
                  <a:srgbClr val="800000"/>
                </a:solidFill>
                <a:latin typeface="华文楷体" panose="02010600040101010101" pitchFamily="2" charset="-122"/>
                <a:ea typeface="华文楷体" panose="02010600040101010101" pitchFamily="2" charset="-122"/>
              </a:rPr>
              <a:t>在物理存储方面的描述</a:t>
            </a:r>
            <a:r>
              <a:rPr lang="zh-CN" altLang="en-US" sz="2000" b="1">
                <a:solidFill>
                  <a:schemeClr val="bg1"/>
                </a:solidFill>
                <a:latin typeface="华文楷体" panose="02010600040101010101" pitchFamily="2" charset="-122"/>
                <a:ea typeface="华文楷体" panose="02010600040101010101" pitchFamily="2" charset="-122"/>
              </a:rPr>
              <a:t>；</a:t>
            </a:r>
            <a:endParaRPr lang="en-US" altLang="zh-CN" sz="2000" b="1">
              <a:solidFill>
                <a:schemeClr val="bg1"/>
              </a:solidFill>
              <a:latin typeface="华文楷体" panose="02010600040101010101" pitchFamily="2" charset="-122"/>
              <a:ea typeface="华文楷体" panose="02010600040101010101" pitchFamily="2" charset="-122"/>
            </a:endParaRPr>
          </a:p>
          <a:p>
            <a:pPr eaLnBrk="1" hangingPunct="1">
              <a:lnSpc>
                <a:spcPct val="150000"/>
              </a:lnSpc>
              <a:buFont typeface="Wingdings" panose="05000000000000000000" pitchFamily="2" charset="2"/>
              <a:buChar char="Ø"/>
            </a:pPr>
            <a:r>
              <a:rPr lang="zh-CN" altLang="en-US" sz="2000" b="1">
                <a:solidFill>
                  <a:schemeClr val="bg1"/>
                </a:solidFill>
                <a:latin typeface="华文楷体" panose="02010600040101010101" pitchFamily="2" charset="-122"/>
                <a:ea typeface="华文楷体" panose="02010600040101010101" pitchFamily="2" charset="-122"/>
              </a:rPr>
              <a:t>定义了所有内部记录类型，即数据在数据库内部的表示方式：</a:t>
            </a:r>
            <a:endParaRPr lang="en-US" altLang="zh-CN" sz="2000" b="1">
              <a:solidFill>
                <a:schemeClr val="bg2"/>
              </a:solidFill>
              <a:latin typeface="华文楷体" panose="02010600040101010101" pitchFamily="2" charset="-122"/>
              <a:ea typeface="华文楷体" panose="02010600040101010101" pitchFamily="2" charset="-122"/>
              <a:sym typeface="Symbol" panose="05050102010706020507" pitchFamily="18" charset="2"/>
            </a:endParaRPr>
          </a:p>
          <a:p>
            <a:pPr eaLnBrk="1" hangingPunct="1">
              <a:lnSpc>
                <a:spcPct val="150000"/>
              </a:lnSpc>
              <a:buFont typeface="Arial" panose="020B0604020202020204" pitchFamily="34" charset="0"/>
              <a:buChar char="•"/>
            </a:pPr>
            <a:r>
              <a:rPr lang="zh-CN" altLang="en-US" sz="2000" b="1">
                <a:solidFill>
                  <a:srgbClr val="660033"/>
                </a:solidFill>
                <a:latin typeface="华文楷体" panose="02010600040101010101" pitchFamily="2" charset="-122"/>
                <a:ea typeface="华文楷体" panose="02010600040101010101" pitchFamily="2" charset="-122"/>
              </a:rPr>
              <a:t>        记录</a:t>
            </a:r>
            <a:r>
              <a:rPr lang="zh-CN" altLang="en-US" sz="2000" b="1">
                <a:solidFill>
                  <a:schemeClr val="bg2"/>
                </a:solidFill>
                <a:latin typeface="华文楷体" panose="02010600040101010101" pitchFamily="2" charset="-122"/>
                <a:ea typeface="华文楷体" panose="02010600040101010101" pitchFamily="2" charset="-122"/>
              </a:rPr>
              <a:t>的存储方式（ 顺序存储、按照</a:t>
            </a:r>
            <a:r>
              <a:rPr lang="en-US" altLang="zh-CN" sz="2000" b="1">
                <a:solidFill>
                  <a:schemeClr val="bg2"/>
                </a:solidFill>
                <a:latin typeface="华文楷体" panose="02010600040101010101" pitchFamily="2" charset="-122"/>
                <a:ea typeface="华文楷体" panose="02010600040101010101" pitchFamily="2" charset="-122"/>
              </a:rPr>
              <a:t>B</a:t>
            </a:r>
            <a:r>
              <a:rPr lang="zh-CN" altLang="en-US" sz="2000" b="1">
                <a:solidFill>
                  <a:schemeClr val="bg2"/>
                </a:solidFill>
                <a:latin typeface="华文楷体" panose="02010600040101010101" pitchFamily="2" charset="-122"/>
                <a:ea typeface="华文楷体" panose="02010600040101010101" pitchFamily="2" charset="-122"/>
              </a:rPr>
              <a:t>树结构存储、按</a:t>
            </a:r>
            <a:r>
              <a:rPr lang="en-US" altLang="zh-CN" sz="2000" b="1">
                <a:solidFill>
                  <a:schemeClr val="bg2"/>
                </a:solidFill>
                <a:latin typeface="华文楷体" panose="02010600040101010101" pitchFamily="2" charset="-122"/>
                <a:ea typeface="华文楷体" panose="02010600040101010101" pitchFamily="2" charset="-122"/>
              </a:rPr>
              <a:t>hash</a:t>
            </a:r>
            <a:r>
              <a:rPr lang="zh-CN" altLang="en-US" sz="2000" b="1">
                <a:solidFill>
                  <a:schemeClr val="bg2"/>
                </a:solidFill>
                <a:latin typeface="华文楷体" panose="02010600040101010101" pitchFamily="2" charset="-122"/>
                <a:ea typeface="华文楷体" panose="02010600040101010101" pitchFamily="2" charset="-122"/>
              </a:rPr>
              <a:t>方法存储）；</a:t>
            </a:r>
          </a:p>
          <a:p>
            <a:pPr eaLnBrk="1" hangingPunct="1">
              <a:lnSpc>
                <a:spcPct val="150000"/>
              </a:lnSpc>
              <a:buFont typeface="Arial" panose="020B0604020202020204" pitchFamily="34" charset="0"/>
              <a:buChar char="•"/>
            </a:pPr>
            <a:r>
              <a:rPr lang="zh-CN" altLang="en-US" sz="2000" b="1">
                <a:solidFill>
                  <a:schemeClr val="bg2"/>
                </a:solidFill>
                <a:latin typeface="华文楷体" panose="02010600040101010101" pitchFamily="2" charset="-122"/>
                <a:ea typeface="华文楷体" panose="02010600040101010101" pitchFamily="2" charset="-122"/>
                <a:sym typeface="Symbol" panose="05050102010706020507" pitchFamily="18" charset="2"/>
              </a:rPr>
              <a:t>        </a:t>
            </a:r>
            <a:r>
              <a:rPr lang="zh-CN" altLang="en-US" sz="2000" b="1">
                <a:solidFill>
                  <a:srgbClr val="660033"/>
                </a:solidFill>
                <a:latin typeface="华文楷体" panose="02010600040101010101" pitchFamily="2" charset="-122"/>
                <a:ea typeface="华文楷体" panose="02010600040101010101" pitchFamily="2" charset="-122"/>
              </a:rPr>
              <a:t>索引</a:t>
            </a:r>
            <a:r>
              <a:rPr lang="zh-CN" altLang="en-US" sz="2000" b="1">
                <a:solidFill>
                  <a:schemeClr val="bg2"/>
                </a:solidFill>
                <a:latin typeface="华文楷体" panose="02010600040101010101" pitchFamily="2" charset="-122"/>
                <a:ea typeface="华文楷体" panose="02010600040101010101" pitchFamily="2" charset="-122"/>
              </a:rPr>
              <a:t>的组织方式；</a:t>
            </a:r>
          </a:p>
          <a:p>
            <a:pPr eaLnBrk="1" hangingPunct="1">
              <a:lnSpc>
                <a:spcPct val="150000"/>
              </a:lnSpc>
              <a:buFont typeface="Arial" panose="020B0604020202020204" pitchFamily="34" charset="0"/>
              <a:buChar char="•"/>
            </a:pPr>
            <a:r>
              <a:rPr lang="zh-CN" altLang="en-US" sz="2000" b="1">
                <a:solidFill>
                  <a:schemeClr val="bg2"/>
                </a:solidFill>
                <a:latin typeface="华文楷体" panose="02010600040101010101" pitchFamily="2" charset="-122"/>
                <a:ea typeface="华文楷体" panose="02010600040101010101" pitchFamily="2" charset="-122"/>
                <a:sym typeface="Symbol" panose="05050102010706020507" pitchFamily="18" charset="2"/>
              </a:rPr>
              <a:t>        </a:t>
            </a:r>
            <a:r>
              <a:rPr lang="zh-CN" altLang="en-US" sz="2000" b="1">
                <a:solidFill>
                  <a:srgbClr val="660033"/>
                </a:solidFill>
                <a:latin typeface="华文楷体" panose="02010600040101010101" pitchFamily="2" charset="-122"/>
                <a:ea typeface="华文楷体" panose="02010600040101010101" pitchFamily="2" charset="-122"/>
              </a:rPr>
              <a:t>文件</a:t>
            </a:r>
            <a:r>
              <a:rPr lang="zh-CN" altLang="en-US" sz="2000" b="1">
                <a:solidFill>
                  <a:schemeClr val="bg2"/>
                </a:solidFill>
                <a:latin typeface="华文楷体" panose="02010600040101010101" pitchFamily="2" charset="-122"/>
                <a:ea typeface="华文楷体" panose="02010600040101010101" pitchFamily="2" charset="-122"/>
              </a:rPr>
              <a:t>的组织方式；</a:t>
            </a:r>
          </a:p>
          <a:p>
            <a:pPr eaLnBrk="1" hangingPunct="1">
              <a:lnSpc>
                <a:spcPct val="150000"/>
              </a:lnSpc>
              <a:buFont typeface="Wingdings" panose="05000000000000000000" pitchFamily="2" charset="2"/>
              <a:buChar char="Ø"/>
            </a:pPr>
            <a:r>
              <a:rPr lang="zh-CN" altLang="en-US" sz="2000" b="1">
                <a:solidFill>
                  <a:schemeClr val="bg2"/>
                </a:solidFill>
                <a:latin typeface="华文楷体" panose="02010600040101010101" pitchFamily="2" charset="-122"/>
                <a:ea typeface="华文楷体" panose="02010600040101010101" pitchFamily="2" charset="-122"/>
                <a:sym typeface="Symbol" panose="05050102010706020507" pitchFamily="18" charset="2"/>
              </a:rPr>
              <a:t> </a:t>
            </a:r>
            <a:r>
              <a:rPr lang="zh-CN" altLang="en-US" sz="2000" b="1">
                <a:solidFill>
                  <a:schemeClr val="bg2"/>
                </a:solidFill>
                <a:latin typeface="华文楷体" panose="02010600040101010101" pitchFamily="2" charset="-122"/>
                <a:ea typeface="华文楷体" panose="02010600040101010101" pitchFamily="2" charset="-122"/>
              </a:rPr>
              <a:t>数据控制方面的细节。</a:t>
            </a:r>
          </a:p>
          <a:p>
            <a:pPr eaLnBrk="1" hangingPunct="1">
              <a:lnSpc>
                <a:spcPct val="150000"/>
              </a:lnSpc>
              <a:buFont typeface="Wingdings" panose="05000000000000000000" pitchFamily="2" charset="2"/>
              <a:buNone/>
            </a:pPr>
            <a:r>
              <a:rPr lang="zh-CN" altLang="en-US" sz="2000" b="1">
                <a:solidFill>
                  <a:schemeClr val="bg2"/>
                </a:solidFill>
                <a:latin typeface="华文楷体" panose="02010600040101010101" pitchFamily="2" charset="-122"/>
                <a:ea typeface="华文楷体" panose="02010600040101010101" pitchFamily="2" charset="-122"/>
                <a:sym typeface="Symbol" panose="05050102010706020507" pitchFamily="18" charset="2"/>
              </a:rPr>
              <a:t> </a:t>
            </a:r>
            <a:endParaRPr lang="zh-CN" altLang="en-US" sz="2000" b="1">
              <a:solidFill>
                <a:schemeClr val="bg2"/>
              </a:solidFill>
              <a:latin typeface="华文楷体" panose="02010600040101010101" pitchFamily="2" charset="-122"/>
              <a:ea typeface="华文楷体" panose="02010600040101010101" pitchFamily="2" charset="-122"/>
            </a:endParaRPr>
          </a:p>
        </p:txBody>
      </p:sp>
      <p:sp>
        <p:nvSpPr>
          <p:cNvPr id="36868" name="文本框 1">
            <a:extLst>
              <a:ext uri="{FF2B5EF4-FFF2-40B4-BE49-F238E27FC236}">
                <a16:creationId xmlns:a16="http://schemas.microsoft.com/office/drawing/2014/main" id="{1C22B451-596A-4C6F-8AFE-C28CCA36423C}"/>
              </a:ext>
            </a:extLst>
          </p:cNvPr>
          <p:cNvSpPr txBox="1">
            <a:spLocks noChangeArrowheads="1"/>
          </p:cNvSpPr>
          <p:nvPr/>
        </p:nvSpPr>
        <p:spPr bwMode="auto">
          <a:xfrm>
            <a:off x="152400" y="92075"/>
            <a:ext cx="89916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kumimoji="0" lang="zh-CN" altLang="en-US" b="1">
                <a:solidFill>
                  <a:schemeClr val="bg1"/>
                </a:solidFill>
                <a:latin typeface="楷体" panose="02010609060101010101" pitchFamily="49" charset="-122"/>
                <a:ea typeface="楷体" panose="02010609060101010101" pitchFamily="49" charset="-122"/>
              </a:rPr>
              <a:t>数据库的三级模式结构</a:t>
            </a:r>
            <a:endParaRPr lang="zh-CN" altLang="en-US">
              <a:solidFill>
                <a:schemeClr val="bg1"/>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639106058"/>
      </p:ext>
    </p:extLst>
  </p:cSld>
  <p:clrMapOvr>
    <a:masterClrMapping/>
  </p:clrMapOvr>
</p:sld>
</file>

<file path=ppt/theme/theme1.xml><?xml version="1.0" encoding="utf-8"?>
<a:theme xmlns:a="http://schemas.openxmlformats.org/drawingml/2006/main" name="Soaring">
  <a:themeElements>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fontScheme name="Soaring">
      <a:majorFont>
        <a:latin typeface="Arial"/>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spAutoFit/>
      </a:bodyPr>
      <a:lstStyle>
        <a:defPPr marL="0" marR="0" indent="609600" algn="just" defTabSz="914400" rtl="0" eaLnBrk="0" fontAlgn="base" latinLnBrk="0" hangingPunct="0">
          <a:lnSpc>
            <a:spcPct val="180000"/>
          </a:lnSpc>
          <a:spcBef>
            <a:spcPct val="0"/>
          </a:spcBef>
          <a:spcAft>
            <a:spcPct val="0"/>
          </a:spcAft>
          <a:buClrTx/>
          <a:buSzTx/>
          <a:buFontTx/>
          <a:buNone/>
          <a:tabLst/>
          <a:defRPr kumimoji="1" lang="zh-CN" altLang="en-US" sz="2800" b="0" i="0" u="none" strike="noStrike" cap="none" normalizeH="0" baseline="0" smtClean="0">
            <a:ln>
              <a:noFill/>
            </a:ln>
            <a:solidFill>
              <a:schemeClr val="tx1"/>
            </a:solidFill>
            <a:effectLst/>
            <a:latin typeface="宋体" pitchFamily="2" charset="-122"/>
            <a:ea typeface="宋体"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spAutoFit/>
      </a:bodyPr>
      <a:lstStyle>
        <a:defPPr marL="0" marR="0" indent="609600" algn="just" defTabSz="914400" rtl="0" eaLnBrk="0" fontAlgn="base" latinLnBrk="0" hangingPunct="0">
          <a:lnSpc>
            <a:spcPct val="180000"/>
          </a:lnSpc>
          <a:spcBef>
            <a:spcPct val="0"/>
          </a:spcBef>
          <a:spcAft>
            <a:spcPct val="0"/>
          </a:spcAft>
          <a:buClrTx/>
          <a:buSzTx/>
          <a:buFontTx/>
          <a:buNone/>
          <a:tabLst/>
          <a:defRPr kumimoji="1" lang="zh-CN" altLang="en-US" sz="2800" b="0" i="0" u="none" strike="noStrike" cap="none" normalizeH="0" baseline="0" smtClean="0">
            <a:ln>
              <a:noFill/>
            </a:ln>
            <a:solidFill>
              <a:schemeClr val="tx1"/>
            </a:solidFill>
            <a:effectLst/>
            <a:latin typeface="宋体" pitchFamily="2" charset="-122"/>
            <a:ea typeface="宋体" pitchFamily="2" charset="-122"/>
          </a:defRPr>
        </a:defPPr>
      </a:lstStyle>
    </a:lnDef>
  </a:objectDefaults>
  <a:extraClrSchemeLst>
    <a:extraClrScheme>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Soaring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Soaring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Soaring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Soaring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Soaring">
  <a:themeElements>
    <a:clrScheme name="Soaring">
      <a:dk1>
        <a:srgbClr val="000000"/>
      </a:dk1>
      <a:lt1>
        <a:srgbClr val="FFFFFF"/>
      </a:lt1>
      <a:dk2>
        <a:srgbClr val="A7A7A7"/>
      </a:dk2>
      <a:lt2>
        <a:srgbClr val="535353"/>
      </a:lt2>
      <a:accent1>
        <a:srgbClr val="00FFFF"/>
      </a:accent1>
      <a:accent2>
        <a:srgbClr val="3366FF"/>
      </a:accent2>
      <a:accent3>
        <a:srgbClr val="AAAAFF"/>
      </a:accent3>
      <a:accent4>
        <a:srgbClr val="DADADA"/>
      </a:accent4>
      <a:accent5>
        <a:srgbClr val="AAFFFF"/>
      </a:accent5>
      <a:accent6>
        <a:srgbClr val="2D5CE7"/>
      </a:accent6>
      <a:hlink>
        <a:srgbClr val="0000FF"/>
      </a:hlink>
      <a:folHlink>
        <a:srgbClr val="FF00FF"/>
      </a:folHlink>
    </a:clrScheme>
    <a:fontScheme name="Soaring">
      <a:majorFont>
        <a:latin typeface="Helvetica"/>
        <a:ea typeface="Helvetica"/>
        <a:cs typeface="Helvetica"/>
      </a:majorFont>
      <a:minorFont>
        <a:latin typeface="Times New Roman"/>
        <a:ea typeface="Times New Roman"/>
        <a:cs typeface="Times New Roman"/>
      </a:minorFont>
    </a:fontScheme>
    <a:fmtScheme name="Soarin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just" defTabSz="914400" rtl="0" fontAlgn="auto" latinLnBrk="0" hangingPunct="0">
          <a:lnSpc>
            <a:spcPct val="18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n-lt"/>
            <a:ea typeface="+mn-ea"/>
            <a:cs typeface="+mn-cs"/>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just" defTabSz="914400" rtl="0" fontAlgn="auto" latinLnBrk="0" hangingPunct="0">
          <a:lnSpc>
            <a:spcPct val="18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n-lt"/>
            <a:ea typeface="+mn-ea"/>
            <a:cs typeface="+mn-cs"/>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Designs\Soaring.pot</Template>
  <TotalTime>14766</TotalTime>
  <Words>5475</Words>
  <Application>Microsoft Macintosh PowerPoint</Application>
  <PresentationFormat>全屏显示(4:3)</PresentationFormat>
  <Paragraphs>1025</Paragraphs>
  <Slides>82</Slides>
  <Notes>17</Notes>
  <HiddenSlides>8</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82</vt:i4>
      </vt:variant>
    </vt:vector>
  </HeadingPairs>
  <TitlesOfParts>
    <vt:vector size="99" baseType="lpstr">
      <vt:lpstr>-apple-system</vt:lpstr>
      <vt:lpstr>华文楷体</vt:lpstr>
      <vt:lpstr>华文中宋</vt:lpstr>
      <vt:lpstr>楷体</vt:lpstr>
      <vt:lpstr>楷体_GB2312</vt:lpstr>
      <vt:lpstr>宋体</vt:lpstr>
      <vt:lpstr>宋体</vt:lpstr>
      <vt:lpstr>PingFang SC</vt:lpstr>
      <vt:lpstr>SimSong Bold</vt:lpstr>
      <vt:lpstr>Arial</vt:lpstr>
      <vt:lpstr>Courier New</vt:lpstr>
      <vt:lpstr>Symbol</vt:lpstr>
      <vt:lpstr>Tahoma</vt:lpstr>
      <vt:lpstr>Times New Roman</vt:lpstr>
      <vt:lpstr>Wingdings</vt:lpstr>
      <vt:lpstr>Soaring</vt:lpstr>
      <vt:lpstr>1_Soaring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概念模式  （ Conceptual  Schema）            也称整体逻辑结构或模式或全局模式                    </vt:lpstr>
      <vt:lpstr>外模式 （External Schema）                    也称局部逻辑结构或子模式或用户模式</vt:lpstr>
      <vt:lpstr>内模式（Internal Schema）也称存储模式 或 数据库的物理结构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DJQ</dc:creator>
  <cp:lastModifiedBy>Microsoft Office 用户</cp:lastModifiedBy>
  <cp:revision>1106</cp:revision>
  <dcterms:created xsi:type="dcterms:W3CDTF">2003-01-18T12:09:21Z</dcterms:created>
  <dcterms:modified xsi:type="dcterms:W3CDTF">2026-03-16T02:20:22Z</dcterms:modified>
</cp:coreProperties>
</file>